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첫 시간입니다. 계정 세팅에 시간이 많이 걸릴 수 있으니 뒤에 45분 버퍼를 잡아뒀습니다. 조급해하지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이론이 짧고 실습과 트러블슈팅이 깁니다. 첫 시간은 원래 이렇습니다.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먼저 물어보세요. '여러분 지난 학기에 모델 만들어봤죠? 그 모델 지금 어디 있어요?' 대부분 노트북 안에 있거나 사라졌습니다. 그게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문제를 하나씩 짚어주세요. 학생들이 실제로 겪어본 문제라 공감이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그림은 매주 첫 슬라이드에 다시 나옵니다. 오늘 우리가 어디 있는지 매번 짚어줄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체크포인트는 매주 조금씩 쌓입니다. 한 주 빠지면 따라잡기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겁을 주는 게 아니라 습관을 만드는 겁니다. 실제 회사에서도 클라우드 비용 관리는 신입에게 처음 맡기는 일 중 하나라고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리전 이야기를 특히 강조하세요. 오늘 실습에서 리전을 버지니아로 두고 헤매는 학생이 반드시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MFA에서 절반이 막힙니다. 인증 앱을 미리 설치하라고 지난주에 공지했더라도 안 한 학생이 있습니다. 앱 이름을 칠판에 적어두세요.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유인물로도 나눠줬습니다. 학생들에게 먼저 표를 보고 그래도 안 되면 손 들라고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버킷 이름은 전 세계에서 유일해야 합니다. 중복 오류가 나면 뒤에 임의 숫자를 붙이라고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 명령의 방향을 헷갈리는 학생이 많습니다. 왼쪽이 출발지, 오른쪽이 목적지라고 한 번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체크포인트를 못 낸 학생은 남은 45분 버퍼 시간에 개별로 봐주세요.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주에 낙오하면 2주차 EC2에서 더 크게 막힙니다. 오늘 반드시 전원 로그인까지는 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주가 이 과목에서 가장 손이 많이 가는 회차입니다. 노트북을 꼭 가져오라고 두 번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MLOps 개요와 클라우드 첫걸음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과목에서 무엇을 만드는지 이해하고, AWS 콘솔에 로그인해 S3에 파일을 올릴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2001070101_18v1.1   2001070201_18v1.3   2001070101_18v1.5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 — 과목 소개·평가·팀 구성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MLOps란 무엇인가 / 14주 로드맵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AWS 콘솔 온보딩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S3 버킷과 CLI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+ 개별 트러블슈팅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안내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과목이 무엇을 하는 과목인가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92% 모델을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아무도 못 쓰고 있을까요?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질문이 이 과목의 출발점입니다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서비스가 되기까지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안에서 끝나면 아무 일도 일어나지 않는다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어디 있는지 아무도 모른다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노트북 바탕화면의 final_final2.csv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만들었는지 재현이 안 된다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전 그 결과, 파라미터가 뭐였더라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쓸 방법이 없다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쓰려면 주피터를 켜야 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배포해도 시간이 지나면 나빠진다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세상이 변하는데 모델은 그대로다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과목이 푸는 것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클라우드에 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실험을 기록한다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API로 호출하게 만든다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배포하고 감시한다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14주 로드맵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선정부터 서비스 운영까지 한 줄기로 관통한다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1–2주 · 클라우드 기초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계정, S3, EC2 개발환경 구축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3–5주 · 데이터와 모델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→ 전처리 → 베이스라인 모델 → 실험 관리(MLflow)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6–8주 · 컨테이너와 서빙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→ FastAPI 예측 API → EC2 배포 + 데모 화면 (중간 시연)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9–10주 · 관리형 서비스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SageMaker로 학습·배포 체험, Bedrock으로 생성형 AI 붙이기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11–14주 · 자동화와 운영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 자동 배포 → 모니터링 → 프로젝트 완성 → 최종 발표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방법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100점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16836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545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45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336292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출석·참여 10점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848356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성실히 나오면 받는 점수입니다.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2116836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3545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3545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336292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체크포인트 25점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848356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실습 결과를 스크린샷이나 URL로 제출합니다. 12회 × 약 2점.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프로젝트 50점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 문제정의서 10 · M2 중간시연 15 · 최종 산출물 25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발표 15점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14주차 라이브 시연 포함. 상호평가 포함.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전에 반드시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과목에서 가장 중요한 규칙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419856"/>
          </a:xfrm>
          <a:prstGeom prst="roundRect">
            <a:avLst>
              <a:gd name="adj" fmla="val 2139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만큼 돈이 나갑니다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 쓰는 AWS는 학과 결제 계정입니다. 여러분이 만든 자원은 실제로 과금됩니다.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수업 종료 5분 전 '리소스 정리 타임'을 반드시 지킵니다. EC2 인스턴스는 중지(Stop).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리소스를 방치한 것이 적발되면 회당 2점 감점입니다.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이상하게 비싼 게 만들어졌다 싶으면 혼자 해결하지 말고 즉시 손 드세요. 야단맞지 않습니다.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기본 개념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알아야 할 최소한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나올 용어 네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다 외울 필요 없습니다. 실습하면서 몸으로 익힙니다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 (Region)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물리적으로 놓인 지역입니다. 우리는 서울(ap-northeast-2)로 고정합니다. 리전이 다르면 만든 게 안 보입니다.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할 수 있는지 정하는 신분증 시스템. 여러분은 학번으로 된 계정을 받습니다.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저장소. 웹하드라고 생각하면 되는데, 프로그램이 읽고 쓰기 좋게 만들어진 웹하드입니다.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온디맨드 과금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시간만큼 냅니다. 켜두면 계속 나갑니다. 그래서 끄는 게 중요합니다.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AWS 콘솔 온보딩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단계씩. 안 되면 바로 손 드세요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콘솔 로그인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배부된 계정 ID·사용자명·임시 비밀번호로 로그인 → 비밀번호 변경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MFA(2단계 인증) 설정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휴대폰에 인증 앱 설치 → QR 스캔 → 연속 두 번의 코드 입력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리전을 서울로 고정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우측 상단 리전 선택 → 아시아 태평양(서울) ap-northeast-2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권한 확인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→ 사용자 → 본인 계정에서 부여된 권한 확인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알람 확인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Billing → Budgets에서 본인 한도와 알람 이메일 확인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976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화면에서 계정 ID를 묻는다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IAM 사용자 로그인 URL이 아닌 루트 로그인 화면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배부된 전용 로그인 URL로 다시 접속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MFA QR을 못 읽는다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앱 미설치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설치 후 재시도. 설치 안 되면 조교가 대체 절차 안내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콘솔이 계속 로딩만 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학교망에서 일부 요청 지연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무선망으로 전환하거나 브라우저 시크릿 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만든 게 안 보인다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리전이 버지니아(us-east-1)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우측 상단 리전을 서울로 변경 후 새로고침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S3 버킷과 CLI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 · 각자 직접 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과제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버킷은 학기 내내 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버킷 만들기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규칙: mlops-2026-&lt;학번&gt; · 리전은 반드시 서울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규칙 만들기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raw/ · processed/ · models/ 세 개를 만듭니다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올리고 내리기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 CSV를 raw/에 업로드하고 다시 다운로드해봅니다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CloudShell에서 같은 일을 명령어로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콘솔에서 클릭으로 한 일을 aws s3 명령으로 반복합니다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CLI까지 하나요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클릭은 기록이 안 남습니다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자동화하려면 명령이 필요합니다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 자동 배포의 기초입니다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CloudShell에서 실행할 명령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우측 상단 터미널 아이콘 → CloudShell 실행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내 버킷 목록 보기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버킷 안 내용 보기 (&lt;학번&gt;을 본인 학번으로)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s3://mlops-2026-&lt;학번&gt;/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파일 올리기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bike.csv s3://mlops-2026-&lt;학번&gt;/raw/bike.csv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폴더째 확인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s3://mlops-2026-&lt;학번&gt;/raw/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다시 내려받기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s3://mlops-2026-&lt;학번&gt;/raw/bike.csv ./확인용.csv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&lt;학번&gt; 은 본인 학번으로 바꿔 넣습니다. 꺾쇠 기호는 지웁니다.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제출하면 오늘 수업 완료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S3 버킷 이름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채팅이나 LMS에 텍스트로 제출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raw/processed/models 폴더가 보이는 콘솔 화면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s3 ls 실행 결과 화면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버킷 이름이 보여야 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희망서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3~4인 · 관심 도메인 1순위 표기 · 다음 주까지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남은 45분은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따라온 사람을 위한 시간입니다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끝낸 학생 — 부록의 명령어 치트시트를 훑고, 팀 구성 희망서를 작성하세요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 학생 — 손 들고 기다리세요. 순서대로 갑니다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안 되는 학생 — 옆 사람 화면으로 먼저 눈으로 익히세요. 계정은 따로 봐드립니다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119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서비스가 되어야 의미가 있다 · AWS 리전과 IAM · S3에 파일 올리고 내리기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9291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929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8925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3276600"/>
            <a:ext cx="5956347" cy="119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직접 하나 빌립니다. EC2를 만들고 원격 접속해서 파이썬 환경을 세팅합니다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57809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578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454152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925568"/>
            <a:ext cx="5956347" cy="119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· 오늘 만든 버킷 이름 · 팀 구성 희망서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00515" y="2729484"/>
            <a:ext cx="4324252" cy="1892808"/>
          </a:xfrm>
          <a:prstGeom prst="roundRect">
            <a:avLst>
              <a:gd name="adj" fmla="val 3865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4835" y="2948940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정리 타임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574835" y="3424428"/>
            <a:ext cx="377561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EC2를 만들지 않았으므로 끌 것이 없습니다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주부터는 매주 인스턴스 중지 확인을 합니다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1주차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1주차 — MLOps 개요와 클라우드 첫걸음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