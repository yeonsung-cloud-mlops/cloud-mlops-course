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이 과목에서 손이 가장 많이 가는 회차입니다. 시작하기 전에 완성 화면을 3분만 보여주고 바로 들어갑니다. 설명은 안 합니다. 결과부터 보여주고 '오늘 끝나면 이게 여러분 것으로 하나씩 생깁니다'라고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실습 B가 85분으로 가장 깁니다. 실습 A에서 50분이 지나면 접속만 됐어도 무조건 넘어갑니다. 마지막 5분은 오늘 수업에서 제일 중요한 5분이라고 미리 말해두세요.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물어보세요. '지금 여러분 노트북과 서버는 뭐가 다를까요?' 성능이나 크기 얘기가 나오면 아니라고 하고 이 두 줄을 띄웁니다. 노트북은 가방에 넣으면 잠들고, 그러면 여러분이 만든 서비스도 같이 잠든다고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노트북보다 사양이 낮은데 왜 쓰냐는 질문이 반드시 나옵니다. 성능 때문이 아니라 안 꺼지고 주소가 있기 때문이라고 답하세요. 그리고 팀원 전부가 같은 컴퓨터에서 작업하니 '제 컴퓨터에선 되는데요' 문제가 사라진다는 점도 덧붙이면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 계정 이름을 특히 강조하세요. Ubuntu는 ubuntu, Amazon Linux는 ec2-user 인데 이걸 헷갈려서 매년 몇 명이 접속에 실패합니다. 키페어는 재발급이 안 된다는 말을 두 번 하세요. 다운로드 창을 무심코 닫는 학생이 꼭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매주 하는 건 중지라고 못을 박으세요. 종료를 눌러버린 학생은 다음 주에 실습 A를 통째로 다시 해야 합니다. EBS는 꺼도 요금이 나간다는 점은 호텔 짐 보관함에 비유하면 쉽게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22번을 전 세계 공개로 열면 몇 분 만에 자동 침입 시도가 들어온다는 사실을 꼭 말해주세요. 편하다고 다 열어두면 안 되는 이유가 됩니다. 그리고 집에서 안 된다는 질문이 나오면 정상이고 보안그룹에서 내 IP를 다시 누르면 된다고 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검은 화면이 무섭다는 학생이 많습니다. 새로운 개념이 아니라 탐색기에서 하던 일을 마우스 대신 글자로 하는 것뿐이라고 안심시키세요. 명령을 외울 필요는 없고 치트시트를 보고 치면 된다고 말해주면 부담이 확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보안그룹을 먼저 만드는 이유를 짚어주세요. 나중에 만들면 접속이 안 되는 상태로 헤매게 됩니다. 인스턴스가 뜨는 2분 동안은 지금부터 돈이 나가기 시작한다는 이야기를 하면서 시간을 채우면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IAM 인스턴스 프로파일은 고급 세부 정보를 펼쳐야 나옵니다. 지금 안 붙이면 뒤에서 Session Manager 탭이 회색으로 비활성됩니다. 태그 세 개도 잊지 말라고 하세요. Course, Team, Owner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이름이 ubuntu 라는 것을 한 번 더 짚으세요. root 나 ec2-user 로 시도하면 publickey 오류가 납니다. 맥과 리눅스는 chmod 400 을 안 하면 키 파일 권한 경고가 뜨면서 접속이 막힙니다.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접속이 안 되는 게 여러분 서버 문제가 아니라 학교에서 나가는 길이 막힌 것이라고 분명히 말해주세요. 학생들이 자기 잘못이라고 생각하고 위축됩니다. 어느 방법으로 접속했든 체크포인트는 똑같이 인정한다고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apt update 와 apt install 은 세트로 외우게 하세요. update 없이 install 하면 그런 패키지가 없다는 오류가 자주 납니다. -y 옵션은 물어볼 때 자동으로 예라고 답하는 것이고 자동화할 때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키페어를 잃어버린 학생은 붙잡고 있지 말고 바로 새로 만들라고 하세요. 5분이면 됩니다. 시간 아깝다고 매달리다 실습 B를 통째로 놓치는 경우가 매년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가상환경은 접속을 끊었다 다시 들어오면 풀립니다. 매번 cd ~/work 와 source .venv/bin/activate 를 다시 쳐야 한다고 못을 박으세요. 이걸 몰라서 아까 설치했는데 없다고 나온다는 학생이 반드시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--ip=0.0.0.0 을 칠판에 크게 적어두세요. 기본값이 127.0.0.1 이라 밖에서 접속이 안 됩니다. requirements.txt 는 6주차 도커의 재료로 그대로 쓴다고 미리 말해두면 왜 만드는지 납득합니다.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터널링은 내 노트북 8888번으로 오는 것을 서버 8888번으로 보내라는 뜻이라고 한 문장으로 설명하면 충분합니다. 대안 B는 포트를 전혀 쓰지 않으므로 학교망 차단을 완전히 우회한다는 점만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코드에 액세스 키를 절대 적지 않는다는 원칙을 오늘부터 지키게 하세요. 인스턴스에 붙여둔 IAM 역할이 권한을 자동으로 넘겨줍니다. 순회할 때 BUCKET 에 본인 학번이 들어갔는지 눈으로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한 번 멈추고 무슨 일이 일어났는지 짚어주세요. 학생 노트북은 그냥 모니터 역할만 하고 있습니다. 데이터가 10GB여도 노트북에는 아무 부담이 없고, 팀원 세 명이 같은 서버에 붙어 같은 데이터를 볼 수 있다는 게 이 구조의 이점입니다.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제출물은 집에 가서 찍으면 이미 몇 시간치 요금이 나간 뒤입니다. 반드시 정리 타임에 그 자리에서 찍게 하세요. 접속이 아예 안 된 학생은 예비 인스턴스를 배정해 실습 B라도 진행시키고 버퍼 시간에 따로 봐줍니다.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같이 화면을 보게 하고 강사를 따라 하게 하세요. 종료가 아니라 중지라는 것을 여기서 다시 한 번 말합니다. 조교가 자리를 돌며 눈으로 확인하고 명단에 체크하는 것까지가 이 5분입니다.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과제에서 IP가 바뀌는 것을 직접 겪게 하는 게 목적입니다. 왜 바뀌면 곤란한지 한 문단으로 적어 오라고 하고, 답은 8주차 탄력적 IP에서 맞춰본다고 말해두세요. 다음 주는 수업 시작 전에 인스턴스를 켜두라고 두 번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리눅스와 EC2 개발환경 구축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서버를 만들어 원격 접속하고, 주피터에서 S3 데이터를 읽을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2001070104_18v1.1   2001070104_18v1.2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서버 / EC2 / 보안그룹 / 리눅스 명령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EC2 생성 · 접속 · 리눅스 명령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가상환경 · JupyterLab · S3 읽기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 — 인스턴스 중지 확인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서버와 EC2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알아야 할 최소한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서버는 안 꺼집니다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남이 접속합니다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아니라 이것이 서버의 정의입니다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EC2는 빌리는 컴퓨터 한 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아마존이 지어놓은 서버실에서 한 대를 시간 단위로 빌린다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꺼진다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3시에 누가 불러도 대답할 수 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고정된 주소가 있다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인터넷에서 찾아올 수 있는 주소를 가진다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 접속한다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아닌 사람이 내 서비스를 호출할 수 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대를 인스턴스라고 부른다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이름은 mlops-&lt;학번&gt;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빌릴 사양은 t3.medium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vCPU 2 · RAM 4GB. 여러분 노트북보다 못하다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만큼 나가는 돈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 약 0.052달러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4시간 수업이면 약 0.2달러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끄고 한 달이면 37달러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학기 예산은 25달러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EC2를 하나 만들 때 정하는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컴퓨터를 조립한다고 생각하세요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운영체제가 미리 깔린 복사본. 우리는 Ubuntu LTS를 씁니다. 로그인 계정 이름이 ubuntu 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타입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CPU와 메모리 사양. t3.medium, vCPU 2개에 메모리 4GB. 그 이상은 계정에서 막혀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붙은 내장 하드디스크. 30GB를 씁니다. S3가 인터넷 창고라면 EBS는 그 서버만 쓰는 하드입니다.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키페어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들어가는 열쇠. .pem 개인키는 만들 때 딱 한 번만 내려받습니다. 잃어버리면 AWS도 못 줍니다.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중지와 종료는 다릅니다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구분을 못 하면 다음 주에 처음부터 다시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5364328" cy="2715768"/>
          </a:xfrm>
          <a:prstGeom prst="roundRect">
            <a:avLst>
              <a:gd name="adj" fmla="val 2694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68880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68880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 (Stop) — 매주 이것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522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전원만 끈다. 서버 요금이 멈춘다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설치한 것과 파일이 그대로 남는다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EBS 30GB 요금은 계속 나간다 (월 약 3달러)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켜면 퍼블릭 IP가 바뀐다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468880"/>
            <a:ext cx="5364328" cy="2715768"/>
          </a:xfrm>
          <a:prstGeom prst="roundRect">
            <a:avLst>
              <a:gd name="adj" fmla="val 2694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468880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468880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(Terminate) — 14주차에만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200400"/>
            <a:ext cx="48522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인스턴스와 EBS까지 통째로 삭제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설치한 것이 전부 사라진다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불가. 처음부터 다시 만들어야 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마지막에 딱 한 번만 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보안그룹은 서버 출입문입니다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과목에서 사고가 가장 잦은 지점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방화벽이고, 기본값은 전부 잠금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열어주지 않으면 접속 자체가 안 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포트는 건물의 문 번호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건물에 문이 65535개 있다고 생각하면 된다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소스는 누구에게 열어줄지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0.0.0.0/0 은 전 세계 아무나. 22번에는 쓰지 않는다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규칙은 내 IP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강의실에서만 들어온다. 집에서는 다시 갱신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접속이 안 되면 1순위 의심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보안그룹, 2순위는 학교망이 22번을 막은 경우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열 문 번호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— SSH (오늘)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8888 — JupyterLab (오늘)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8000 — FastAPI (7주차)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8501 — Streamlit (8주차)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리눅스 명령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화면은 그냥 폴더 탐색기입니다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기본기 — pwd 지금 어디 · ls 여기 뭐 있나 · cd 저기로 가자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키 자동완성과 위쪽 방향키. 오타로 안 되는 경우의 90%가 사라진다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은 휴지통이 없다. rm -rf 는 오늘 쓰지 않는다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멈춘 것 같으면 Ctrl + C, 프로그램에서 나오려면 q 또는 exit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EC2 만들고 접속하기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인스턴스보다 방화벽을 먼저 만듭니다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먼저 만들기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mlops-sg-&lt;학번&gt; · 인바운드에 22번과 8888번을 내 IP로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키페어 만들기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mlops-key-&lt;학번&gt; · RSA · .pem — 받은 위치를 반드시 메모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생성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LTS · t3.medium · 30GiB · 상태 검사 2/2 통과까지 대기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접속하기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키파일 ubuntu@&lt;퍼블릭IP&gt;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명령과 패키지 설치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사양을 눈으로 확인하고 apt 로 기본 도구를 설치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생성 설정값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 그대로 입력합니다. 다르게 고르면 권한 오류가 납니다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이름(Name)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mlops-&lt;학번&gt;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Ubuntu Server 24.04 LTS 또는 22.04 · 64비트 x86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인스턴스 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t3.medium (vCPU 2 / RAM 4GB)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 페어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mlops-key-&lt;학번&gt; · RSA · .pem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 설정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보안 그룹 선택 → mlops-sg-&lt;학번&gt;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스토리지 · 고급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GiB gp3 · IAM 프로파일 MLOpsStudentSSMRole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노트북에서 서버로 접속하기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운영체제에 따라 첫 줄만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— PowerShell 또는 Windows Terminal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$env:USERPROFILE\.ssh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.\mlops-key-&lt;학번&gt;.pem ubuntu@&lt;퍼블릭IP&gt;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 — 터미널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400 ~/.ssh/mlops-key-&lt;학번&gt;.pem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~/.ssh/mlops-key-&lt;학번&gt;.pem ubuntu@&lt;퍼블릭IP&gt;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처음 접속하면 물어본다. yes 를 치고 엔터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Are you sure you want to continue connecting? yes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프롬프트가 ubuntu@ip-172-31-x-x:~$ 로 바뀌면 접속 성공입니다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22번이 막혔을 때 가는 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학교망은 SSH 포트를 막아두는 경우가 흔합니다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798064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3017520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Instance Connect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3529584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콘솔에서 인스턴스 선택 후 연결을 누르면 브라우저에 검은 화면이 열립니다. 키 파일도 터미널도 필요 없습니다. 사용자 이름이 ubuntu 인지만 확인합니다.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2798064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3035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3017520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 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3529584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 포트를 아예 쓰지 않는 접속입니다. IAM 역할이 붙어 있어야 하고, 접속 후 sudo su - ubuntu 로 계정을 바꿔서 진행합니다.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화면에서 쳐볼 명령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 키와 위쪽 방향키를 계속 쓰세요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나는 누구, 여긴 어디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서버 사양 확인 — 주문한 대로 왔는지 눈으로 본다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nproc          # 2 가 나와야 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-h        # 총 메모리 약 3.8Gi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-h          # / 가 약 29G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폴더 만들고 파일 다루기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~/work/data &amp;&amp; cd ~/work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from &lt;학번&gt;" &gt; note.txt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note.txt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프로그램 설치 — update 먼저, 그다음 install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python3-pip python3-venv unzip curl git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nproc 2 · free 3.8Gi · df 29G 가 나오면 주문한 사양이 맞습니다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ssh 가 반응 없이 멈춘다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학교망이 22번 차단 또는 보안그룹에 내 IP 미등록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보안그룹에서 내 IP 다시 누르기 → 안 되면 Instance Connect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Permission denied (publickey)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이름을 root, ec2-user 로 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Ubuntu는 반드시 ubuntu@ · 키 파일 경로도 재확인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UNPROTECTED PRIVATE KEY FILE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pem 파일 권한이 열려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chmod 400 ~/.ssh/mlops-key-&lt;학번&gt;.pem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pem 파일을 못 찾겠다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키페어는 재다운로드 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키페어부터 새로 만들어 인스턴스 재생성. 5분이면 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Instance Connect 연결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대역 미등록 또는 사용자명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인바운드에 13.209.1.56/29 추가 · 사용자명 ubuntu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apt update 에서 lock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부팅 직후 자동 업데이트가 도는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2분 기다렸다가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개발환경 만들기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각자 직접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방을 만들고, 주피터를 띄우고, S3를 읽습니다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방 만들기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python3 -m venv .venv 로 프로젝트 전용 방을 판다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방에 들어가기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설치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 pandas numpy scikit-learn boto3 s3fs · 2~4분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 실행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 --ip=0.0.0.0 --port=8888 --no-browser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데이터를 표로 읽기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올린 CSV를 노트북 브라우저에서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가상환경과 JupyterLab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앞에 (.venv) 가 붙었는지 계속 확인하세요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작업 폴더에 파이썬 방 만들기 (최초 1회)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~/work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방에 들어가기 — 접속할 때마다 매번 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이번 학기 내내 쓸 라이브러리 설치 (2~4분)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pip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jupyterlab pandas numpy scikit-learn boto3 s3fs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주피터 비밀번호를 정하고 실행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 password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lab --ip=0.0.0.0 --port=8888 --no-browser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--ip=0.0.0.0 을 빼면 자기 자신만 접속됩니다. 매년 절반이 여기서 막힙니다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8888번도 막혔을 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주피터가 안 열릴 때 쓰는 우회로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97380"/>
            <a:ext cx="5364328" cy="3858768"/>
          </a:xfrm>
          <a:prstGeom prst="roundRect">
            <a:avLst>
              <a:gd name="adj" fmla="val 189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97380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97380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A — SSH 터널링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28900"/>
            <a:ext cx="48522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22번이 열려 있을 때 쓴다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노트북에서 터미널 창을 하나 더 연다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-i 키 -N -L 8888:localhost:8888 ubuntu@IP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주소는 http://localhost:8888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1897380"/>
            <a:ext cx="5364328" cy="3858768"/>
          </a:xfrm>
          <a:prstGeom prst="roundRect">
            <a:avLst>
              <a:gd name="adj" fmla="val 189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1897380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1897380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B — 포트 포워딩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2628900"/>
            <a:ext cx="48522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22번까지 막혔을 때 쓴다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노트북에 AWS CLI와 SSM 플러그인이 필요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ssm start-session --target &lt;인스턴스ID&gt;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8888을 내 노트북 8888로 연결한다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주소는 http://localhost:8888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주피터에서 S3 데이터 읽기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노트북 w02_s3_test.ipynb 를 만들고 실행합니다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"mlops-2026-&lt;학번&gt;"   # 1주차에 만든 본인 버킷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내가 누구인지 확인 (코드에 키를 적지 않는다)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 = boto3.client("sts", region_name="ap-northeast-2")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print(sts.get_caller_identity()["Arn"])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raw/ 폴더에 뭐가 있는지 보기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boto3.client("s3", region_name="ap-northeast-2")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s3.list_objects_v2(Bucket=BUCKET, Prefix="raw/")["Contents"]: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print(o["Key"], o["Size"])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S3 경로를 그대로 읽어 표로 만들기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pd.read_csv(f"s3://{BUCKET}/raw/sample_bike.csv")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BUCKET 변수를 강사 예시 그대로 두면 안 됩니다. 본인 학번을 넣으세요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노트북에는 이 파일이 없습니다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표가 떴습니다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서울의 서버가 서울의 S3에서 읽어 화면만 보내준 것입니다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2주차 체크포인트 · 총 2.0점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접속 성공 화면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whoami · nproc · free -h · df -h 가 한 화면에 · 접속 방법은 무엇이든 인정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S3를 읽은 df.head() 화면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BUCKET 변수에 본인 학번이 보일 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인스턴스가 중지됨 상태인 콘솔 화면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타임에 그 자리에서 촬영할 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규칙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w02_&lt;학번&gt;_1.png · _2.png · _3.png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끝나기 전 반드시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수업에서 제일 중요한 5분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순간에도 돈이 나가고 있습니다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서버에서 주피터 종료 — pkill -f "jupyter lab"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→ EC2 → 인스턴스 상태 → 인스턴스 중지(Stop). 종료(Terminate) 아님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중지됨으로 바뀐 화면을 찍어 제출한다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버킷은 삭제하지 않는다. 그대로 둔다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전까지 실행 중으로 확인되면 감점 2점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다섯 가지 설정 · 보안그룹은 방화벽 · pwd/ls/cd 와 Tab 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서버 안의 파이썬 방과 주피터, 그리고 S3를 읽는 한 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프로젝트가 시작됩니다. 팀을 확정하고 전처리 스크립트를 하나 완성합니다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 → 재시작 → 바뀐 IP로 재접속 연습 · 명령어 정리 노트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· pem 파일 위치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버킷 이름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A/B/C 설명 읽어오기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 인스턴스 Start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2주차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2주차 — 리눅스와 EC2 개발환경 구축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