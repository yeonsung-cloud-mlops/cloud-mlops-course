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M1 제출 회차입니다. 시작할 때 완성본을 3분 안에 보여주고, RMSE 1204와 412 두 숫자를 칠판에 적어두세요. 이 두 숫자의 차이를 만드는 게 오늘 수업이라고 한 문장으로 정리하고 들어갑니다.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B는 앞 40분이 코드, 뒤 45분이 문서라고 미리 나눠서 말해주세요. 3시 30분에 M1을 제출한다는 시각을 칠판에 적어두면 팀들이 스스로 시간을 관리합니다.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기출문제를 다 외웠는데 시험에 그대로 나와서 100점을 받았다면 그게 실력이냐고 물어보세요. 학생들이 바로 아니라고 답합니다. 모델도 똑같고 이걸 과적합이라고 부른다고 이어가면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테스트를 보고 성능이 낮으니 모델을 바꿔볼까 하는 순간, 여러분의 머리를 통해 테스트 정보가 모델로 새어 들어간 겁니다. 그래서 테스트는 맨 마지막에 딱 한 번이라고 강하게 말해두세요.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따릉이 데이터를 무작위로 나눌지 시간 순으로 나눌지 학생들에게 물어보세요. 실제 서비스에서 우리가 예측하는 건 미래이니 평가도 미래를 맞히는 상황이어야 정직합니다. 시계열 팀은 반드시 시간 순 분할을 쓰라고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3주차에 예측 시점에 알 수 있냐고 자문하게 했던 것의 정식 이름이 누수입니다. 고객 이탈 예측에 해지 신청일이 들어 있는 경우처럼 실무에서 아주 흔하다는 예를 들어주세요. 순회할 때 성능이 지나치게 좋은 팀부터 찾아가면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사람이 조심하는 게 아니라 구조적으로 실수할 수 없게 만드는 것이라고 정리하세요. 결측 대체와 원-핫 인코딩도 똑같은 문제라서 전부 Pipeline 안에 넣는 게 정석입니다.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불량률 1%인 공정에서 무조건 정상이라고 답하는 모델의 정확도가 99%라는 예를 다시 한 번 쓰세요. 그리고 정밀도와 재현율 중 뭐가 중요한지는 기술이 아니라 비용이 정한다고 강조하세요. 암 진단과 스팸 필터가 좋은 대비입니다.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3주 동안 튜닝해서 RMSE 1100을 만들었는데 평균만 찍어도 1204라면 3주를 날린 겁니다. 그 사실을 3주 뒤가 아니라 오늘 5분 만에 알게 해주는 게 베이스라인이라고 말해주세요.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목소리를 한 번 낮추고 시작하세요. 이 5분이 7주차에 학생들을 구합니다. 3주 뒤에 이 문장에 고마워하게 될 거라고 말해두면 기억에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실무에서 원인 찾는 데 며칠씩 걸리는 악명 높은 버그라고 말해주세요. 에러가 안 나기 때문에 무섭습니다. 순회할 때 Pipeline 밖에서 fit_transform 을 따로 부른 팀이 반드시 나오는데, 발견 즉시 되돌리게 하고 이 이야기를 짧게 반복하세요.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scikit-learn 버전을 반드시 1.5.2로 맞추게 하세요. 버전이 다르면 나중에 pkl 파일을 못 여는 사고가 납니다. 3주차 산출물이 없는 학생은 공용 버킷의 백업본을 복사해 오게 하고 그대로 진행시킵니다.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결측 대체와 표준화, 원-핫 인코딩이 전부 Pipeline 안에 들어가 있다는 점을 손으로 짚어주세요. 이 줄들이 있기 때문에 fit 이 학습 데이터에만 적용됩니다. 마지막 joblib 한 줄이 오늘의 결론입니다.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 행이 오늘의 핵심 순회 포인트입니다. 성능이 지나치게 좋은 학생을 찾으면 무조건 피처 목록을 같이 보세요. 아홉은 누수입니다.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이론 마지막 소절을 손으로 확인시키세요. 이게 Pipeline을 통째로 저장한 대가이고, 7주차 API 코드도 이것과 똑같다고 한 번 더 짚어줍니다. 학생들이 가장 확실하게 납득하는 순간입니다.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구조는 절대 건드리지 말라고 두 번 말하세요. 컬럼 세 줄만 바꾸면 되도록 골격을 짜둔 겁니다. 분류 팀에게는 교체 블록을 그대로 복사해 쓰면 된다고 안내하고, 클래스 비율부터 확인하게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높은 정확도나 실용적인 수준 같은 말이 남아 있으면 그 자리에서 오늘의 dummy 숫자를 근거로 다시 쓰게 하세요. 근거 없는 목표 수치는 오늘 이후로 인정하지 않는다고 선언하는 게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성능이 dummy보다 나쁘게 나왔다는 팀이 나오면 아주 좋은 발견이라고 말해주세요. 대개 피처에 신호가 없거나, 타깃을 잘못 잡았거나, 전처리에서 데이터를 망가뜨린 세 가지입니다. 순서대로 확인하게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만든 train_team.py 는 5주차에 MLflow 로깅을 넣을 바로 그 파일이고, pkl 은 7주차 FastAPI가 로드할 그 파일입니다. 버리지 말고 팀 저장소에 커밋하라고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파일이 로컬에만 있으면 다음 주에 없어질 수 있다고 말해주세요. S3에 올라간 것만 살아남습니다. 중지해도 EBS 요금은 계속 나가지만 그건 정상이고 학기 예산에 반영돼 있다고 안심시키세요.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주에는 서른 번 돌리다 보면 아까 그 좋았던 설정이 뭐였지가 반드시 터진다고 예고하세요. 그걸 기계가 대신 기억하게 만드는 도구가 MLflow입니다. 과제 표는 5주차 실습에서 MLflow 화면으로 다시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4E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834640" cy="2834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4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pPr indent="0" marL="0">
              <a:buNone/>
            </a:pPr>
            <a:r>
              <a:rPr lang="en-US" sz="2200" dirty="0">
                <a:solidFill>
                  <a:srgbClr val="6FD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주차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베이스라인 모델 만들기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4160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Pipeline으로 베이스라인 모델을 학습·평가하고 S3에 저장할 수 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5230368"/>
            <a:ext cx="8412480" cy="18288"/>
          </a:xfrm>
          <a:prstGeom prst="rect">
            <a:avLst/>
          </a:prstGeom>
          <a:solidFill>
            <a:srgbClr val="2E5A6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3949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연성대학교 · 230분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57241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NCS  2001070301_19v1.3   2001070306_19v1.1   2001070306_19v1.4   2001070307_19v1.1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230분 · 오늘 M1 문제정의서를 제출합니다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813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 퀴즈 + 오늘 만들 결과물 데모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887407" y="148132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8483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분할 · 누수 · 지표 · 베이스라인 · Pipeline 저장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87407" y="20848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68833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68833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887407" y="26883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2918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공통 예제로 베이스라인 학습 후 S3 업로드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887407" y="3291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89534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87407" y="38953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449884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49884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팀 데이터 베이스라인 + M1 최종화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87407" y="449884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510235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51023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 + M1 제출 + 다음 주 예고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87407" y="51023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6928" y="570585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570585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정리 타임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87407" y="570585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4주차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정직하게 평가하기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 · 오늘 이론이 M1의 평가지표와 성공기준이 됩니다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920240"/>
            <a:ext cx="98142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학습한 데이터로 다시 평가하면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실력이 아니라 암기력을 잰 겁니다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기출문제 100문제가 시험에 그대로 나온 상황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세 덩어리로 나눕니다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시험에 비유하면 이렇습니다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(train) — 공부용 문제집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모델이 여기서 패턴을 배웁니다. 전체의 약 60%를 씁니다.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(valid) — 모의고사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후보 중 어느 모델이 나은지, 설정값을 얼마로 할지 여기서 정합니다. 여러 번 봐도 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5024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(test) — 수능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35024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보고용으로 딱 한 번만 봅니다. 보고 나서 모델을 고치는 순간 그건 더 이상 수능이 아닙니다.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4주차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규칙 다섯 가지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순서를 어기면 그게 바로 누수입니다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분할을 가장 먼저 한다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전처리보다 먼저. 순서가 뒤집히면 누수다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비율은 60 : 20 : 20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아주 많으면 80:10:10도 쓴다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시계열은 무작위 분할 금지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순으로 앞에서부터 자른다. 우리가 맞히는 건 미래다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테스트는 최종 1회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나서 모델을 고치면 그 순간 오염된다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random_state=42 로 고정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같은 분할이 나와야 비교가 가능하다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647188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86664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적으면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342132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교차검증을 쓴다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5조각 내 돌아가며 검증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테스트는 그래도 따로 뗀다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4주차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누수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이론에서 가장 무서운 이야기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3931920"/>
          </a:xfrm>
          <a:prstGeom prst="roundRect">
            <a:avLst>
              <a:gd name="adj" fmla="val 1860"/>
            </a:avLst>
          </a:prstGeom>
          <a:solidFill>
            <a:srgbClr val="FCF1E6"/>
          </a:solidFill>
          <a:ln w="19050">
            <a:solidFill>
              <a:srgbClr val="D97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73936"/>
            <a:ext cx="566928" cy="566928"/>
          </a:xfrm>
          <a:prstGeom prst="ellipse">
            <a:avLst/>
          </a:prstGeom>
          <a:solidFill>
            <a:srgbClr val="D97A2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91056" y="1755648"/>
            <a:ext cx="96862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성능이 이상하게 좋으면 기뻐하기 전에 누수를 의심합니다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014343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버그는 에러를 띄워주지만 누수는 정확도 99%를 띄워준다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 1 — 답이 들어 있는 컬럼. 하루 총 대여량, 해지 신청일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 2 — 분할 전에 fit 해버린 스케일러·결측 대체·인코더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경고 신호 — R2 0.99, 정확도 100%, 검증과 테스트가 똑같이 완벽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자문할 문장 — 예측하는 그 순간에 이 값을 알 수 있는가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4주차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스케일링 하나로 갈립니다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여러분이 실제로 저지를 실수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153412"/>
            <a:ext cx="5364328" cy="3346704"/>
          </a:xfrm>
          <a:prstGeom prst="roundRect">
            <a:avLst>
              <a:gd name="adj" fmla="val 218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153412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153412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방법 — 누수 발생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84932"/>
            <a:ext cx="48522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데이터로 scaler.fit_transform 을 먼저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 train_test_split 으로 나눈다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테스트의 평균 정보가 학습에 이미 반영됨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미래 정보가 과거로 흘러 들어간 상태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성능이 비현실적으로 좋게 나온다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0440" y="2153412"/>
            <a:ext cx="5364328" cy="3346704"/>
          </a:xfrm>
          <a:prstGeom prst="roundRect">
            <a:avLst>
              <a:gd name="adj" fmla="val 218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0440" y="2153412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1D4E5B"/>
          </a:solidFill>
          <a:ln/>
        </p:spPr>
      </p:sp>
      <p:sp>
        <p:nvSpPr>
          <p:cNvPr id="10" name="Text 8"/>
          <p:cNvSpPr/>
          <p:nvPr/>
        </p:nvSpPr>
        <p:spPr>
          <a:xfrm>
            <a:off x="6479896" y="2153412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올바른 방법 — Pipeline 안에서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6472" y="2884932"/>
            <a:ext cx="48522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train_test_split 을 가장 먼저 한다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전처리를 Pipeline 단계로 집어넣는다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fit 은 학습 데이터에만 적용된다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검증·테스트에는 transform 만 적용된다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순서를 지키려 애쓸 필요가 없다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4주차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지표는 문제가 정합니다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지표는 반드시 하나. 나머지는 보조 지표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 유형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 지표와 이유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 균형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Accuracy — 직관적이고 해석이 쉽다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불균형 (불량·이탈·사기)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 — 정확도가 무의미해진다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놓치면 큰일 (질병·고장)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Recall — 미검출 비용이 크다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오경보가 큰일 (스팸)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Precision — 오탐 비용이 크다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 오차가 특히 치명적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RMSE — 제곱해서 큰 오차에 벌점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모든 오차가 동등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MAE — 단위가 그대로라 설명이 쉽다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4주차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평균만 찍은 베이스라인 RMSE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46442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1204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5432377" y="1417320"/>
            <a:ext cx="61923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모델을 썼더니 412가 나왔습니다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3429000"/>
            <a:ext cx="1105783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회귀는 DummyRegressor, 분류는 DummyClassifier 로 만든다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기준선이 없으면 내 점수가 좋은지 나쁜지 알 수 없다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폭은 dummy 지표 빼기 모델 지표. 이게 진짜 성과다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베이스라인은 결승선이 아니라 출발선. 그러나 오늘 반드시 넘는 선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920240"/>
            <a:ext cx="98142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저장하는 것은 모델이 아니라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Pipeline 전체입니다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수업에서 제일 중요한 5분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모델만 저장하면 생기는 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학습-서빙 스큐 · 7주차에 다시 만납니다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7주차에 API를 만든다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temp 21.5, weekday Mon 같은 값을 그대로 보낸다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모델은 문자열을 못 먹는다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때 했던 인코딩과 스케일링을 서빙에서 다시 짜야 한다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어긋난다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평균값이 다르고 요일 컬럼 순서가 다르다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에러는 안 난다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예측은 나온다. 그런데 틀린 값이 나온다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묶어서 통째로 저장하면 끝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평균·범주 목록·컬럼 순서까지 파일 하나에 들어간다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647188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86664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서빙 코드는 한 줄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342132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pipe.predict(원본 표)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전처리를 다시 안 짠다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7주차 FastAPI가 이걸 쓴다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4주차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공통 예제 베이스라인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 · 다 함께 따라합니다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수행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함수 두 개만 직접 입력합니다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시작하고 접속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Start → 새 IP로 접속 → 가상환경 활성화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 버전 맞추기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requirements-week04.txt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데이터 확인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processed/bike_processed.csv 와 컬럼 이름을 눈으로 본다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함수 두 개 채우기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split_data 와 build_pipeline 만 직접 입력한다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실행하고 S3에 올린다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train_baseline.py --bucket mlops-2026-&lt;학번&gt;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4주차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전처리와 모델을 하나로 묶기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열과 문자 열에 서로 다른 처리를 지정합니다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build_pipeline(model):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"""전처리와 모델을 하나의 Pipeline으로 묶는다"""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numeric = Pipeline([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("impute", SimpleImputer(strategy="median")),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("scale", StandardScaler()),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categorical = Pipeline([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("impute", SimpleImputer(strategy="most_frequent")),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("onehot", OneHotEncoder(handle_unknown="ignore")),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preprocess = ColumnTransformer([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("num", numeric, NUM_COLS),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("cat", categorical, CAT_COLS),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Pipeline([("pre", preprocess), ("model", model)])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joblib.dump(rf, "baseline_bike.pkl")   # 모델이 아니라 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handle_unknown="ignore" 는 처음 보는 범주가 와도 죽지 않게 해줍니다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4주차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막히면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A에서 실제로 터지는 문제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필요한 컬럼이 없다며 중단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3주차 산출물의 컬럼명이 스크립트와 다름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출력된 현재 컬럼 목록을 보고 NUM_COLS·CAT_COLS·TARGET 수정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AccessDenied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버킷명 오타 또는 남의 버킷 지정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aws s3 ls 로 본인 버킷명 재확인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sparse_output 인자 오류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scikit-learn 1.2 미만 버전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pip install -U scikit-learn==1.5.2 후 재실행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R2가 0.999, RMSE가 한 자릿수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누수. 타깃이 피처에 섞임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합계·비율 같은 타깃 파생 컬럼을 피처에서 제거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학습이 3분 넘게 안 끝난다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트리 개수 과다 또는 메모리 부족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--n-estimators 100 --max-depth 8 로 재실행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MemoryError 또는 접속 끊김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메모리 부족으로 프로세스가 죽음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df.sample(20000) 으로 줄여 재시도 후 조교 호출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4주차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저장한 Pipeline을 다시 불러 예측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전처리를 하나도 안 한 원본 형태를 그대로 넣습니다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joblib, pandas as pd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 = joblib.load("baseline_bike_20260302.pkl")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사람이 읽을 수 있는 원본 형태의 입력 두 건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= pd.DataFrame([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{"temp": 21.5, "humidity": 55, "windspeed": 2.1, "rainfall": 0.0,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"hour": 18, "weekday": "Mon", "season": "spring", "holiday": 0},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{"temp": -3.0, "humidity": 80, "windspeed": 5.4, "rainfall": 1.2,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"hour": 3, "weekday": "Sun", "season": "winter", "holiday": 1},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print(sample)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print("예측 대여량:", pipe.predict(sample).round(1))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Mon, spring 같은 문자열을 그대로 넣었는데 예측 숫자가 나옵니다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4주차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팀 데이터와 M1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 · 앞 40분은 코드, 뒤 45분은 문서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데이터로 옮기는 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골격에 자기 데이터만 갈아 끼웁니다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파일을 복사한다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 train_baseline.py train_team.py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줄만 고친다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NUM_COLS · CAT_COLS · TARGET 를 우리 데이터 컬럼으로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구조는 절대 건드리지 않는다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Pipeline을 해체하는 순간 7주차 스큐가 예약된다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팀은 교체 블록을 붙인다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DummyClassifier · RandomForestClassifier · F1 평가 함수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두 개를 받아 적는다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dummy 성능과 우리 모델 성능. 오늘 손에 넣을 전부다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647188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86664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팀 추가 설정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342132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분할에 stratify=y 추가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class_weight 는 balanced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지표는 F1 또는 Recall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4주차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 최종본 여섯 항목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나온 숫자를 반영하지 않은 문서는 반려합니다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8309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나쁜 예에서 좋은 예로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따릉이 예측 → 운영팀이 재배치 수량을 정하기 위한 시간별 대여량 예측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공공데이터 → 서울열린데이터광장, 2024년, 8,760행, CC BY, 개인정보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목록에 하루 총합 컬럼이 있으면 누수 → 피처에서 제거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대여량 → rent_count, 정수, 시간당 대여 건수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평가지표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정확도 → 주 지표 RMSE. 큰 오차의 피해가 크기 때문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 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정확도 90% → 검증 RMSE 846 이하 (베이스라인 1204 대비 30% 개선)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4주차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베이스라인 성능표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LMS 제출 양식과 같은 항목입니다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106006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방식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10600639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무작위인지 시간 순인지 적는다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106006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지표 하나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10600639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RMSE · MAE · F1 · Recall · Precision 중 한 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106006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dummy 검증 성능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10600639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 생각 없이 찍었을 때의 숫자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106006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검증 성능과 개선 폭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10600639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폭이 0 이하면 모델을 쓸 이유가 없다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106006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S3 경로와 학습 시간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10600639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models/ 아래 pkl 경로를 팀 README에 적어 둔다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4주차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체크포인트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 2.0점 + M1 별도 10점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723644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293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824228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예제 학습 로그와 metrics.json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2180844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1단계부터 6단계 로그가 전부 보이게 · 스크린샷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564892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77063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665476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models/ 폴더 콘솔 화면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3022092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pkl 과 metrics 파일이 보이고 버킷명이 나올 것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06140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6118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506724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베이스라인 성능표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3863340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dummy 와 모델, 개선 폭 포함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247388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45312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347972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predict_sample 실행 결과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4704588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문자열을 그대로 넣었는데 예측이 나온 화면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088636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52943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5189220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 문제정의서 최종본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80160" y="5545836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· 팀 대표 1인 제출 · 파일명 M1_T&lt;팀번호&gt;_문제정의서.pdf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4주차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끝나기 전 반드시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· 조교가 1:1로 확인합니다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3931920"/>
          </a:xfrm>
          <a:prstGeom prst="roundRect">
            <a:avLst>
              <a:gd name="adj" fmla="val 1860"/>
            </a:avLst>
          </a:prstGeom>
          <a:solidFill>
            <a:srgbClr val="FCF1E6"/>
          </a:solidFill>
          <a:ln w="19050">
            <a:solidFill>
              <a:srgbClr val="D97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73936"/>
            <a:ext cx="566928" cy="566928"/>
          </a:xfrm>
          <a:prstGeom prst="ellipse">
            <a:avLst/>
          </a:prstGeom>
          <a:solidFill>
            <a:srgbClr val="D97A2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91056" y="1755648"/>
            <a:ext cx="96862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종료(Terminate)가 아니라 중지(Stop)입니다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014343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콘솔 또는 aws ec2 stop-instances 로 인스턴스를 중지한다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상태가 stopped 인지 눈으로 확인하고 조교 체크를 받는다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pkl 과 metrics.json 이 S3 models/ 에 있는지 확인한다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중 만든 큰 CSV가 서버 홈에 쌓여 있지 않은지 본다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 제출을 완료했는지 마지막으로 확인한다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4주차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· 다음 주 예고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" y="124358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24128" y="1627632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분할부터 먼저 · 지표는 문제가 정한다 · Pipeline 전체를 저장한다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51688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5168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248031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것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24128" y="2864358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models/ 에 올라간 pkl 하나와 metrics.json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75361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7536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71703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24128" y="4101084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한 번 돌린 모델을 서른 번 돌립니다. 기록은 MLflow가 대신합니다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99033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9903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495376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24128" y="5337810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max_depth 를 바꿔 3회 실행하고 표 채우기 · M1 발표 준비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00515" y="2308860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4835" y="2528316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첫 15분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74835" y="3003804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팀별 M1 3분 발표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슬라이드 없이 문서 화면으로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지표와 고른 이유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dummy 와 모델 두 숫자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4주차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MLOps 4주차 — 베이스라인 모델 만들기</dc:title>
  <dc:subject>PptxGenJS Presentation</dc:subject>
  <dc:creator>연성대학교</dc:creator>
  <cp:lastModifiedBy>연성대학교</cp:lastModifiedBy>
  <cp:revision>1</cp:revision>
  <dcterms:created xsi:type="dcterms:W3CDTF">2026-08-02T15:22:44Z</dcterms:created>
  <dcterms:modified xsi:type="dcterms:W3CDTF">2026-08-02T15:22:44Z</dcterms:modified>
</cp:coreProperties>
</file>