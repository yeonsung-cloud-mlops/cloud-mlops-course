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 과제에서 max_depth를 4, 12, 30으로 바꿔봤죠. 어느 값이 제일 좋았는지 지금 바로 말할 수 있는 사람 있나요. 이 침묵이 오늘 수업의 출발점입니다. 오늘은 여러분 대신 기억해 주는 서버를 세웁니다.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발표는 도입 10분 안에 다 못 넣습니다. 팀당 1분 핵심에 제 코멘트 30초로 압축하고, 못 한 팀은 다음 주 도입으로 넘기겠습니다. 실습 A와 B 시간은 절대 건드리지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상황극을 하나 해봅시다. 취업했는데 3주 전에 91.2% 나왔다고 보고했고, 오늘 팀장님이 그 코드를 달라고 합니다. 폴더를 여니 train_final_진짜최종.py가 있습니다. 다시 돌리니 89.7%가 나옵니다. 이 순간이 여러분 신뢰가 무너지는 순간입니다.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엑셀에 적으면 되지 않냐고 생각한 사람 있죠. 좋은 발상이고 실제로 많은 회사가 그렇게 시작합니다. 그런데 실패한 실험을 안 적는 순간 무너집니다. 같은 실패를 두 번 하게 되거든요.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네 개를 외우면 오늘 실습은 절반 끝난 겁니다. 그리고 이걸 담는 그릇이 두 개예요. 학습 한 번이 run이고, run들을 담는 폴더가 experiment입니다.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max_depth는 제가 정하죠. 파라미터입니다. RMSE는 돌려봐야 알죠. 메트릭입니다. 그리고 rmse_valid만 기록하면 과적합이 안 보입니다. rmse_train도 반드시 같이 남기세요.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도서관으로 비유하면 SQLite가 검색 목록이고 S3가 서고입니다. 12MB짜리 pkl을 DB에 넣을 이유가 없죠. 실무에서는 SQLite 대신 RDS의 PostgreSQL을 쓰지만 우리는 1인 1서버라 SQLite로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카카오톡 버전이 계속 올라가도 여러분은 카카오톡만 누르면 최신이 뜨죠. 레지스트리가 그걸 해줍니다. 옛날 회사 코드에서는 Production 같은 스테이지를 만날 텐데 개념은 별칭과 똑같습니다.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과학 시간에 배운 통제 변인이랑 똑같습니다. 그리고 오늘 눈으로 확인할 게 하나 있어요. depth를 키우면 학습 성능은 계속 좋아지는데 검증 성능은 어느 순간부터 나빠집니다. 그 꺾이는 지점을 차트에서 직접 찾을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서버를 띄우는 창과 학습을 돌리는 창은 따로 씁니다. 서버가 도는 tmux 창은 절대 건드리지 마세요. 학습은 새 SSH 창에서 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겁을 주는 게 아니라 습관을 만드는 겁니다. 열었으면 닫는다, 이게 오늘 하나만 가져가야 할 운영 원칙입니다. 정리 화면 캡처가 체크포인트 제출물에 들어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at 0.0.0.0:5000이 뜨면 성공입니다. 크롬이 주소를 자동으로 https로 바꿔버리는 경우가 있으니 http를 직접 쳐 넣으라고 미리 말해주세요. tmux는 터미널을 화면 밖에 붙잡아 두는 도구라고만 설명하면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지난주에 손으로 s3.upload_file 했던 걸 log_model 한 줄이 대신합니다. 그리고 학습을 돌리기 전에 export MLFLOW_TRACKING_URI를 반드시 확인시키세요. 비어 있으면 서버가 아니라 로컬 mlruns 폴더에 쌓입니다.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줄이 오늘 가장 많이 나올 문제입니다. 표를 먼저 보고 그래도 안 되면 손 들라고 하세요. tmux가 낯선 학생에게는 nohup 대체 명령을 유인물에서 찾게 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팀원이 서로 다른 실험 이름을 쓰는 게 가장 흔한 사고입니다. 순회하면서 이름부터 확인하세요. 흩어진 run은 UI에서 실험을 옮길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 성능이 제일 좋은 게 항상 정답은 아닙니다. RMSE가 1퍼센트 좋은데 추론이 10배 느리고 pkl이 500MB면 다음 주 컨테이너에 못 넣습니다. 순회할 때 기준 문서를 먼저 보여달라고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등록하고 끝내지 말고 마지막 확인까지 시키세요. 여기서 성공한 한 줄이 7주차 FastAPI 안에 그대로 들어갑니다. 팀 README에 이 주소를 적어두라고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항목이 오늘 NCS 평가의 핵심입니다. 기준을 쓴 시각이 등록보다 앞서야 한다고 다시 한번 못 박으세요. 못 낸 학생은 정리 시간에 개별로 봐줍니다.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n_estimators를 1000 이상으로 올린 학생은 pkl 하나가 수백 MB가 됩니다. 실험할 때 크기를 의식하라고 말해주세요. 다음 주 Docker 실습을 위해 디스크 여유 10GB도 지금 확인시킵니다.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여러분은 이 모델이 제일 좋다까지 왔습니다. 그런데 그 모델은 지금 여러분 EC2 안에서만 돕니다. 다음 주에 만들 상자가 7주차에 여러분의 API가 됩니다. 디스크가 10GB 미만인 학생은 수업 전에 꼭 알려주세요.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관리 (MLflow)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서버에 실험을 기록·비교하고 근거를 가지고 최고 모델을 등록할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2001070306_19v1.3   2001070307_19v1.2   2001070307_19v1.3   2001070308_19v1.1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10분 조기 종료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— M1 팀 발표 + 오늘 결과물 데모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재현성 / 실험 추적 4요소 / 레지스트리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MLflow 서버 기동 + 5조합 비교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실험 기록 + 최고 모델 등록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제출 + 다음 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— 보안그룹 5000 회수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왜 기록해야 하는가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 · 오늘 실습의 절반은 여기서 끝납니다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전 그 결과,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냈더라?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질문에 답하지 못하면 신뢰가 무너집니다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재현성은 기억력 문제가 아니다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인간의 기억으로는 원래 불가능한 일입니다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이름으로 관리하다 무너진다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train_final.py / model_best.pkl 중 어느 것인지 모른다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시드를 안 고정했다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코드를 돌려도 숫자가 조금씩 달라진다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버전이 바뀌었다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월 버전으로 학습했는지 남아 있지 않다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설정값을 어디에도 안 적었다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30번이면 조합도 30개, 머리로는 관리 불가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기록이 무너지는 이유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적는 걸 까먹는다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실패 실험을 안 적는다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파일과 따로 논다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팀원과 공유가 안 된다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하나를 기억한다는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가지를 기억한다는 뜻입니다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(parameter)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미리 정한 설정값. max_depth, seed, 분할 비율. log_param()으로 기록합니다.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메트릭 (metric)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돌려봐야 아는 결과 숫자. RMSE, F1, 학습 시간. log_metric()으로 기록합니다.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아티팩트 (artifact)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학습이 만들어낸 파일. 모델 pkl, 그래프 이미지. log_model()이 S3에 올려줍니다.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버전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커밋으로 돌렸는가. Git 저장소 안에서 실행하면 자동으로 기록됩니다.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 많이 헷갈리는 두 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구분법은 한 줄이면 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281428"/>
            <a:ext cx="5364328" cy="3090672"/>
          </a:xfrm>
          <a:prstGeom prst="roundRect">
            <a:avLst>
              <a:gd name="adj" fmla="val 2367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281428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281428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— 미리 정할 수 있는 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12948"/>
            <a:ext cx="48522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max_depth = 12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n_estimators = 200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random_state = 42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분할 비율 0.6 / 0.2 / 0.2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쪽 설정값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281428"/>
            <a:ext cx="5364328" cy="3090672"/>
          </a:xfrm>
          <a:prstGeom prst="roundRect">
            <a:avLst>
              <a:gd name="adj" fmla="val 2367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281428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281428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메트릭 — 돌려봐야 아는 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3012948"/>
            <a:ext cx="48522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rmse_valid = 412.7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f1_valid = 0.812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train_seconds = 24.3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성능과 검증 성능 둘 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쪽 성적표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서버가 쓰는 저장소 두 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숫자와 큰 파일은 있을 곳이 다릅니다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92150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1592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59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314096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스토어 — SQLite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365302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파라미터·메트릭 같은 작은 숫자를 담는 데이터베이스. 검색하고 정렬해야 하니 DB가 맞습니다. 파일 한 개짜리라 비용 0원.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292150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31592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3159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314096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아티팩트 스토어 — S3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365302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pkl 같은 큰 덩어리를 담는 곳. DB에는 그 파일이 S3 어디 있는지 주소만 저장됩니다.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레지스트리 — 실험과 서비스를 잇는 다리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경로가 아니라 이름으로 부릅니다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이름에 버전을 붙여 관리한다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team-T01-model 버전 1, 2, 3 … 덮어쓰지 않고 쌓입니다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서빙 코드는 이름만 안다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models:/team-T01-model@champion 한 줄이면 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별칭을 옮기면 되돌리기가 5초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모델이 이상하면 champion을 이전 버전에 다시 붙입니다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등록할 때 선정 근거를 함께 남긴다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description에 왜 이 모델인지 한 문단. 오늘 평가의 핵심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스테이지와 별칭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None / Staging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Production / Archived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2.9+는 별칭 권장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@champion, @challenger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하이퍼파라미터 조율 3원칙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5개 조합을 어떻게 고를 것인가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1044702"/>
          </a:xfrm>
          <a:prstGeom prst="roundRect">
            <a:avLst>
              <a:gd name="adj" fmla="val 525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11655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116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하나씩 바꾼다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개를 동시에 바꾸면 뭐 때문에 좋아졌는지 모릅니다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654046"/>
            <a:ext cx="11057839" cy="1044702"/>
          </a:xfrm>
          <a:prstGeom prst="roundRect">
            <a:avLst>
              <a:gd name="adj" fmla="val 525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98437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98437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78206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넓게 시작해서 좁힌다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3147822"/>
            <a:ext cx="99605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 8, 12, 16, 20으로 훑고 좋은 구간 주변을 촘촘히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826764"/>
            <a:ext cx="11057839" cy="1044702"/>
          </a:xfrm>
          <a:prstGeom prst="roundRect">
            <a:avLst>
              <a:gd name="adj" fmla="val 525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415709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1570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95478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변하면 놓아준다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4320540"/>
            <a:ext cx="99605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바꿔도 성능이 그대로면 그 파라미터는 버립니다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999482"/>
            <a:ext cx="11057839" cy="1044702"/>
          </a:xfrm>
          <a:prstGeom prst="roundRect">
            <a:avLst>
              <a:gd name="adj" fmla="val 525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5329809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53298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512749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5조합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5493258"/>
            <a:ext cx="99605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4 / 8 / 12 / 16 / 20 · n_estimators는 200 고정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서버 세우고 5건 비교하기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단계씩. 안 되면 바로 손 드세요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접속 · MLflow 설치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 install -r requirements-week05.txt 후 mlflow --version 확인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 5000 포트 열기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소스는 반드시 내 IP. 설명란에 mlflow-ui-week05-학번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tmux 안에서 서버 기동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백엔드는 SQLite, 아티팩트는 내 S3 버킷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코드에 로깅 삽입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train_mlflow.py의 별표 표시 줄을 채웁니다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5조합 실행 후 UI 비교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./sweep.sh 실행 → rmse_valid로 정렬 → Compare 차트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 5000번 포트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가장 조심할 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0.0.0.0/0 전체 개방은 금지합니다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서버에는 로그인 기능이 없습니다. 전체 개방하면 아무나 실험 결과와 모델을 보고 지웁니다.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소스는 반드시 내 IP를 선택해 x.x.x.x/32 형태가 되게 합니다.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설명란에 mlflow-ui-week05-학번을 적으세요. 수업 끝에 이 규칙을 찾아서 지웁니다.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종료 5분 전 정리 타임에 5000 규칙을 반드시 회수합니다. 남겨두면 감점입니다.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무선망은 IP가 자주 바뀝니다. 안 붙으면 현재 IP를 다시 확인해 규칙을 갱신하세요.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서버 기동 — tmux 안에서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실행하면 SSH를 끊는 순간 서버가 죽습니다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tmux 설치하고 새 화면 만들기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update &amp;&amp; sudo apt-get install -y tmux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new -s mlflow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tmux 화면 안에서 서버 띄우기 (&lt;학번&gt;은 본인 학번)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~/mlflow &amp;&amp; source ~/mlops/.venv/bin/activate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 server \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--backend-store-uri sqlite:////home/ubuntu/mlflow/mlflow.db \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--default-artifact-root s3://mlops-2026-&lt;학번&gt;/mlflow-artifacts/ \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--host 0.0.0.0 --port 5000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Ctrl + b 를 누르고 손을 뗀 다음 d 를 누른다 (빠져나오기)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ls            # mlflow 세션이 보이면 살아 있는 것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http://&lt;EC2 퍼블릭 IP&gt;:5000 · https 가 아니라 http 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코드에 넣을 다섯 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4주차 코드 그대로입니다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mlflow, mlflow.sklearn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mlflow.set_experiment("bike-baseline")          # 실험(폴더) 지정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mlflow.start_run(run_name="rf_d12_n200"):  # 실행 1건 시작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mlflow.log_param("max_depth", 12)           # 미리 정한 값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mlflow.log_param("n_estimators", 200)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mlflow.log_param("data_uri", f"s3://{bucket}/{key}")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pipe.fit(X_tr, y_tr)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mlflow.log_metric("rmse_train", rmse_train)  # 돌려봐야 아는 값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mlflow.log_metric("rmse_valid", rmse_valid)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mlflow.sklearn.log_model(pipe, artifact_path="model")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아니라 Pipeline을 통째로 기록합니다. 4주차 원칙 그대로입니다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SSH를 끊었다 붙으니 UI가 안 열림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mlflow server를 그냥 실행해 SSH 종료와 함께 죽음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tmux 안에서 재기동. tmux ls 로 확인, tmux attach -t mlflow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인스턴스 중지·시작 후 서버가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tmux와 nohup은 재부팅을 못 넘긴다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systemd에 mlflow.service 등록하면 시작 시 자동 기동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저장 순간 AccessDenied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아티팩트 경로에 쓰기 권한이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버킷명 오타 확인 후 aws s3 cp 로 직접 써지는지 시험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브라우저가 계속 로딩만 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 미개방 또는 소스 IP 불일치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checkip.amazonaws.com 으로 현재 IP 확인 후 규칙 갱신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ERR_SSL_PROTOCOL_ERROR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브라우저가 https 로 자동 변경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주소창에 http:// 와 :5000 까지 직접 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서버는 뜨는데 실험이 비어 있음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스크립트가 다른 곳에 기록 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echo $MLFLOW_TRACKING_URI 확인 후 export 다시 설정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실험과 모델 등록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팀별로 직접 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B는 세 덩어리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85분을 이렇게 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20분 — 팀 코드에 MLflow 이식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이름은 team-T팀번호-주제 하나로 통일합니다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09981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306324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40분 — 실험 8건 이상 기록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447288"/>
            <a:ext cx="5956347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A는 max_depth, B는 n_estimators, C는 피처 조합 담당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66344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462686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25분 — 기준 쓰고 모델 등록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5010912"/>
            <a:ext cx="5956347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먼저 쓰고, 그다음에 UI를 봅니다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서버는 팀에 한 대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명만 서버를 띄운다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그 주소를 지정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IP도 /32로 추가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실패한 실험도 지우지 않는다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기준 세 항목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보고 기준을 만들면 그건 기준이 아니라 변명입니다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지표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판단할 것인가. 예: 검증 F1. M1 문제정의서에서 확정한 지표를 씁니다.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동점 판정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차이가 0.005 이내면 학습 시간이 짧은 쪽. 미리 정해두지 않으면 그때 가서 흔들립니다.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 조건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학습-검증 격차 0.15 초과, pkl 100MB 초과, 학습 10분 초과는 성능과 무관하게 탈락.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모델 등록하고 이름으로 불러오기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주소가 7주차 API가 쓸 주소입니다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기록은 팀 서버 한 곳으로 모읍니다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MLFLOW_TRACKING_URI=http://&lt;팀서버IP&gt;:5000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AWS_DEFAULT_REGION=ap-northeast-2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최고 run을 찾아 등록하고 champion 별칭을 붙인다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register_best.py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--experiment team-T01-churn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--metric rmse_valid --mode min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--model-name team-T01-model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--note "검증 RMSE 최저 398.2, 과적합 징후 없음, pkl 18MB"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이름만으로 다시 불러와지는지 확인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 &lt;&lt; 'EOF'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mlflow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mlflow.sklearn.load_model("models:/team-T01-model@champion")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print("불러오기 성공:", type(pipe))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UI에서 Register Model 버튼으로 등록해도 결과는 같습니다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LMS 5주차 과제방에 제출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662940"/>
          </a:xfrm>
          <a:prstGeom prst="roundRect">
            <a:avLst>
              <a:gd name="adj" fmla="val 8276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5735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58191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5건이 rmse_valid로 정렬된 UI 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1938528"/>
            <a:ext cx="1005199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주소창에 IP:5000이 보이게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263140"/>
            <a:ext cx="11057839" cy="662940"/>
          </a:xfrm>
          <a:prstGeom prst="roundRect">
            <a:avLst>
              <a:gd name="adj" fmla="val 8276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43916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363724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성능과 검증 성능 Compare 차트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720340"/>
            <a:ext cx="1005199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+ 과적합이 시작되는 지점 한 문장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044952"/>
            <a:ext cx="11057839" cy="662940"/>
          </a:xfrm>
          <a:prstGeom prst="roundRect">
            <a:avLst>
              <a:gd name="adj" fmla="val 8276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22097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14553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실험 8건 이상이 보이는 실험 목록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502152"/>
            <a:ext cx="1005199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26764"/>
            <a:ext cx="11057839" cy="662940"/>
          </a:xfrm>
          <a:prstGeom prst="roundRect">
            <a:avLst>
              <a:gd name="adj" fmla="val 8276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00278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92734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기준 3항목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283964"/>
            <a:ext cx="1005199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· 주 지표 / 동점 판정 / 탈락 조건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608576"/>
            <a:ext cx="11057839" cy="662940"/>
          </a:xfrm>
          <a:prstGeom prst="roundRect">
            <a:avLst>
              <a:gd name="adj" fmla="val 8276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78459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70916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모델 + champion 별칭 + 선정 근거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5065776"/>
            <a:ext cx="1005199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description이 보이게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390388"/>
            <a:ext cx="11057839" cy="662940"/>
          </a:xfrm>
          <a:prstGeom prst="roundRect">
            <a:avLst>
              <a:gd name="adj" fmla="val 8276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56641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549097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후 보안그룹 인바운드 규칙 화면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280160" y="5847588"/>
            <a:ext cx="1005199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5000 규칙이 삭제되었거나 /32로 제한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· 조교가 1:1로 확인합니다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끄는 것보다 닫는 것이 더 중요합니다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서버 종료 — tmux kill-session -t mlflow 또는 kill $(cat ~/mlflow/server.pid)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 5000 인바운드 규칙 삭제. 남겨둘 학생은 소스가 내 IP /32인지 확인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 파일 ~/mlflow/mlflow.db 는 지우지 마세요. 지우면 실험 기록이 전부 사라집니다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mlflow-artifacts 용량 확인. 1GB를 넘으면 실패한 대형 모델을 정리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 중지(Stop). 종료(Terminate)가 아닙니다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재현성은 기록 구조의 문제 · 미리 정하면 파라미터, 돌려봐야 알면 메트릭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남긴 것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models:/team-T01-model@champion · 모델 선정 기준 문서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환경을 통째로 상자에 담는 기술, Docker를 배웁니다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준비물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 · EC2 디스크 여유 10GB 이상 · df -h / 결과 확인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519172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738628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3214116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피처를 바꾼 실험 3건 추가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 두 문장 제출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README 실험 관리 절 갱신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5주차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5주차 — 실험 관리 (MLflow)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