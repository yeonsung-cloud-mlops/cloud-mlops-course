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문제를 먼저 보여주고 해결책을 보여줍니다. 제 서버에는 파이썬 3.8이 깔려 있는데 지난주 코드가 여기서 죽는 걸 먼저 보시겠습니다. 그다음에 상자 하나로 그게 해결되는 걸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설치와 빌드에서 시간이 많이 샙니다. 실습 A는 50분에 강제로 끊고 완성본을 나눠준 뒤 실습 B로 넘어갑니다. push까지 못 가면 다음 주가 막힙니다.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조원이 짠 코드를 받아서 돌렸는데 안 되는 경험, 다들 있죠. 방금 보신 에러도 scikit-learn 버전이 달라서 난 겁니다. 코드는 똑같은데 밑에 깔린 게 다르면 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requirements.txt는 라이브러리 층만 고정합니다. 파이썬 버전 차이도, 리눅스 배포판 차이도 못 막아요. 그래서 발상을 바꿉니다. 탑을 통째로 옮기면 되잖아.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이름이 컨테이너인 이유는 항만의 컨테이너에서 왔기 때문입니다. 배든 트럭이든 규격이 같으니 그냥 얹으면 되죠. 우리한테 제일 중요한 이득은 어디서 돌려도 같은 환경, 이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hello-world를 돌린 다음 docker images에는 있는데 docker ps에는 없는 걸 같이 보게 하세요. 틀은 남아 있고 붕어빵은 먹은 겁니다. 컨테이너 안에서 파일을 바꿔도 이미지는 안 바뀐다는 것도 여기서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투명 필름을 여러 장 겹쳐 그림을 완성한다고 생각하세요. 왜 순서가 중요한지는 말로 하면 안 와닿습니다. 실습 여섯 번째 단계에서 직접 시간을 재게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요리로 비유하면 RUN은 요리하는 과정이고 CMD는 손님에게 내는 겁니다. 이 구분이 오늘의 핵심 이해예요. COPY의 방향을 헷갈리는 학생이 매년 나오니 왼쪽이 내 서버라고 한 번 더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push가 갑자기 안 되면 90퍼센트는 토큰 만료입니다. 제일 먼저 다시 로그인해 보라고 하세요. 그리고 docker tag는 복사가 아니라 이름표를 하나 더 붙이는 것뿐이라고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단계는 일부러 에러를 보게 하는 겁니다. 오늘 제일 많이 볼 에러니까 미리 한 번 만나두는 게 낫습니다. 그룹에 넣어도 재접속 전에는 반영이 안 된다는 게 함정이에요.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정보는 로그인할 때 읽어옵니다. 그래서 명령을 쳐도 지금 창에서는 안 됩니다. 여기서 절반이 손을 드니 칠판에 exit 후 재접속이라고 크게 써두세요.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실행의 파이썬 버전이 다르게 찍히는 순간이 오늘의 핵심 체험입니다. 파이썬을 새로 설치한 게 아니라 파이썬이 들어 있는 상자를 가져와 그 안에서 돌린 겁니다. 여기서 한 번 정리하고 넘어가세요.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세 개를 채우는 동안 순회하면서 FROM 뒤에 slim을 빠뜨린 학생을 잡아주세요. 채우는 것 자체는 쉽습니다. 왜 이 순서인가를 옆 사람에게 설명해 보라고 시키면 이해가 굳습니다.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CMD를 대괄호 없이 써도 동작은 하지만 컨테이너를 멈출 때 신호가 제대로 전달되지 않습니다. 대괄호 형식 습관을 들이게 하세요. .dockerignore를 빼먹으면 빌드 컨텍스트 전송에서 몇 분씩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환경마다 다르니 각자 잰 값을 쓰라고 하세요. 중요한 건 두 값의 차이입니다. 이 차이를 몸으로 느끼면 Dockerfile 순서를 평생 안 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디스크 부족은 오늘 반드시 몇 명 나옵니다. 지난주 과제로 여유를 확인해 오라고 한 게 이것 때문입니다. prune으로도 안 되면 CSV와 pkl을 지우고 최후에 조교가 볼륨을 늘립니다.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태그 3종은 비용 운영 정책상 필수입니다. Cost Explorer에서 태그별로 확인하니 빠뜨리면 감점이라고 미리 말해두세요. 네 번째 단계에서 학생들이 망설이는데, 지우라고 하세요. 그래야 감각이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images로 같은 IMAGE ID에 이름이 두 개 붙은 걸 보여주세요. tag는 복사가 아니라 별명이라는 게 눈으로 보입니다. 첫 push는 수백 MB 전송이라 몇 분 걸리니 기다리라고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두 줄이 배포의 전부라고 말해주세요. 8주차에는 완전히 다른 서버에서 이 pull을 합니다. 안 지워지는 학생은 그 이미지를 쓴 컨테이너가 남아 있는 거니 docker rm으로 먼저 치우게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순회하면서 grep으로 Dockerfile에 키가 들어갔는지 한 번씩 확인하세요. 이미 push했다면 그 태그를 ECR에서 지우게 해야 합니다. 8주차에 비밀 관리로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오늘 가장 중요한 제출물입니다. 이걸 해낸 학생은 이제 이미지가 서버에 묶여 있지 않다는 감각이 생긴 겁니다. 못 낸 학생은 정리 시간에 개별로 봐주세요.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주에 브라우저에서 predict를 치면 예측값이 JSON으로 돌아옵니다. 그때 5주차에 등록한 champion 모델이 한 줄로 불려 나옵니다. 드디어 여러분 모델에 주소가 생기는 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기초 (Docker · ECR)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Dockerfile로 이미지를 만들어 ECR에 올리고 다시 받아 똑같이 실행할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2001070104_18v1.2   2001070308_19v1.1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복습 퀴즈 + 안 되는 상황 재현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컨테이너 / 이미지와 레이어 / Dockerfile / ECR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Docker 설치 + Dockerfile 완성 + 빌드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ECR push · 삭제 후 pull 복구 · 팀 이미지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— 이미지·디스크 정리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상자에 담는다는 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볼 개념은 네 개뿐입니다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어? 제 컴퓨터에선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되는데요?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이 문장을 없애러 왔습니다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하나를 돌리려면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이 탑의 꼭대기 한 층일 뿐입니다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 — 내 코드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 올리는 건 사실 이 한 층뿐입니다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아래 — 파이썬 런타임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3.8이냐 3.11이냐에 따라 문법과 동작이 달라집니다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아래 — 라이브러리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requirements.txt가 고정해 주는 건 여기까지입니다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아래 — OS 라이브러리와 환경변수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우분투냐 아마존리눅스냐, libgomp가 있느냐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나온 발상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탑을 통째로 옮기자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코드만 옮기니 깨진다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컨테이너의 출발점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가상머신과 컨테이너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쓰지만 용도가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가상머신 — 집을 통째로 이사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운영체제까지 통째로 담는다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수 GB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켜는 데 분 단위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 수준은 더 강하다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EC2가 바로 이것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— 짐만 상자에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커널은 호스트 것을 빌려 쓴다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수십~수백 MB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시작이 1초 이내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서버에서 여러 개 격리 실행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컨테이너는 리눅스에서만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이미지와 컨테이너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제일 많이 헷갈릴 두 단어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92150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1592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314096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— 붕어빵 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365302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디스크에 저장된 읽기 전용 파일 묶음. 변하지 않습니다. docker images 로 봅니다. 클래스라고 생각해도 좋습니다.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292150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31592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314096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— 붕어빵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365302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이미지로 실제로 돌고 있는 프로세스. docker ps -a 로 봅니다. 틀 하나로 열 개를 찍을 수 있습니다.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— Docker의 진짜 영리한 부분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이미지는 통짜가 아니라 여러 겹입니다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한 줄이 한 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우분투 층 · 파이썬 층 · 라이브러리 층 · 내 코드 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바뀐 층은 다시 만들지 않는다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레이어 캐시. 두 번째 빌드는 몇 초면 끝납니다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안 바뀌는 것을 먼저 쓴다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requirements.txt 복사 → pip install → 그다음 코드 복사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반대로 쓰면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한 글자만 고쳐도 라이브러리를 전부 다시 깝니다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 확인할 것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Dockerfile 재빌드 시간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Dockerfile 재빌드 시간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값을 캡처해 제출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명령 여섯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문법은 이것이 전부입니다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75157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실행되나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시작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밑바탕 이미지 지정. 항상 첫 줄입니다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WORKDIR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상자 안 작업 폴더 지정. cd 라고 생각하세요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COPY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파일을 상자 안으로. 왼쪽이 내 서버, 오른쪽이 상자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중 1회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상자를 만드는 도중 실행. 결과가 이미지에 굳습니다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ENV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환경변수 심기. 우리는 리전을 여기 넣습니다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컨테이너 시작 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실행 명령. 마지막 하나만 유효합니다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레지스트리와 ECR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상자를 어디에 보관하는가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레지스트리는 이미지 보관소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GitHub이 코드 창고라면 레지스트리는 이미지 창고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명령어까지 똑같다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push / pull 처럼 docker push / pull 을 씁니다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Hub는 공개, ECR은 비공개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 python:3.11-slim 은 이미 Docker Hub에서 받아온 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ECR을 쓰는 이유 세 가지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· 같은 리전이라 빠르고 전송비 없음 · IAM으로 권한 관리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토큰은 12시간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로그인했다고 오늘 push가 되지 않습니다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외울 순서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— 리포지토리 생성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login — 토큰 받기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— 긴 주소 별명 붙이기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— 올린다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내 손으로 이미지 만들기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여유 10GB부터 확인하고 시작합니다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확인 후 Docker 설치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 -h / 로 Avail 10G 이상 확인 → get-docker.sh 실행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오류를 일부러 만나기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sudo 없이 docker ps → 그룹 추가 → SSH 재접속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hello-world 로 첫 컨테이너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images 와 docker ps 의 차이를 눈으로 확인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이미지로 내 스크립트 실행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파이썬과 컨테이너 파이썬 버전이 다른 것을 확인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빈칸 채우고 빌드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시간을 메모 → 코드 한 줄 고쳐 재빌드 시간 비교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설치와 권한 문제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가장 많이 보게 될 에러를 먼저 만납니다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공식 설치 스크립트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https://get.docker.com -o get-docker.sh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sh get-docker.sh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--version          # Docker version 27.x.x 가 나오면 성공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일부러 sudo 없이 쳐 봅니다 → permission denied 가 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내 계정을 docker 그룹에 넣는다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$USER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여기가 함정 — 재접속해야 그룹이 반영됩니다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&lt;키파일경로&gt; ubuntu@&lt;퍼블릭IP&gt;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   # 빈 표가 나오면 성공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        # 목록에 docker 가 보이면 성공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급하면 sudo docker 로 진행해도 됩니다. 다만 재접속이 정답입니다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run 한 줄 읽는 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Dockerfile 없이 공식 이미지를 빌려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--rm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컨테이너를 자동으로 지웁니다. 찌꺼기 방지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"$PWD":/app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폴더를 상자 안 /app 에 연결. 왼쪽이 내 서버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-w /app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안 작업 폴더를 /app 으로. cd 와 같습니다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python:3.11-slim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이미지. slim은 필요 없는 걸 뺀 가벼운 버전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hello_env.py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안에서 실행할 명령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볼 것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파이썬 3.12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파이썬 3.11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os-release 는 데비안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호스트는 우분투인데도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빈칸 템플릿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백지에서 쓰지 않습니다. 여섯 곳만 채웁니다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1] 밑바탕 이미지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파이썬 3.11의 가벼운(slim) 공식 이미지. 형식은 이름:태그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____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 줄은 완성되어 있습니다. 상자 안 작업 폴더를 정합니다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AWS_DEFAULT_REGION=ap-northeast-2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PYTHONUNBUFFERED=1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2] 라이브러리 목록 파일만 먼저 복사합니다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왼쪽은 내 서버의 파일명, 오른쪽 점은 현재 WORKDIR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____ 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3] 복사한 목록대로 라이브러리를 설치합니다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빌드 도중에 실행하는 명령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 pip install --no-cache-dir -r requirements.txt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코드보다 목록 파일을 먼저 복사할까요. 레이어 캐시를 살리기 위해서입니다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빈칸 템플릿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세 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4] 이제 내 코드를 전부 상자 안으로 복사합니다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현재 폴더 전체를 상자의 현재 폴더로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.dockerignore 가 제외 목록을 걸러 줍니다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____ 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5] 컨테이너를 시작할 때 실행할 기본 명령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대괄호 형식 ["실행파일", "인자1"]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hello_env.py 를 파이썬으로 실행하게 하세요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____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[빈칸 6] 만든 사람 기록 — 오늘 필수 제출 항목입니다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힌트: LABEL 키="값" 형식. owner 키에 본인 학번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____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빌드: time docker build -t mlops-train:0.1 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마지막 점은 빌드 컨텍스트입니다. 빼먹으면 안 됩니다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.dockerignore 에 .venv/ *.csv *.pkl mlruns/ .git/ 을 반드시 넣습니다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캐시 효과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3분→5초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코드 수정, 다른 Dockerfile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순서 — requirements.txt 먼저 복사하고 설치, 코드는 나중에 복사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순서 — COPY . . 을 먼저 쓰면 코드 한 글자에 pip install 전체가 다시 돕니다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 docker build 로 두 값을 재서 캡처합니다. 체크포인트 제출물입니다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history 로 어느 층이 큰지도 같이 봅니다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명령이 permission 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계정이 docker 그룹에 없거나 재접속을 안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usermod -aG docker $USER 후 exit → 재접속 → groups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중 no space left on device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부족. 이미지와 빌드 캐시가 쌓임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system df 확인 후 docker system prune -a -f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COPY failed: file not found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파일이 빌드 컨텍스트에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로 requirements.txt 확인. Dockerfile 있는 폴더에서 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context 전송에서 몇 분씩 멈춤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.dockerignore 없이 대용량 파일까지 전송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Ctrl+C 후 .dockerignore 작성. .venv, *.csv, mlruns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python:3.11-slim 이 toomanyrequests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Hub 익명 pull 횟수 제한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 을 public.ecr.aws/docker/library/python:3.11-slim 로 교체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Cannot connect to the Docker daemon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데몬이 안 떠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sudo systemctl start docker &amp;&amp; sudo systemctl enable docker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ECR에 올리고 복구하기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각자 직접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→ login → tag → push, 이 네 단어를 외우세요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계정 ID 확인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sts get-caller-identity --query Account --output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리포지토리 생성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 mlops-2026-학번 · 태그 3종(Course/Team/Owner) 필수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로그인하고 tag 붙여 push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토큰은 12시간 유효. 실패하면 재로그인부터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이미지를 완전히 삭제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무섭지만 지웁니다. 오늘의 하이라이트입니다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 해서 똑같이 실행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복구되는 것을 확인하고 한 화면으로 캡처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— 만들고, 로그인하고, 올리기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&lt;학번&gt;과 &lt;계정ID&gt;는 본인 값으로 바꿉니다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create-repository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--repository-name mlops-2026-&lt;학번&gt;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--image-scanning-configuration scanOnPush=true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--tags Key=Course,Value=MLOps Key=Team,Value=T01 Key=Owner,Value=&lt;학번&gt;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ACCOUNT_ID=&lt;계정ID&gt;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REGION=ap-northeast-2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REPO=mlops-2026-&lt;학번&gt;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ECR_URI=${ACCOUNT_ID}.dkr.ecr.${REGION}.amazonaws.com/${REPO}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--region ${REGION}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docker login --username AWS --password-stdin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${ACCOUNT_ID}.dkr.ecr.${REGION}.amazonaws.com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mlops-train:0.1 ${ECR_URI}:0.1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${ECR_URI}:0.1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Login Succeeded 가 나오고, 마지막에 digest: sha256:... 이 찍히면 성공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지웠다가 다시 받아 실행하기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하이라이트입니다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(a) 지우기 전 상태를 캡처합니다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| grep mlops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${ECR_URI}:0.1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(b) 로컬에서 완전히 지웁니다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mlops-train:0.1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${ECR_URI}:0.1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| grep mlops        # 아무것도 안 나와야 정상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(c) ECR에서 다시 받아 실행합니다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${ECR_URI}:0.1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${ECR_URI}:0.1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실습 A와 똑같은 출력(scikit-learn: 1.5.2)이 나오면 성공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list-images --repository-name ${REPO} --region ${REGION}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(b)에서 (c)까지를 한 화면에 담아 캡처합니다. 체크포인트 제출물입니다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이미지를 만들 때 지킬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마지막 30분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증명은 절대 이미지에 넣지 않습니다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Dockerfile에 ENV AWS_ACCESS_KEY_ID=... 를 적지 마세요. 이미지에 굳어서 ECR에 그대로 올라갑니다.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접근은 EC2에 붙은 IAM 역할을 쓰거나, -v ~/.aws:/root/.aws:ro 로 읽기 전용 마운트합니다.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latest 태그만 쓰지 마세요. 0.1, 0.2, team-0.1 처럼 버전을 붙입니다. 되돌릴 방법이 그것뿐입니다.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이미지가 1GB를 넘으면 .dockerignore 누락입니다. docker history 로 큰 층을 찾으세요.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이미지는 실습 A Dockerfile에서 CMD 한 줄만 바꾸면 됩니다.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6주차 과제방에 제출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2364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422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본인이 완성한 Dockerfile 전문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8084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6개를 채운 것 · LABEL owner 포함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489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6547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리포지토리 이미지 목록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02209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리포지토리명과 태그, 크기가 보이게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06140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06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→ pull → 실행 성공 화면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863340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한 화면에 담기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4738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347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캐시 비교 두 값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70458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 출력 스크린샷 · 좋은 순서 vs 나쁜 순서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863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892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학습 이미지 실행 로그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54583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컨테이너 안에서 S3를 읽는 부분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컨테이너는 코드가 아니라 실행 환경 전체를 담는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순서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안 바뀌는 것 먼저 · create → login → tag → push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상자를 꺼지지 않고 요청을 기다리는 상자로 바꿉니다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API 입력·응답 JSON 형식을 정해 README에 적어 오기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098548"/>
            <a:ext cx="4324252" cy="3154680"/>
          </a:xfrm>
          <a:prstGeom prst="roundRect">
            <a:avLst>
              <a:gd name="adj" fmla="val 2319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31800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타임 체크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2793492"/>
            <a:ext cx="37756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container prune -f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image prune -f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 -h / 로 10GB 이상 확인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이미지는 지우지 않기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중지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6주차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6주차 — 컨테이너 기초 (Docker · ECR)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