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지난주까지 여러분은 모델을 만들었고 그걸 담을 상자도 만들었습니다. 그런데 아직 이 모델은 아무도 부를 수 없습니다. 오늘은 여기에 주소를 붙입니다. 오늘이 끝나면 여러분 모델은 predict 라는 문을 갖게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안에 반드시 200 응답을 보고 가야 합니다. 오늘 API가 안 돌면 다음 주 M2 중간 시연에서 보여줄 게 없습니다. 실습 A는 50분에 끊고 완성본을 받아 실습 B로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밥솥에 쌀을 한꺼번에 안치는 게 배치, 주문 즉시 굽는 토스트가 실시간입니다. 우리가 실시간을 고르는 이유는 두 가지예요. 발표 때 심사자가 값을 바꿔가며 눌러봐야 하고, 실시간을 할 줄 알면 배치는 for 문 하나면 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health가 왜 필요하냐고 묻는 학생이 꼭 있습니다. 서버를 자동으로 관리하는 도구가 1분마다 살아있냐고 물어보는데 그때마다 예측을 시키면 낭비죠. 12주차 모니터링에서 이 문을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구분만 해도 디버깅 시간이 절반으로 줍니다. 422가 뜨면 서버 코드를 뒤지지 말고 내가 보낸 요청부터 보라고 말해주세요. 오늘 실습에서 일부러 422를 내볼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문서를 따로 쓸 필요가 없다는 게 FastAPI의 감동 포인트입니다. 이 부분은 실습에서 /docs를 열어봤을 때 반응이 제일 좋으니 여기서는 짧게 예고만 하고 넘어가세요.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무서운 점입니다. 코드는 멀쩡히 돌고 숫자도 나옵니다. 다만 그 숫자가 틀립니다. 학습에서 R제곱이 0.85였는데 실제 서비스는 엉뚱한 값을 내고, 여러분은 모델이 과적합됐나 하면서 엉뚱한 곳을 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4주차에 왜 모델만 저장하지 말고 Pipeline을 통째로 저장하라고 했는지, 그 답이 바로 이겁니다. 사람은 어긋납니다. 파일은 안 어긋납니다. 실무에서 가장 잡기 어려운 버그가 이 종류라고 꼭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두 번째 단계에서 모델 안에 전처리가 들어 있는지 눈으로 확인시킵니다. RandomForestRegressor만 찍히면 전처리가 빠진 겁니다. 그건 스큐 폭탄이니 그 자리에서 4주차 저장 코드를 고치게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단계의 버전 고정을 가볍게 넘기지 마세요. 학습 때 버전과 다르면 pkl 로드부터 실패하거나 경고만 뜨고 값이 이상해집니다. 오늘 사고 1순위입니다.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줄이 곧 문 앞의 가드입니다. 필드 이름은 학습 데이터 컬럼명과 글자 단위로 같아야 한다고 다시 강조하세요. 팀 데이터로 바꿀 때 여기가 첫 번째 수정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중 하나만 빠져도 밖에서 안 붙습니다. 순회할 때 이 두 개를 한 세트로 확인하세요. 서버는 도는데 브라우저가 안 열린다는 질문이 오면 십중팔구 이 둘 중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기동 시 1회 로드는 NCS 평가 항목이기도 합니다. 그리고 폴더가 패키지로 인식되게 touch app/__init__.py 를 꼭 시키세요. 이걸 빼먹으면 ModuleNotFoundError 가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함수가 세 줄뿐인 걸 보여주면서 이론에서 말한 3줄 원칙을 다시 짚으세요. Swagger에서 season을 대문자 Summer로 바꿔 422를 일부러 내보게 하는 것도 잊지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오늘 사고 1순위입니다. 학습 버전을 모르는 학생은 4주차 노트북에서 sklearn 버전을 확인하게 하고, 그래도 안 되면 공통 예제 모델로 갈아타게 하세요. 5분이면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단계에서 -p 8000:8000 을 빼먹는 학생이 반드시 나옵니다. 왼쪽이 EC2 포트, 오른쪽이 컨테이너 안 포트라고 짚어주세요. 이걸 빼면 밖에서 절대 못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6주차 Dockerfile과 나란히 놓고 비교해 보여주세요. 순서 원칙은 그대로고 EXPOSE와 CMD만 바뀝니다. docker logs에 모델 로드 완료 Pipeline 이 찍히는지 반드시 확인시키세요.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오늘 순회의 1순위입니다. Pipeline이 아니라 모델만 찍히는 학생은 그 자리에서 4주차 저장 코드를 고쳐 pkl을 다시 만들게 하세요. 지금 안 잡으면 다음 주에 터집니다.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틀린 요청을 일부러 보내는 게 오늘의 단위 테스트입니다. 정상만 되는 API는 절반만 만든 겁니다. 422 응답 본문에 어느 필드가 문제인지 그대로 나오는 걸 같이 읽어보세요.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push를 못 하면 다음 주 실습 A가 막힙니다. 남은 시간에는 팀 데이터로 갈아 끼우게 하세요. 바꿀 곳은 schemas.py 필드, main.py 의 FEATURE_ORDER, model.pkl 세 군데뿐입니다.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스크린샷에 본인 학번이 보이는 프롬프트나 리포지토리명이 나오게 찍으라고 안내하세요. 두 번째 항목이 단위 테스트 평가 항목입니다. 200만 있고 422가 없으면 감점입니다.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주에는 오늘 만든 상자 앞에 Streamlit 화면을 붙이고 마지막 40분에 팀별 M2 중간 시연을 합니다. 오늘 API가 안 돌면 다음 주에 보여줄 게 없습니다. 오늘 안에 반드시 200을 보고 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서빙 API (FastAPI)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FastAPI로 감싸 /predict 주소로 노출하고 컨테이너로 만들어 올릴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2001070105_18v1.2   2001070106_18v1.3   2001070108_18v1.1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복습 퀴즈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추론 방식 / REST API / 스키마 / 학습-서빙 스큐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FastAPI로 health·predict 만들기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모델+API를 한 상자로 묶어 ECR push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— 컨테이너 정리·인스턴스 중지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모델에 주소를 붙인다는 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하나만 기억한다면 학습-서빙 스큐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계산할 것인가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은행이 대출 부실 확률을 계산한다면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추론 — 몰아서 미리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새벽에 100만 명을 한 번에 계산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표로 저장해 두고 조회만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한가할 때 도니 싸다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다시 돌리면 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오후에 가입한 고객은 내일까지 결과 없음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추론 — 요청이 올 때 그 자리에서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누른 순간 0.2초 안에 응답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입력값으로 즉시 계산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24시간 깨어 있어야 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느리면 사용자가 그냥 나간다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과목은 이쪽을 선택합니다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네트워크 너머의 함수 호출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어렵게 생각할 것 없습니다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· 메서드 · 본문 세 가지만 정하면 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 = model.predict(X) 를 인터넷 너머에서 하는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IP는 아파트 동, 포트는 호수, 경로는 방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http://13.125.10.20:8000/predict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GET은 주세요, POST는 이거 받고 처리해 주세요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/health 는 GET, /predict 는 데이터를 보내니 POST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문은 두 개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/health 생존 확인 · POST /predict 예측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약속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8000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화면은 8501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80번은 권한이 필요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코드 네 개만 외웁시다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글씨가 뜨면 제일 먼저 이 숫자를 봅니다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575157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그럼 어디를 고치나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고칠 것 없습니다. 응답 본문을 확인하세요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네가 보낸 값이 이상하다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내가 보낸 JSON을 고칩니다. 응답의 loc 가 필드를 알려줍니다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그런 주소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오타 확인. /predict 인지 /predicts 인지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내(서버) 잘못이다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코드를 고칩니다. docker logs 로 예외를 읽습니다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— 약속을 문서로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검증은 나중의 나를 위한 선물입니다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API를 만든다는 건 약속을 만드는 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모양으로 주면 이런 모양으로 답해줄게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검증이 없으면 조용히 500이 난다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기온에 따뜻함이라는 글자가 들어오면 모델이 터집니다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Pydantic은 문 앞의 가드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실수, 시간은 0~23 정수라고 선언만 해둡니다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위반은 모델에 닿기 전에 422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신분증 확인은 문 앞에서 하지 춤추는 중간에 하지 않습니다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FastAPI가 설명서를 자동으로 만든다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/docs 로 들어가면 문서가 있고 거기서 바로 눌러 테스트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키 이름 규칙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 컬럼명과 동일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매번 바꾸는 코드가 붙는다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거기서 오타가 난다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에러는 안 납니다.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답만 조용히 틀립니다.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학습-서빙 스큐 · 오늘 하나만 기억한다면 이것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학습할 때와 서빙할 때가 어긋나는 지점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전처리를 사람이 두 번 쓰면 언젠가 반드시 어긋납니다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25396"/>
            <a:ext cx="5364328" cy="3602736"/>
          </a:xfrm>
          <a:prstGeom prst="roundRect">
            <a:avLst>
              <a:gd name="adj" fmla="val 203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025396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025396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학습할 때 (4주차)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56916"/>
            <a:ext cx="485226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기온에서 평균 14.2를 빼고 표준편차로 나눔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원-핫으로 펼침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순서는 spring, summer, fall, winter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결측은 중앙값으로 채움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규칙이 전부 Pipeline 안에 들어 있음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025396"/>
            <a:ext cx="5364328" cy="3602736"/>
          </a:xfrm>
          <a:prstGeom prst="roundRect">
            <a:avLst>
              <a:gd name="adj" fmla="val 203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025396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025396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서빙에서 손으로 다시 쓰면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2756916"/>
            <a:ext cx="485226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평균이 14.2였는지 기억하나요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표준편차는요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원-핫 열 순서가 알파벳순이었나요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 와 Summer 는 다른 글자입니다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어긋나도 답이 조용히 틀립니다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서빙 코드는 세 줄이면 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짧다고 당황하지 마세요. 짧은 게 맞습니다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1655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16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한 건을 받는다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Pydantic이 이미 타입과 범위를 검사한 뒤입니다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54046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98437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843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8206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때와 같은 컬럼명·순서의 DataFrame 한 줄로 만든다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147822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pd.DataFrame([req.model_dump()])[FEATURE_ORDER]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826764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15709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1570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95478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Pipeline에 그대로 넣는다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320540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model.predict(row) — 전처리 코드를 한 줄도 다시 쓰지 않습니다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999482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5329809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53298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12749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확인하는 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5493258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joblib.load 후 print 했을 때 Pipeline 이라고 나와야 합니다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health와 predict 만들기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Swagger 화면에서 200을 보는 것이 목표입니다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폴더 만들고 모델 내려받기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s3://mlops-2026-&lt;학번&gt;/models/model.pkl ./model/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안에 전처리가 있는지 확인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첫 줄이 sklearn.pipeline.Pipeline 이어야 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가상환경 만들고 라이브러리 설치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scikit-learn 은 4주차 학습 때와 같은 1.5.2 로 고정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schemas.py 읽고 main.py 작성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schemas.py 는 배포본, main.py 는 직접 입력합니다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띄우고 Swagger에서 테스트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8000 포트를 내 IP로 열고 /docs 접속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스키마 — 문 앞의 가드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app/schemas.py · 배포본입니다. 읽고 이해만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PredictRequest(BaseModel):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hour: int = Field(..., ge=0, le=23)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temperature: float = Field(..., ge=-30.0, le=50.0)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humidity: float = Field(..., ge=0.0, le=100.0)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windspeed: float = Field(..., ge=0.0, le=50.0)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weekday: int = Field(..., ge=0, le=6)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is_holiday: int = Field(..., ge=0, le=1)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season: Literal["spring", "summer", "fall", "winter"]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PredictResponse(BaseModel):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predicted_count: float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unit: str = "건/시간"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model_version: str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ge는 이 값 이상, le는 이 값 이하, Literal은 이 네 글자 중 하나만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가장 많이 나는 실수 두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띄우기 전에 읽고 갑니다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바인딩 주소와 포트 개방은 한 세트입니다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uvicorn 은 반드시 --host 0.0.0.0 으로 띄웁니다. 기본값 127.0.0.1이면 서버 자기 자신에서만 붙습니다.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인바운드에 8000 포트를 추가합니다. 소스는 내 IP, 설명은 mlops-api-8000.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0.0.0.0/0 전체 개방은 하지 않습니다. 수업 중에는 내 IP로 충분합니다.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안 열리면 먼저 EC2 안에서 curl http://localhost:8000/health 로 서버부터 확인합니다.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Address already in use 가 뜨면 이전 uvicorn 이 살아 있는 겁니다. pkill -f uvicorn 후 재시도.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app/main.py (1/2) — 모델 로드와 health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서버가 뜰 때 딱 한 번만 읽습니다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joblib, pandas as pd, sklearn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app.schemas import HealthResponse, PredictRequest, PredictResponse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MODEL_PATH = os.getenv("MODEL_PATH", "model/model.pkl")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MODEL_VERSION = os.getenv("MODEL_VERSION", "v1")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때 쓴 컬럼명과 순서. 여기서 어긋나면 학습-서빙 스큐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FEATURE_ORDER = ["hour", "temperature", "humidity", "windspeed",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"weekday", "is_holiday", "season"]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FastAPI(title="따릉이 대여량 예측 API", version="1.0.0")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None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@app.on_event("startup")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load_model() -&gt; None: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model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joblib.load(MODEL_PATH)   # 기동 시 딱 한 번만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요청마다 모델을 읽으면 매우 느려집니다. 기동 시 1회가 원칙입니다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app/main.py (2/2) — health와 predict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함수가 오늘의 결과물입니다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@app.get("/health", response_model=HealthResponse)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health() -&gt; HealthResponse: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HealthResponse(status="ok",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model_loaded=model is not None,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sklearn_version=sklearn.__version__)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@app.post("/predict", response_model=PredictResponse)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predict(req: PredictRequest) -&gt; PredictResponse: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model is None: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HTTPException(status_code=503, detail="모델 미로드")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= pd.DataFrame([req.model_dump()])[FEATURE_ORDER]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float(model.predict(row)[0])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PredictResponse(predicted_count=round(pred, 2),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model_version=MODEL_VERSION)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실행: uvicorn app.main:app --host 0.0.0.0 --port 8000 --reload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joblib.load 가 실패하거나 값이 이상함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학습에 쓴 scikit-learn 버전과 다름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pip install scikit-learn==1.5.2 로 학습 때 버전에 맞춘다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FileNotFoundError: model/model.pkl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위치가 다르거나 S3 다운로드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 ~/bike-api 후 ls model/ 확인. 없으면 aws s3 cp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ModuleNotFoundError: No module named 'app'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 폴더 안에서 실행했거나 __init__.py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~/bike-api 에서 실행하고 touch app/__init__.py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브라우저에서 연결이 거부됨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uvicorn 이 127.0.0.1 에 묶임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--host 0.0.0.0 을 붙여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/docs 가 계속 로딩만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보안그룹 8000 인바운드 미개방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추가. 그전에 EC2 안에서 curl 로 서버부터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Swagger에서 422가 계속 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필드명 오타, season 대소문자, 숫자에 따옴표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응답의 loc 가 문제 필드를 알려줍니다. 그 필드만 고칩니다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상자 하나로 묶기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각자 직접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모델과 코드와 라이브러리를 전부 한 상자에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.dockerignore 작성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.venv/ 가 들어가면 이미지 용량이 폭발합니다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작성 후 빌드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bike-api:v1 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실행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bike-api -p 8000:8000 bike-api:v1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창에서 curl 로 호출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200과 잘못된 요청 422를 한 화면에 담습니다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ECR에 push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6주차와 같은 순서. 토큰은 12시간이라 다시 로그인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Dockerfile — 6주차 골격에 두 줄만 추가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바뀌는 건 EXPOSE와 CMD뿐입니다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PYTHONUNBUFFERED=1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PYTHONDONTWRITEBYTECODE=1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라이브러리를 먼저 설치해야 코드만 고쳤을 때 재빌드가 빠릅니다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/app/requirements.txt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/app/requirements.txt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코드와 모델을 이미지 안으로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app/ /app/app/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model/model.pkl /app/model/model.pkl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MODEL_PATH=/app/model/model.pkl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MODEL_VERSION=v1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"app.main:app", "--host", "0.0.0.0", "--port", "8000"]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CMD에서 --reload 는 뺍니다. 운영 컨테이너에서 모델을 두 번 로드합니다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컨테이너를 띄운 뒤 확인할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가지만 보면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ps 의 STATUS가 Up 인가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Exited 면 바로 docker logs 로 예외를 읽습니다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logs 에 Pipeline 이 찍히는가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RandomForestRegressor 만 찍히면 전처리가 빠진 모델입니다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-p 8000:8000 과 --host 0.0.0.0 이 둘 다 있는가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 하나만 빠져도 curl 이 실패합니다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크기가 2GB를 넘지 않는가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넘으면 .venv 가 딸려 들어간 것입니다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처치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logs --tail 50 bike-api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exec -it bike-api ls /app/model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pkill -f uvicorn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curl 로 호출하기 — 정상과 실패를 한 화면에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SSH 창을 하나 더 엽니다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http://localhost:8000/health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정상 요청 — 200 과 예측값이 돌아옵니다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-X POST http://localhost:8000/predict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'{"hour": 18, "temperature": 24.5, "humidity": 55.0,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"windspeed": 2.1, "weekday": 2, "is_holiday": 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"season": "summer"}'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 예시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{"predicted_count":187.43,"unit":"건/시간","model_version":"v1"}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일부러 틀린 요청 — hour 를 99 로. 422 가 나와야 정상입니다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-i -s -X POST http://localhost:8000/predict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'{"hour": 99, "temperature": 24.5, "humidity": 55.0,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"windspeed": 2.1, "weekday": 2, "is_holiday": 0,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"season": "summer"}'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200과 422가 한 화면에 보이게 캡처합니다. 체크포인트 제출물입니다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ECR에 올리기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6주차와 같은 순서입니다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ACCOUNT_ID=$(aws sts get-caller-identity --query Account --output text)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REGION=ap-northeast-2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REPO=mlops-2026-&lt;학번&gt;/bike-api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create-repository --repository-name $REPO --region $REGION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토큰은 12시간 유효. 지난주 로그인은 이미 만료되었습니다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--region $REGION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docker login --username AWS --password-stdin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$ACCOUNT_ID.dkr.ecr.$REGION.amazonaws.com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bike-api:v1 $ACCOUNT_ID.dkr.ecr.$REGION.amazonaws.com/$REPO:v1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$ACCOUNT_ID.dkr.ecr.$REGION.amazonaws.com/$REPO:v1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list-images --repository-name $REPO --region $REGION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imageTag: v1 이 보이면 성공. 이 태그가 다음 주 compose 파일에 그대로 들어갑니다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7주차 과제방 · 파일명 07_학번_1.png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2364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422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Swagger UI에서 POST /predict 가 200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8084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predicted_count 가 함께 보이게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489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6547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curl 정상 요청 200과 잘못된 요청 422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02209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두 개가 한 화면에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06140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06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ECR에 bike-api:v1 이 올라간 화면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863340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또는 aws ecr list-images 출력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4738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347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이미지 push (과제)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70458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데이터로 스키마를 바꿔 팀명:v1 태그로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863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892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sample_request.json 3건 (과제)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54583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2건 + 경계값 1건 · 팀 저장소 tests/ 폴더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서비스로 만든다는 건 predict 를 HTTP 주소 뒤에 놓는 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검증은 문 앞의 가드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값은 모델에 닿기 전에 422로 돌려보냅니다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상자를 EC2에 놓고 앞에 사람이 보는 화면을 붙입니다. M2 중간 시연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push한 이미지 태그 · 팀 API 명세 · 발표 3분 분량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098548"/>
            <a:ext cx="4324252" cy="3154680"/>
          </a:xfrm>
          <a:prstGeom prst="roundRect">
            <a:avLst>
              <a:gd name="adj" fmla="val 2319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31800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타임 체크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2793492"/>
            <a:ext cx="37756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stop bike-api 후 rm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image prune -f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8000 규칙이 내 IP인지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이미지는 지우지 않기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중지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7주차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7주차 — 모델 서빙 API (FastAPI)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