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여러분이 2주에 걸쳐 만든 것을 30분 만에 만들어 봅니다. 그런데 오늘은 만드는 것보다 지우는 것이 더 중요한 수업입니다. 삭제 점검을 통과하지 못하면 귀가할 수 없다고 시작하면서 못 박으세요.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B가 85분이지만 엔드포인트가 살아 있는 시간은 그중 20분뿐입니다. 나머지 60분은 엔드포인트가 없는 상태에서 비교표를 쓰는 시간이라고 미리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판서를 학생들이 소리 내어 따라 읽게 하세요. 오늘 배울 것은 어떻게 만드나와 어떻게 확실히 지우나 두 가지인데, 시험에 나온다면 두 번째라고 말해주면 집중도가 확 올라갑니다.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잡은 4분 학습했으면 4분치만 냅니다. 이건 정말 좋은 성질이라고 칭찬해 주세요. 반면 엔드포인트는 24시간 대기하는 게 존재 이유라 끝나는 시점이 없습니다. 오늘 위험은 전부 여기서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쉬운 길로 가려다 결국 어려운 길을 만난다는 이야기를 해주세요. 라이브러리 버전이 지원 목록에 없으면 결국 컨테이너를 직접 만들어야 하고, 그러면 도커를 배워야 합니다. 그래서 우리는 도커를 먼저 배운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승부는 2대 2입니다. 그래서 정답이 없다고 말하고, 대신 판단 기준 한 문장을 주세요. 사람이 부족하면 관리형, 돈이 부족하면 직접 구축. 그리고 모델 개수가 늘수록 관리형의 비용 격차가 커진다는 점도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나는 지웠는데 왜 돈이 나가지라는 상황이 여기서 생깁니다. 삭제 순서도 같이 알려주세요. 엔드포인트 다음 구성, 그다음 모델, 마지막이 스페이스입니다. 사용 중인 것을 먼저 지울 수 없기 때문에 순서를 지켜야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엔드포인트를 만든 사람은 30분 안에 지운다, 이 규칙 하나를 오늘 계속 반복하세요. 생성 시각과 삭제 목표 시각, 짝꿍 이름을 노트 맨 위에 손으로 적게 하는 것이 오늘 최우선 지도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 단계에서 목록에 더 큰 인스턴스가 보여도 절대 고르지 말라고 하세요. 그리고 스페이스가 Running이 되는 순간 시각을 노트에 적게 하세요. 이 순간부터 시간당 요금이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역할이 무엇인지 한 번 설명하고 넘어가세요. SageMaker가 우리 대신 S3에 접근할 때 쓰는 신분입니다. 지난주에 배운 IAM 역할이 여기서 그대로 쓰이고 있다는 걸 연결해 주면 이해가 빨라집니다.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스크립트가 모델을 정해진 폴더에 저장하기만 하면 압축과 업로드는 AWS가 합니다. 4주차에 손으로 하던 두 단계가 규약 하나로 대체된 것입니다. 이게 관리형이 대신 해주는 것의 실체라고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줄이 오늘 이론과 연결되는 지점입니다. 권한 문제는 학생이 고칠 수 없으니 바로 부르라고 하세요. 그리고 휴식 들어가기 전에 학습 잡은 자동으로 꺼지지만 스페이스는 켜져 있다는 걸 구두로 한 번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박자를 한 세트로 외우게 하세요. 지금 옆 사람과 약속을 시킵니다. 내가 엔드포인트를 지웠는지 서로 확인해준다. 두 명이 서로 확인하면 사고가 절반으로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5번이 오늘 진짜 과제입니다. 비용 행에 비쌈 쌈이라고만 쓴 학생에게는 계산을 시키세요. 0.14 곱하기 24를 직접 곱해 3.36달러를 손으로 써보게 하는 것이 오늘 비용 감각의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instance_type 목록에서 더 큰 것을 고른 학생이 반드시 나옵니다. 발견 즉시 중단시키고 재배포하게 하세요. 그리고 배포가 끝나는 순간 삭제 목표 시각을 칠판에도 크게 적어두면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비교표는 14주차 최종 발표의 기술 선택 근거 슬라이드가 됩니다. 왜 SageMaker를 안 썼나요라는 질문은 심사에서 반드시 나오고, 오늘의 표가 그 답이라고 말해주면 학생들이 진지해집니다.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콘솔에서도 눈으로 확인시키세요. Inference 메뉴의 Endpoints 목록에 본인 것이 없어야 합니다. 다른 학생 것이 섞여 보인다면 본인 학번이 목록에 없다는 게 보이도록 캡처하라고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남아 있으면 그 자리에서 삭제 명령을 실행시킨 뒤 다시 확인합니다. 전원 통과 전에는 수업을 끝내지 않습니다. 자동 종료 설정이 켜져 있어도 그걸 믿지 말고 눈으로 확인한 결과만 믿으라고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3번을 제출하지 않으면 이 회차 체크포인트 전체를 0점 처리하고, 잔여 리소스가 확인되면 2점을 추가로 감점합니다. 이건 겁주는 게 아니라 교육계획서에 적힌 규정이라고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현업에서 이 습관이 없는 사람은 언젠가 반드시 사고를 냅니다. 그리고 내일 아침에 한 번 더 확인하라고 하세요. 명령어는 치트시트 맨 아래에 있고, 내일 아침 9시 전 캡처가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 Bedrock은 시간당 과금이 아니라 쓴 만큼만 나가니 마음은 조금 편할 거라고 말해주세요. 다만 모델 액세스 승인이 안 되어 있으면 아무것도 못 하니 공지 확인은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관리형 ML 서비스 (Amazon SageMaker AI)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SageMaker로 학습과 배포를 해보고, 직접 구축 방식과 비용·자유도를 비교해 설명할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2001070105_18v1.1   2001070105_18v1.4   2001070101_18v1.5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마지막 5분은 조교 1:1 삭제 점검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복습 퀴즈 + 비용 경고 브리핑 +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관리형이 대신 해주는 것과 잃는 것, 과금 구조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Studio 노트북 기동, 학습 잡 실행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(스페이스 상태 1차 점검)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엔드포인트 배포, 호출, 즉시 삭제, 비교표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 — 조교 1:1 삭제 확인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실제로 돈이 나가는 회차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생략하지 말고 학생들이 따라 읽게 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켜두면 계속 나갑니다. 브라우저를 닫아도 AWS 쪽에서는 계속 돌고 있습니다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것 중 자동으로 꺼지는 것은 학습 잡 하나뿐입니다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스페이스와 실시간 엔드포인트는 내가 지워야만 꺼집니다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하나를 하루 방치하면 약 3.4달러, 한 주면 약 24달러입니다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1인 학기 예산이 25달러입니다. 한 번의 방치로 전부 날아갑니다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미정리가 적발되면 회당 2점 감점입니다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관리형 서비스란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밀키트를 살 것인가 장을 볼 것인가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관리형이 대신 해주는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2주 동안 손으로 한 아홉 단계를 클라우드가 맡습니다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잡 (Training Job)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켜고 데이터를 내려받고 학습하고 모델을 S3에 올린 뒤 서버를 끕니다. 끝나면 자동 종료되고 돌아간 시간만 과금됩니다.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엔드포인트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띄우고 모델을 로드하고 주소를 만들고 로그를 보내고 죽으면 되살립니다. 그런데 끝나는 시점이 없습니다.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밀키트 비유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구축은 장을 보고 손질해 요리하는 것, 관리형은 밀키트를 끓이는 것입니다. 빠르지만 간을 못 바꾸고 값이 비쌉니다.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잃는 것 세 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편한 데는 값이 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프레임워크와 버전 목록 안에서만 자유롭습니다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이식성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AWS에 묶입니다. 이걸 벤더 락인이라 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뜨면 그 안에서 무슨 일이 나는지 못 배웁니다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순서가 중요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구축을 먼저 하고 관리형을 나중에 배웁니다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실무의 답은 둘 다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판단할 줄 아는 사람이 되는 것이 오늘 목표입니다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관점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구축을 아는 사람이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관리형도 금방 씁니다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반대는 잘 안 됩니다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구축 vs 관리형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감으로 비교하지 않습니다. 축을 정해놓고 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281428"/>
            <a:ext cx="5364328" cy="3090672"/>
          </a:xfrm>
          <a:prstGeom prst="roundRect">
            <a:avLst>
              <a:gd name="adj" fmla="val 2367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281428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281428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구축 (EC2+Docker+FastAPI)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12948"/>
            <a:ext cx="4852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시간 — 길다, 학습 곡선이 있다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— 시간당 약 0.052달러로 낮다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자유도 — 높다. 무엇이든 가능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부담 — 높다. 장애와 확장을 직접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이식성 — 높다. 어디서나 똑같이 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281428"/>
            <a:ext cx="5364328" cy="3090672"/>
          </a:xfrm>
          <a:prstGeom prst="roundRect">
            <a:avLst>
              <a:gd name="adj" fmla="val 2367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281428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281428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관리형 (SageMaker AI)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012948"/>
            <a:ext cx="4852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시간 — 짧다, 코드 수십 줄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— 시간당 약 0.14달러로 약 2.7배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자유도 — 지원 형식 안에서만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부담 — 낮다. 자동 복구와 확장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이식성 — 낮다. AWS 밖에서는 안 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SageMaker 과금 구조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서비스가 아니라 여러 개의 과금 항목입니다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2549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과금 방식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종료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Studio 스페이스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시간당 약 0.06달러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 끝나면 Stop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실행된 초만큼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자동으로 꺼짐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불필요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엔드포인트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시간당 약 0.14달러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호출 직후 즉시 삭제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 구성 /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과금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 차원에서 삭제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/ EBS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용량만큼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학기 말에 정리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 B의 규칙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엔드포인트가 살아 있어도 되는 최대 시간입니다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만들고 부르고 지운다 — 배포 5분, 호출과 관찰 10분, 삭제 2분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짝꿍을 정해 서로 삭제를 확인해 줍니다. 두 명이 확인하면 사고가 절반으로 줍니다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배점이 가장 높은 제출물은 만든 캡처가 아니라 지운 캡처입니다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Studio 노트북과 학습 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콘솔에서 반드시 Amazon SageMaker AI를 고릅니다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Studio 진입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리전이 서울인지 먼저 확인하고 본인 사용자 프로필로 들어갑니다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JupyterLab 스페이스 생성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인스턴스는 ml.t3.medium 고정. 여기서 과금이 시작됩니다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세션과 실행 역할 확인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리전과 역할, 버킷 이름이 제대로 찍히는지 봅니다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데이터를 입력 위치로 복사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 전처리 결과를 학습 잡 입력 경로로 옮깁니다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잡 실행과 산출물 확인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S3에 model.tar.gz 가 생겼는지 확인합니다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코드 (1/2) — 세션과 데이터 준비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Studio의 JupyterLab 안에서 실행합니다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sagemaker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sagemaker.Session()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= session.boto_region_name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= sagemaker.get_execution_role()   # 강사가 미리 붙여둔 실행 역할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= "mlops-2026-&lt;학번&gt;"            # 본인 버킷명으로 교체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 = "sagemaker/bike"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print("region:", region, "/ role:", role)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3주차 전처리 결과를 학습 잡 입력 경로로 복사한다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 boto3.client("s3")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s3.copy_object(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Bucket=bucket,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CopySource={"Bucket": bucket, "Key": "processed/bike_train.csv"},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Key=f"{prefix}/input/train.csv",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train_input = f"s3://{bucket}/{prefix}/input/train.csv"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region이 ap-northeast-2 로 찍히지 않으면 여기서 멈추고 손을 드세요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코드 (2/2) — 학습 잡 실행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5분 소요. 실행된 시간만큼만 과금됩니다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sagemaker.sklearn.estimator import SKLearn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estimator = SKLearn(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entry_point="sm_train.py",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role=role,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instance_type="ml.m5.large",   # 반드시 이 타입. 더 큰 것 금지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instance_count=1,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framework_version="1.2-1",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py_version="py3",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output_path=f"s3://{bucket}/{prefix}/output",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base_job_name="bike-&lt;학번&gt;",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hyperparameters={"n-estimators": 200, "max-depth": 12},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estimator.fit({"train": train_input}, wait=True)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print("model artifact:", estimator.model_data)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끝의 Billable seconds 숫자를 노트에 적습니다. 실습 B 비교표에 씁니다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스페이스가 계속 Starting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용량 부족 또는 일시 지연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10분까지 기다린 뒤 Stop 후 재시도. 안 되면 2인 1조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역할 가져오기에서 예외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Studio가 아닌 로컬에서 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반드시 Studio JupyterLab 안에서 실행합니다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잡이 AccessDenied 로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역할에 버킷 권한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버킷명 오타 확인. 그래도 나면 공통 버킷으로 진행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ResourceLimitExceeded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인스턴스 타입 동시 실행 한도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옆 학생 잡이 끝날 때까지 기다립니다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train.csv 를 못 찾는다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이름과 파일명 불일치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fit 의 키가 train 인지, 파일명이 맞는지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타깃 컬럼 KeyError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데이터의 컬럼명이 다름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스크립트의 컬럼 목록을 팀 데이터에 맞게 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배포하고, 부르고, 지운다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엔드포인트가 살아 있는 시간은 20분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만들고 · 부르고 · 지운다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것까지가 오늘 실습입니다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1번을 실행하는 순간 시계를 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배포 (5~8분)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시각, 삭제 목표 시각, 짝꿍 이름을 노트 맨 위에 적습니다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호출과 관찰 (10분)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형식과 잘못된 입력에 대한 반응을 기록합니다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삭제 (2분)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지웠을 것이다는 확인이 아닙니다. 코드로 확인합니다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모델 객체 정리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과금은 없지만 헷갈리니 오늘은 셋 다 지웁니다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 작성 (40분)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감이 아니라 오늘 관찰한 값과 실제 단가로 채웁니다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배포와 호출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여기서부터 시간당 과금이 시작됩니다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sagemaker.sklearn.model import SKLearnModel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endpoint_name = f"bike-ep-&lt;학번&gt;-{int(time.time())}"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SKLearnModel(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model_data=estimator.model_data,   # 실습 A에서 만든 산출물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role=role,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entry_point="sm_train.py",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framework_version="1.2-1",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py_version="py3",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 = model.deploy(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initial_instance_count=1,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instance_type="ml.m5.large",       # 반드시 이 타입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endpoint_name=endpoint_name,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print("삭제 목표 시각을 적으세요:", time.strftime("%H:%M"))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호출은 sagemaker-runtime 의 invoke_endpoint 로도 해봅니다. 우리 curl 에 해당하는 것입니다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호출하면서 관찰할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가지가 비교표의 근거가 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배포부터 첫 호출까지 걸린 시간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7주차에 쓴 시간과 비교합니다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형식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FastAPI는 JSON이었는데 여기는 무엇인가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값을 보내면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Pydantic의 422와 어떻게 다른가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로그는 어디서 보나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compose logs, 여기는 CloudWatch입니다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226564"/>
            <a:ext cx="4324252" cy="3154680"/>
          </a:xfrm>
          <a:prstGeom prst="roundRect">
            <a:avLst>
              <a:gd name="adj" fmla="val 2319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446020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 축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2921508"/>
            <a:ext cx="37756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시간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자유도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부담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이식성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삭제하고 코드로 확인하기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지웠을 것이다는 확인이 아닙니다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엔드포인트와 구성을 함께 삭제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predictor.delete_endpoint(delete_endpoint_config=True)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정말 지워졌는지 눈으로 확인한다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 = boto3.client("sagemaker", region_name="ap-northeast-2")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 = sm.list_endpoints()["Endpoints"]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print("남은 엔드포인트 수:", len(eps))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 in eps: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  -", e["EndpointName"], e["EndpointStatus"])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cfgs = sm.list_endpoint_configs()["EndpointConfigs"]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print("남은 엔드포인트 구성 수:", len(cfgs))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남은 모델 객체도 정리 (과금은 없지만 헷갈린다)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 in sm.list_models(NameContains="&lt;학번&gt;")["Models"]: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sm.delete_model(ModelName=m["ModelName"])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엔드포인트 수가 0으로 찍힌 화면이 오늘 배점 최고 제출물입니다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조교 1:1 삭제 점검 절차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구두 보고는 확인으로 인정하지 않습니다. 서명 없이는 귀가하지 않습니다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0건 확인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명령을 실행하고 조교가 화면을 직접 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Studio 스페이스가 Stopped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Running, Starting, Updating 이면 미통과입니다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앱이 없음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스페이스를 멈춰도 앱이 남는 경우가 있습니다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인스턴스가 stopped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평소와 똑같이 마지막에 확인합니다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짝꿍 화면도 확인해 주기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칸이 다 통과되면 조교가 명단에 서명합니다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3번을 내지 않으면 이 회차 전체가 0점입니다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2364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93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2422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잡 완료 화면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8084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상태가 Completed 이고 S3에 model.tar.gz 가 보일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6489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70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6547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호출 응답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02209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이름이 함께 보이는 셀 출력 스크린샷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06140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611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06724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확인 캡처 2장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863340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엔드포인트 수 0 출력 + 콘솔 목록이 비어 있는 화면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4738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4531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34797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직접구축 vs 관리형 비교표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70458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전부 채움 + 마지막 서술 3문장 이상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863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18922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아침 재확인 캡처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54583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과제. 24시간 뒤에도 0인지 확인해 제출합니다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귀가 전 마지막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가장 중요한 기술은 SageMaker가 아닙니다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켠 것을 내가 껐는지 확인하는 습관, 그것이 오늘의 성과입니다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list-endpoints 결과에 내 학번이 들어간 항목이 하나도 없다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list-endpoint-configs 와 list-models 결과에도 내 것이 없다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Studio 스페이스가 Stopped 이거나 삭제되었다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앱이 없고 EC2 인스턴스가 stopped 이다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짝꿍 화면도 내가 확인해 주었고 조교 서명을 받았다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관리형은 대신 해주고 자유도·이식성·이해를 가져갑니다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한 문장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부족하면 관리형, 돈이 부족하면 직접 구축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AI를 붙여 예측 결과를 사람 말로 설명하게 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액세스 승인 공지를 오늘 저녁에 꼭 확인하세요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519172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738628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214116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아침 9시 전 재확인 캡처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비교표를 팀 저장소에 커밋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Explorer로 실제 금액 확인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9주차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9주차 — 관리형 ML 서비스 (Amazon SageMaker AI)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