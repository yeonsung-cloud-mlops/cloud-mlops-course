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칠판에 지난주 수동 배포 7단계를 먼저 적어두세요. 빌드, 태그, 푸시, SSH 접속, 풀, 컨테이너 삭제, 재기동. 오늘 수업 내내 이걸 하나씩 지워나가고 마지막에 git push 한 줄만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실습 B가 85분으로 가장 깁니다. 이론은 45분에 끊고 무조건 손을 움직이게 하세요. 도입의 3분 데모를 반드시 보여주고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손을 들어보라고 하세요. 거의 아무도 못 듭니다. 그게 정상이라고 말해주고, 오늘 이후로는 모든 이미지에 커밋 번호가 박힌다는 걸 예고하세요.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항목을 팀 프로젝트 상황으로 설명하세요. A가 화요일에 모델을 고쳐 올렸는데 B가 그걸 안 받고 수요일에 자기 노트북에서 빌드하면, A의 수정은 흔적도 없이 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지속적인 통합이 무엇을 지속하느냐고 물어보세요. 합치는 것을 지속합니다. 2주씩 따로 작업하다 마지막 날 합치면 지옥이 열리니까 하루에 한 번씩 조금씩 합치는 겁니다. 테스트 단계는 30초짜리 보험이라고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NCS 학습모듈 원문을 화면에 띄워서 용어 목록을 직접 보여주면 반응이 좋습니다. 학생들이 배우는 것이 특정 강사의 취향이 아니라 표준이라는 사실이 동기부여가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공동 보고서 비유가 잘 통합니다. 원본 파일에 네 명이 동시에 타이핑하면 난장판이 되니까 각자 사본을 뜨는 것이 브랜치입니다. 커밋 메시지를 수정, ㅇㅇ, asdf로 쓰는 사람은 3주 뒤에 자기가 뭘 했는지 못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농담이 아니라 매년 실제로 일어난다고 못 박으세요. 공개 저장소에 액세스 키가 올라가면 몇 분 안에 남의 채굴기가 돕니다. 실수했으면 숨기지 말고 즉시 손 들라고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러너가 매번 새 컴퓨터라는 점을 강조하세요. 제 노트북에선 되는데요 문제가 원천적으로 안 생기는 이유가 이겁니다. uses는 남의 부품을 쓰는 것이라 직접 짜면 20줄인 일을 한 줄로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OIDC를 우리말로 신분증 확인 방식이라고 풀어주세요. GitHub이 나는 이 저장소의 워크플로다라는 증명서를 내면 AWS가 확인하고 15분짜리 임시 권한을 줍니다. SSM은 2주차에 SSH가 막혔을 때 쓴 Session Manager와 같은 집안입니다.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팀장 한 명이 다 하고 나머지가 구경만 하는 팀이 반드시 나옵니다. 학생별로 최소 1커밋을 확인하세요. 커밋 이력이 곧 팀 기여도 증빙이라고 미리 말해두면 태도가 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마지막에 GitHub이 PR 생성 링크를 알려줍니다. 그걸 그대로 클릭하면 된다고 짚어주세요. 터미널 출력을 안 읽고 넘어가는 학생이 많습니다.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표를 유인물로도 나눠줬습니다. 손 들기 전에 표를 먼저 보라고 하세요. PAT는 생성 화면을 벗어나면 다시 못 보니 메모장에 붙여두라고 반드시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지시문을 그대로 읽어주세요. 나눠주는 YAML은 이미 완성된 파일이고 할 일은 값 세 개를 넣는 것뿐입니다. YAML 오류의 대부분은 학생이 들여쓰기를 다시 친 경우입니다. git diff로 변경 줄이 3줄을 넘으면 의심하세요.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YAML은 탭 문자를 금지하고 공백만 씁니다. VS Code 우하단이 Spaces 2인지 확인시키세요. 줄 전체를 지우고 다시 쓰지 말고 꺾쇠 부분만 지우고 값을 넣으라고 두 번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secrets.AWS_DEPLOY_ROLE_ARN은 강사가 저장소에 이미 등록해 뒀으니 그대로 두라고 말하세요. 시크릿 값은 로그에 자동으로 가려져 출력됩니다. 배포 명령은 SSM으로 EC2의 deploy.sh를 호출하는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단계가 오늘의 핵심 제출물입니다. 병합하고 아무것도 하지 않은 채 3분 기다렸다가 /health를 새로고침하게 하세요. 여유 있는 팀은 테스트를 일부러 깨뜨려서 build-and-deploy가 아예 시작도 안 되는 것을 확인시킵니다.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실패해도 로그에 원인이 남는다는 점이 자동화의 장점입니다. SSM 출력 부분을 같이 읽으면서 어디서 멈췄는지 짚어주세요. 이게 NCS 운영장애 해결하기의 수행준거와 그대로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주만 예외적으로 인스턴스를 켜둔 채 끝냅니다. 다음 주 첫 시간에 인스턴스 상태부터 확인한다고 예고하세요. ECR 이미지 정리 명령은 부록 A에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개 모두 화면 캡처라 시간이 오래 걸리지 않습니다. 마감 15분 전에 미리 안내해서 마지막에 몰리지 않게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 SNS 구독 확인 메일을 학교 메일로 받으면 스팸함에 들어가는 경우가 많으니, 개인 메일 계정도 준비해 오라고 미리 말해두세요.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자동화 (Git · GitHub Actions)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 템플릿의 빈칸 세 곳을 채워, 커밋 1회로 서버가 갱신되게 만들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2001070308_19v1.2   2001070401_20v1.2   2001070406_20v1.3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10분 조기 종료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 복습 + 오늘 만들 결과물 데모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수동 배포의 문제 / CI·CD / Git / Actions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저장소 정리 · 브랜치에서 PR 1회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워크플로 빈칸 채워 자동 배포 완성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+ 다음주 예고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70585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70585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타임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87407" y="570585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배포는 왜 사고가 나는가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자동화의 목적은 편의가 아닙니다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서버에 도는 이미지가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코드로 만든 것인지 증명되나요?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배포하면 증명할 방법이 없습니다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배포하면 반드시 생기는 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두세 번은 재미있고, 스무 번째에 사고가 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단계를 빼먹는다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push를 빼먹고 pull하면 예전 이미지가 그대로 받아진다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오타와 리전 실수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latest를 lastest로, 서울 대신 버지니아에 올린다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뭘 올렸는지 모른다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팀원이 각자 빌드하면 남의 수정이 조용히 사라진다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위험한 실패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 없이 예전 버전이 계속 도는 것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자동화의 진짜 목적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편하려고가 아니다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남는다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되돌아갈 수 있다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이미지에 커밋 번호가 박힌다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CI/CD 파이프라인 4단계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CI는 지속적인 통합, CD는 지속적인 배포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테스트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코드가 켜지기는 하는가. /health가 200이면 충분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빌드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도커 이미지를 만든다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푸시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이미지를 ECR에 올린다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배포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EC2가 새 이미지를 받아 컨테이너를 갈아 끼운다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단계가 실패하면 뒤 단계는 실행되지 않는다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배우는 것의 근거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46442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국가표준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5432377" y="1417320"/>
            <a:ext cx="61923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 취향이 아니라 국가가 요구하는 항목입니다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 2001070406 인공지능서비스 운영장애관리 학습모듈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용어에 MLOps · AIOps · 오케스트레이션이 명시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지속적 통합(CI)과 지속적 배포(CD)가 나란히 적혀 있음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 이력서에 적어도 되는 내용이라는 뜻입니다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쓸 Git 다섯 동작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Git은 저장이 아니라 스냅샷 사진첩입니다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clone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사진첩을 통째로 내 컴퓨터에 복사해 온다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원본을 안 건드리고 따로 작업하는 가지를 만든다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순간의 프로젝트 전체 사진을 한 장 찍는다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사진첩을 GitHub 사진첩으로 밀어 올린다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합쳐주세요 요청. 무엇이 바뀌었는지 보이고 승인받는다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하나뿐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main에서 직접 작업 금지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main은 서버에 떠 있는 코드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 메시지는 무엇을 왜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한글로 써도 됩니다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 올리면 안 되는 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.gitignore를 제일 먼저 만드는 이유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키를 올리면 몇 분 안에 봇이 긁어갑니다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.env, *.pem, credentials 파일은 절대 커밋하지 않습니다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100MB 넘는 모델 파일은 push 자체가 거부됩니다. 모델은 S3에 둡니다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__pycache__, .venv, mlruns 도 .gitignore에 넣습니다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커밋했다면 파일을 지워도 과거 커밋에 남습니다. IAM에서 키부터 비활성화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요금은 학과 계정으로 청구됩니다. 매년 실제로 발생하는 사고입니다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Actions는 3층 구조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안 .github/workflows/ 폴더에 YAML 하나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 (Workflow)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YAML 파일 하나가 워크플로 하나. 맨 위 on: 에 언제 발동할지를 씁니다.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 (Job)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 안의 큰 덩어리. 잡은 기본적으로 동시에 돌기 때문에 needs: 로 순서를 강제합니다.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스텝 (Step)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 안의 명령 한 줄. run: 은 직접 명령, uses: 는 남이 만들어둔 부품을 갖다 쓰는 것입니다.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2152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8184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248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 (Runner)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0248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워크플로가 실제로 도는 임시 컴퓨터. 매번 새 우분투를 띄우고 끝나면 버립니다.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권한과 명령 전달, 어떻게 하나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강사가 이미 구성해 뒀습니다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409444"/>
            <a:ext cx="5364328" cy="2834640"/>
          </a:xfrm>
          <a:prstGeom prst="roundRect">
            <a:avLst>
              <a:gd name="adj" fmla="val 2581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409444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409444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 방식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40964"/>
            <a:ext cx="48522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액세스 키를 GitHub에 저장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유출되면 그대로 끝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EC2에 SSH로 접속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22번 포트를 열어둬야 함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파일을 GitHub에 넣어야 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0440" y="2409444"/>
            <a:ext cx="5364328" cy="2834640"/>
          </a:xfrm>
          <a:prstGeom prst="roundRect">
            <a:avLst>
              <a:gd name="adj" fmla="val 2581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0440" y="2409444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1D4E5B"/>
          </a:solidFill>
          <a:ln/>
        </p:spPr>
      </p:sp>
      <p:sp>
        <p:nvSpPr>
          <p:cNvPr id="10" name="Text 8"/>
          <p:cNvSpPr/>
          <p:nvPr/>
        </p:nvSpPr>
        <p:spPr>
          <a:xfrm>
            <a:off x="6479896" y="2409444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쓰는 방식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6472" y="3140964"/>
            <a:ext cx="48522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OIDC 신분 증명으로 임시 권한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 뒤 소멸, 어디에도 저장 안 함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SSM Run Command로 명령 전달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포트를 열지 않아도 됨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파일이 필요 없음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저장소 정리와 PR 한 사이클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 · 다 함께 따라합니다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전원이 브랜치에서 PR까지 한 바퀴 돕니다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신원 설정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user.name과 user.email 두 줄. 아직 안 한 사람만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저장소 clone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비밀번호를 묻고 실패하면 PAT를 발급합니다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.gitignore 만들기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 정보와 대용량 파일을 제외 목록에 넣습니다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브랜치를 파고 커밋 후 push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chore/add-gitignore 브랜치에서 작업합니다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 올리고 팀원 승인 후 병합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리뷰어를 지정하고 Approve를 받아야 합쳐집니다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칠 명령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폴더 안에서 실행합니다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Git 신원 설정 (전원 1회, 아직 안 한 사람만)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"&lt;본인 이름 또는 GitHub 아이디&gt;"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"&lt;GitHub에 등록한 이메일&gt;"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팀 저장소 복사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https://github.com/&lt;조직&gt;/&lt;팀 저장소 이름&gt;.git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&lt;팀 저장소 이름&gt;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브랜치를 파고 .gitignore 커밋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chore/add-gitignore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.gitignore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"저장소 정리: .gitignore 추가"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chore/add-gitignore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PR 병합 후 내 로컬로 가져오기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꺾쇠 기호는 지우고 본인 값을 넣습니다. push에서 비밀번호를 물으면 PAT를 붙여넣습니다.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실제로 터지는 문제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Support for password authentication was removed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GitHub 비밀번호 인증 폐지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PAT 발급 후 Password 자리에 토큰 붙여넣기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fatal: not a git repository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저장소 폴더 밖에서 명령 실행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pwd로 위치 확인 후 cd &lt;팀 저장소 이름&gt;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failed to push some refs ... behind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팀원이 먼저 push함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git pull --rebase 후 다시 git push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File model.pkl exceeds 100.00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대용량 파일이 커밋됨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git rm --cached 후 .gitignore에 추가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.gitignore를 넣었는데 __pycache__가 보임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 추적 중인 파일에는 규칙이 안 먹힘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git rm -r --cached __pycache__ 후 커밋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Merge 버튼이 회색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main 보호 규칙의 승인 1건 미충족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팀원에게 Approve 요청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워크플로 빈칸 채우기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 · 팀이 직접 수행합니다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여러분이 채울 곳은 세 곳입니다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YAML 전체를 작성하라는 과제가 아닙니다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리전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ap-northeast-2 를 그대로 적습니다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ECR 리포지토리 이름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URI 전체가 아니라 이름만. 예: mlops-2026-t01-api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인스턴스 ID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i- 로 시작하는 배포 대상 인스턴스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줄은 손대지 않습니다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들여쓰기를 새로 치지 마세요. 꺾쇠만 지웁니다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되어 있는 것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OIDC 역할과 신뢰 정책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Secrets 등록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EC2의 deploy.sh 배치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SSM 에이전트 동작 확인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deploy.yml (1/2) — 발동 조건과 테스트 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.github/workflows/deploy.yml 로 저장합니다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deploy-mlops-api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 main ]      # main에 병합되는 순간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workflow_dispatch:        # Actions 탭 버튼으로 직접 실행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AWS_REGION: &lt;리전 — ap-northeast-2 를 그대로&gt;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ECR_REPOSITORY: &lt;ECR 리포지토리 이름 — URI가 아니라 이름만&gt;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EC2_INSTANCE_ID: &lt;배포 대상 EC2 인스턴스 ID — i- 로 시작&gt;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pytest -q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꺾쇠 세 곳만 바꿉니다. 다른 줄은 한 글자도 건드리지 않습니다.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deploy.yml (2/2) — 빌드·푸시·배포 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부분은 이미 다 적혀 있습니다. 읽고 이해만 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build-and-deploy: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test               # test가 성공해야만 시작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permissions: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id-token: write         # OIDC 임시 자격증명 발급용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contents: read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AWS 임시 자격증명 받기 (OIDC)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aws-actions/configure-aws-credentials@v4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role-to-assume: ${{ secrets.AWS_DEPLOY_ROLE_ARN }}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aws-region: ${{ env.AWS_REGION }}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ECR 로그인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aws-actions/amazon-ecr-login@v2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빌드 · ECR 푸시 · SSM으로 EC2 재배포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|          # 이하 스텝은 템플릿에 그대로 들어 있음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태그에 커밋 해시(GITHUB_SHA)가 붙습니다. 그게 되돌아갈 주소입니다.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기준은 하나입니다. 초록 체크와 바뀐 버전 문자열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값 3개를 종이에 적는다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리전 · ECR 리포지토리 이름 · EC2 인스턴스 ID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테스트 파일 추가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tests/test_api.py — 로컬에서 pytest -q 를 먼저 통과시킨다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 저장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.github/workflows/deploy.yml — 꺾쇠 세 곳만 교체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브랜치에서 PR 올리고 병합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Actions 탭에서 test 다음 build-and-deploy 진행을 지켜본다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문자열 한 글자 바꾸기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v11-&lt;팀번호&gt;-&lt;학번 뒤 4자리&gt; 로 고치고 다시 병합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B에서 실제로 터지는 문제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Actions가 아예 안 돌아감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경로나 확장자가 틀림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.github/workflows/deploy.yml 인지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YAML 오류로 워크플로 시작 실패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꺾쇠 밖의 줄을 다시 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git diff로 변경 줄 확인. 3줄 넘으면 템플릿 재복사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 잡이 빨간 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로컬에서 pytest를 안 돌려봄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로컬에서 pytest -q 를 먼저 통과시키기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ECR 푸시 단계에서 실패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리포지토리 이름 대신 URI 전체를 넣음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이름만 넣는다. 예: mlops-2026-t01-api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SSM 단계가 InvalidInstanceId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에이전트 미동작 또는 역할 미부착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describe-instance-information 으로 확인 후 강사 호출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 상태: Failed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컨테이너 헬스체크 실패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Actions 로그의 서버 오류와 docker logs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타임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종료 5분 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EC2를 중지하지 않습니다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배포용 EC2는 다음 주 CloudWatch 실습에서 그대로 씁니다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생성된 인스턴스가 있으면 종료(Terminate)합니다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커밋마다 이미지가 쌓입니다. ECR에 10개가 넘으면 오래된 것을 삭제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 .env 나 *.pem 이 올라가지 않았는지 GitHub 웹에서 최종 확인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실패한 워크플로를 반복 재실행하지 마세요. 러너 시간이 소모됩니다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제출하면 오늘 수업 완료 · 2점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4426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500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24485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병합 완료된 Pull Request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60146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· 리뷰어 승인 표시가 보여야 합니다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8551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1912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08610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Actions 실행 성공 화면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44271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test와 build-and-deploy 둘 다 초록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2676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0325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92734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상태: Success 가 보이는 로그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428396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서버 출력의 배포 성공 줄까지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66801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8737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76859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갱신된 /health 응답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512521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버전에 본인 학번 뒤 4자리 포함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자동화의 목적은 기록과 재현 · 테스트에서 배포까지 4단계 · 워크플로에서 잡, 스텝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1688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168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48031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864358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서비스가 살아 있는지 눈으로 보는 대시보드를 만들고 에러율 알람 메일을 받습니다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536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753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71703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무서운 이야기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4101084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 모델은 오늘부터 조금씩 나빠집니다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9033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90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95376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4128" y="5337810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이름 커밋 최소 1건 · README에 배포 방법과 롤백 방법 추가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00515" y="2308860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4835" y="2528316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준비물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74835" y="3003804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배포되는 저장소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중인 EC2 API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 열 수 있는 계정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11주차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11주차 — 배포 자동화 (Git · GitHub Actions)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