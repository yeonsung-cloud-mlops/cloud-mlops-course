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데모를 반드시 먼저 보여주세요. 정상 요청 30건을 쏘고 대시보드 선이 올라가는 것, 깨진 요청 20건을 쏘고 에러율이 치솟는 것, 그리고 메일함에 알람이 도착한 화면까지. 오늘 만들 것은 이 메일 한 통이라고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B의 마지막 25분은 M3 전 구간 연결 점검에 씁니다. 팀별로 강사 앞에서 통과해야 하므로 시간 배분을 미리 공지하세요. M3는 오늘 반드시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디스크가 압도적 1위입니다. 지난주에 자동 배포를 만들었으니 커밋할 때마다 이미지가 EC2에 하나씩 쌓인다는 점을 연결해서 설명하세요. df -h 로 80%가 넘으면 docker system prune -af 를 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지금 여러분 서비스가 살았는지 죽었는지 아느냐고 물어보세요. 브라우저로 들어가 봐야 압니다. 그 상태를 깨는 것이 오늘 수업의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로그만 있으면 안 되냐고 물어보세요. 지난 한 시간 평균 응답시간을 알려면 로그 몇만 줄을 매번 계산해야 합니다. 느리고 비쌉니다. 그래서 미리 숫자로 뽑아 놓는 것이 메트릭입니다.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셋을 못 채우면 그건 지표가 아니라 장식이라고 말해주세요. 알람이 너무 자주 오면 사람이 무시하기 시작하는데, 이걸 알람 피로라고 하고 알람이 없는 것보다 나쁩니다. 그래서 임계값은 울리면 내가 지금 뭔가 한다 수준으로 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과목에서 제일 중요한 이야기 중 하나라고 예고하고 시작하세요. 4주차에 나온 정확도는 테스트 데이터에서 나온 숫자인데, 서비스는 미래의 데이터를 상대한다는 점을 짚어주면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성능을 정확히 재려면 정답이 필요한데 정답은 늦게 옵니다. 이탈 예측이 맞았는지는 3개월 뒤에 압니다. 그래서 차선책으로 입력 분포를 감시하는 겁니다. 정교하진 않지만 없는 것보다 압도적으로 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재학습 정책 한 줄이 있는 팀과 없는 팀은 발표 때 완전히 다르게 보입니다. NCS 선정모델 성능 관리하기가 요구하는 게 정확히 이겁니다. 모델을 만들어봤다와 모델을 운영해봤다를 가르는 지점이라고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말한다는 태도로 설명하세요. 실습으로 전환할 수 없는 이유를 분명히 말해주면 오히려 신뢰가 생깁니다. 가용률은 전체 요청에서 에러 요청을 뺀 비율이라고 알려주면 이미 SLI를 만들고 있다는 감이 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권한 테스트에서 AccessDenied가 뜨면 학생 권한으로는 해결이 안 되니 바로 강사를 부르라고 하세요. 인스턴스 역할에 CloudWatchAgentServerPolicy를 붙여야 합니다. 메트릭은 콘솔에 뜨기까지 2~3분 걸리니 안 보인다고 바로 다시 하지 말라고 미리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에러율 위젯은 지표 두 개를 먼저 추가한 뒤 Math expression으로 만듭니다. m1이 ErrorCount인지 왼쪽 Id 열에서 반드시 확인하게 하세요. 원본 두 지표는 눈 아이콘을 꺼서 숨깁니다. DriftScore 위젯은 실습 B가 끝난 뒤에 추가합니다.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종료코드가 0이면 권한이 있는 겁니다. 요청을 쏜 뒤에 EC2에서 tail -3 /var/log/mlops/app.log 로 로그가 쌓이는 것도 같이 보여주세요. 로그 파일이 없으면 컨테이너 볼륨 마운트가 빠진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학교 메일은 스팸함을 반드시 확인시키세요. 아예 안 오면 개인 메일로 다시 구독합니다. 알람을 만든 뒤에는 sns publish 로 배달 테스트를 먼저 하고, /predict/_boom 을 30번 호출해 일부러 알람을 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알람이 계속 INSUFFICIENT_DATA면 요청이 아예 없어서 데이터가 없는 겁니다. 정상입니다. 요청 몇 건을 쏘고 다시 보게 하세요. 50분이 지나면 강제 종료하고 완성본 태그를 가져다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기준선은 반드시 학습에 쓴 데이터로 만들어야 합니다. 테스트 데이터로 만드는 팀이 매년 나옵니다. 그리고 입력 로그에 이름이나 연락처가 그대로 찍히는 팀을 잡아내세요. 감점 사유입니다.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드리프트를 유발한 뒤 해당 컬럼 판정이 경고로 바뀌고 학습범위밖 건수가 올라가는 것을 눈으로 확인시키세요. 그리고 이 점수는 DriftScore 메트릭으로도 올라가니 대시보드에 위젯을 하나 더 추가하고 주석선 1.0을 긋게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조종사는 30년 경력자도 이륙 전에 종이 체크리스트를 소리 내어 읽습니다. 사람 기억은 피곤하면 무너지기 때문입니다. 매일 3분이면 되고 실무에서는 이걸 하나씩 알람으로 옮기는 것이 운영 개선이라고 말해주세요.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항목이 오늘의 진짜 관문입니다. 내 컴퓨터에선 되는데요를 깨는 항목이니 팀 안에서 서로 다른 사람 노트북으로 교차 호출을 시키세요. 미통과 항목이 있는 팀은 13주차 코칭을 그 항목부터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알람 메일이 늦게 오는 팀은 실습 B를 진행하면서 백그라운드로 기다리게 하세요. 메일이 안 오면 set-alarm-state 로 수동 발송해서 배달 자체를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로그 보존기간을 안 잡으면 무기한 보존이 기본값이라 비용이 계속 붙습니다. put-retention-policy 명령을 화면에 띄워두고 같이 실행하게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주는 손에 가장 많이 남는 회차라고 예고하세요. 그리고 시연 영상은 다음 주에 반드시 강사에게 파일을 보여줘야 하는 필수 통과 조건이라고 지금 못 박아두면 준비가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모니터링과 운영 (M3 파이프라인 완성)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로그와 메트릭을 CloudWatch로 보고, 에러율 알람 메일을 받게 만들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2001070404_20v1.1   2001070404_20v1.3   2001070405_20v1.1   2001070308_19v1.3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10분 조기 종료 · 오늘 M3를 넘습니다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복습 + 오늘 만들 결과물 데모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서비스가 죽는 이유 / 로그·메트릭·알람 / 드리프트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CloudWatch 메트릭 · 대시보드 · 알람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드리프트 점검 · 운영 체크리스트 · M3 점검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+ 다음주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모니터링을 하는가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 API는 이번 주말에 죽습니다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서비스가 죽는 이유 다섯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프로젝트에서 실제로 본 사망 원인을 빈도순으로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 디스크가 꽉 찬다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로그와 배포 이미지가 쌓인다. 30GB는 생각보다 금방 찬다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 메모리 부족(OOM)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커널이 제일 많이 먹는 놈을 죽인다. 이유가 안 남는다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 재부팅 후 안 올라온다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--restart unless-stopped 가 없으면 안 뜬다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4위 의존성이 조용히 바뀐다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버전을 못 박지 않으면 어제 되던 코드가 오늘 안 된다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5위 외부 서비스 장애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 권한 만료, Bedrock 쿼터 초과 같은 경우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알 수 있나요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중 하나도 모른다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브라우저로 들어가야 안다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죽었는지도 모른다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오늘 모니터링을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모니터링은 잘 되는지 확인하는 게 아니라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죽었을 때 내가 먼저 아는 것입니다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사용자보다 먼저 알아야 합니다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· 메트릭 · 알람은 다른 물건입니다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병원으로 비유하면 이렇습니다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= 진료기록부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하나에 줄 하나. 상세하고 양이 많습니다. 평소에 읽는 게 아니라 사후에 원인을 캘 때 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 = 체온·혈압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시간에 따라 찍히는 숫자 하나. 로그를 요약한 것이라 가볍고 그래프로 추세가 한눈에 보입니다.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= 호출벨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메트릭에 조건을 걸어둡니다. 대시보드는 봐야 의미가 있지만 알람은 자고 있어도 옵니다.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숫자를 봐야 하나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지표를 100개 만들면 아무도 안 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인터페이스가 살아 있는가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요청이 들어오고 응답이 나가는가. /health와 요청 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유지되는가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응답시간과 에러율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자원이 남아 있는가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· 메모리 · 디스크. 사망 원인 1·2위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지표의 조건 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가능 · 나빠지면 사용자가 불편 · 우리가 할 조치가 있음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수업 핵심 지표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횟수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응답시간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메모리·디스크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배포한 날부터 나빠집니다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조용히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에러가 안 납니다. 200 OK로 틀린 답을 줍니다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2019년 데이터로 학습한 모델이 2020년 코로나를 만나면 예측이 다 틀립니다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한 줄도 안 바뀌었습니다. 세상이 바뀐 것입니다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서버는 멀쩡히 200을 돌려주고 로그에도 문제가 없습니다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성능이 아니라 입력 데이터를 따로 감시합니다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드리프트는 두 종류입니다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우리말로 하면 표류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드리프트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들어오는 입력의 분포가 바뀐다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때 평균 34세, 지금 51세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본 적 없는 영역을 추측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없이 입력만 봐도 감지 가능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 B에서 이걸 만든다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0440" y="2409444"/>
            <a:ext cx="5364328" cy="2834640"/>
          </a:xfrm>
          <a:prstGeom prst="roundRect">
            <a:avLst>
              <a:gd name="adj" fmla="val 2581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0440" y="2409444"/>
            <a:ext cx="5364328" cy="566928"/>
          </a:xfrm>
          <a:prstGeom prst="roundRect">
            <a:avLst>
              <a:gd name="adj" fmla="val 12903"/>
            </a:avLst>
          </a:prstGeom>
          <a:solidFill>
            <a:srgbClr val="1D4E5B"/>
          </a:solidFill>
          <a:ln/>
        </p:spPr>
      </p:sp>
      <p:sp>
        <p:nvSpPr>
          <p:cNvPr id="10" name="Text 8"/>
          <p:cNvSpPr/>
          <p:nvPr/>
        </p:nvSpPr>
        <p:spPr>
          <a:xfrm>
            <a:off x="6479896" y="2409444"/>
            <a:ext cx="4925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컨셉 드리프트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6472" y="3140964"/>
            <a:ext cx="48522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입력과 정답의 관계가 바뀐다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금리와 연체의 관계가 뒤집힌다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받아야 알 수 있다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3개월 뒤에 온다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무섭고 더 잡기 어렵다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다시 학습할 것인가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문서에 한 줄이라도 적으세요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정기형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월요일 새벽처럼 시간표대로. 단순하고 관리가 쉽다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0891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08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7233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감시형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3056382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드리프트 지표가 임계값을 넘으면. 효율적이지만 설계가 필요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8162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816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84505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사건형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4229100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정책이 바뀌었다, 신제품이 나왔다 같은 사건이 생기면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5434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50543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501777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3주짜리 프로젝트는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5401818"/>
            <a:ext cx="5956347" cy="71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못 돌립니다. 대신 어떤 주기로 할지 한 줄 적습니다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경고가 뜨면 먼저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 코드부터 의심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 이상은 파이프라인 버그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순서 바뀜 확인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바뀜 확인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개념만 소개하고 실습하지 않는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교육계획서에 의도적 미채택 영역으로 명시되어 있습니다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 · SLO · SLI 와 과금 · VOC 는 실습에서 제외합니다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SLA는 계약, SLO는 우리가 잡은 목표치, SLI는 실제로 재는 숫자입니다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SLA는 협의할 상대인 고객이 있어야 성립합니다. 우리 이용자는 우리 자신입니다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과금 정책과 VOC 대응은 실제 이용자와 조직 프로세스가 있어야 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시험에는 개념 문항으로 나옵니다. 셋의 차이는 답할 수 있어야 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만드는 에러율은 SLI의 가장 기초 형태라는 것만 연결해서 기억하세요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메트릭 · 대시보드 · 알람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순서를 건너뛰지 말고 손을 드세요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CloudWatch 권한 확인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put-metric-data 가 오류 없이 끝나는지 먼저 테스트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 미들웨어 붙이기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observability.py 추가 + main.py 두 줄. 커밋하면 자동 배포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CloudWatch Agent 설치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메모리·디스크 사용률과 app.log 를 수집합니다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위젯 만들기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횟수 · 응답시간 · 에러율 · 서버 자원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SNS 구독 후 에러율 알람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메일 링크를 눌러야 알람이 옵니다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위젯 구성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mlops-&lt;팀번호&gt; 로 만듭니다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254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위젯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횟수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InferenceCount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합계(Sum)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응답시간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LatencyMs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평균(Average)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에러율(%)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수식 (m1/m2)*100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메모리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mem_used_percent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평균(Average)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 디스크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disk_used_percent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평균(Average)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드리프트 점수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DriftScore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최대(Maximum)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메트릭이 올라오는지 확인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안에서 실행합니다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권한이 되는지 먼저 확인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cloudwatch put-metric-data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--namespace "MLOps/&lt;팀번호&gt;" --metric-name PermissionTest --value 1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"종료코드: $?"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정상 요청을 20건 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$(seq 1 20); do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-s -o /dev/null -w "%{http_code} 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-X POST http://localhost:8000/predict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-H "Content-Type: application/json"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 '&lt;7주차에 성공했던 요청 JSON&gt;'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메트릭이 올라왔는지 확인 (반영까지 2~3분)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cloudwatch list-metrics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--namespace "MLOps/&lt;팀번호&gt;" --output 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InferenceCount · LatencyMs · ErrorCount 세 개가 보이면 성공입니다.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메일 받기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최다 사고 지점입니다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알림 주제 만들기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TOPIC_ARN=$(aws sns create-topic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mlops-alert-&lt;팀번호&gt; --query TopicArn --output text)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팀원 이메일 구독 (한 명씩 반복, 최소 2명)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subscribe --region ap-northeast-2 --topic-arn "$TOPIC_ARN"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--protocol email --notification-endpoint "&lt;본인 이메일 주소&gt;"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확인 메일의 Confirm subscription 링크를 누른 뒤 상태 확인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sns list-subscriptions-by-topic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--topic-arn "$TOPIC_ARN" --query "Subscriptions[].[Endpoint]" --output table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에러율 10% 초과 알람 (수식은 alarm-error-rate.json 에)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cloudwatch put-metric-alarm --region ap-northeast-2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--alarm-name "mlops-&lt;팀번호&gt;-error-rate" --threshold 10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--metrics file://alarm-error-rate.json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--comparison-operator GreaterThanThreshold --evaluation-periods 1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--treat-missing-data notBreaching --alarm-actions "$TOPIC_ARN"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메일 링크를 안 누르면 PendingConfirmation 상태로 남아 알람이 영원히 안 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put-metric-data 가 AccessDenied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인스턴스 역할에 권한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 호출. 학생 권한으로는 역할 수정 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에이전트가 status: stopped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config.json 문법 오류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python3 -m json.tool 로 검사 후 fetch-config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 그룹이 안 생김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app.log 파일이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컨테이너의 -v /var/log/mlops 마운트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메트릭이 콘솔에 안 보임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반영 전이거나 네임스페이스 오타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3분 대기 후 list-metrics 로 실제 이름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알람은 ALARM인데 메일이 안 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구독 확인 메일 미클릭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PendingConfirmation 확인 후 메일함·스팸함 링크 클릭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알람이 5xx에 반응 안 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422는 ErrorCount에 안 잡힘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/predict/_boom 으로 5xx를 만들어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드리프트 점검과 M3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팀이 직접 · 마지막 25분은 M3 점검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정상이란 이런 모습이다 라는 기준선을 먼저 만듭니다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만들기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쓴 데이터의 평균·표준편차를 S3에 저장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입력을 로그에 남기기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/predict 안에 한 줄 추가. 개인정보 컬럼은 빼고 남긴다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드리프트 점검 실행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입력을 기준선과 비교해 점수를 낸다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드리프트 만들기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컬럼 하나를 10배로 키워 10건 호출 후 재실행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체크리스트 작성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점검 5줄과 장애 접수 절차를 팀 문서에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드리프트 점검 실행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상태와 유발 후, 두 화면이 오늘 제출물입니다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기준선 만들기 (학습에 쓴 데이터로. 테스트 데이터가 아니다)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scripts/make_baseline.py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s3://&lt;팀 S3 버킷 이름&gt;/models/ --region ap-northeast-2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정상 입력을 20건쯤 쏜 뒤 점검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scripts/drift_check.py --last 200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일부러 드리프트 만들기 (수치 컬럼 하나만 10배로)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$(seq 1 10); do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-s -o /dev/null -X POST http://localhost:8000/predict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-H "Content-Type: application/json"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 '&lt;정상 요청 JSON에서 수치 컬럼 하나만 10배로 키운 것&gt;'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scripts/drift_check.py --last 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표준화거리 = 최근평균과 학습평균의 차이를 학습표준편차로 나눈 값. 0.5 미만 정상 / 1.0 이상 경고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운영 체크리스트에 들어갈 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체크리스트는 실력 없는 사람용이 아니라 피곤한 사람용입니다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정보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· 인스턴스 ID · 대시보드 이름 · 알람 수신자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점검 다섯 줄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헬스체크 · 에러율 · 응답시간 · 디스크 · 드리프트 점수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기록표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것을 남깁니다. 남기지 않은 점검은 안 한 것과 같습니다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접수 절차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어디에 올리고 몇 분 안에 회신하는지 미리 정합니다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재학습 정책 한 줄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정기형 · 감시형 · 사건형 중 하나와 그 이유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조치 매뉴얼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무응답이면 docker 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에러율 급증이면 revert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80%면 prune -af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드리프트면 전처리 확인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M3 — 전 구간 연결 체크리스트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팀별로 강사 앞에서 통과합니다. 오늘 반드시 넘어갑니다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392277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방법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원본이 raw/ 에 있고 전처리를 다시 돌리면 processed/ 가 재생성된다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S3 목록의 타임스탬프 갱신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학습·실험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MLflow에 비교 가능한 실험 5건 이상, 채택 모델이 어느 실행인지 추적된다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MLflow 실험 목록과 Models 화면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모델과 API가 한 이미지로 빌드되어 ECR에 있고 /health 가 200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describe-images + curl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팀원의 노트북에서 /predict 가 정상 응답한다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사람 노트북에서 직접 호출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커밋 1회로 자동 배포가 끝까지 성공하고 롤백 방법이 README에 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Actions 초록 체크 + README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모니터링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대시보드에 지표 3종 이상이 실제 데이터로 그려지고 알람 발송 이력이 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 + 알람 History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제출하면 오늘 수업 완료 · 2점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CloudWatch 대시보드 전체 화면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위젯이 실제 데이터로 그려진 상태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수신된 알람 메일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제목과 본문이 보이게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드리프트 점검 결과 두 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· 정상 상태와 드리프트 유발 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docs/운영체크리스트.md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URL · 일일 점검, 장애 접수, 재학습 정책까지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종료 5분 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3931920"/>
          </a:xfrm>
          <a:prstGeom prst="roundRect">
            <a:avLst>
              <a:gd name="adj" fmla="val 1860"/>
            </a:avLst>
          </a:prstGeom>
          <a:solidFill>
            <a:srgbClr val="FCF1E6"/>
          </a:solidFill>
          <a:ln w="19050">
            <a:solidFill>
              <a:srgbClr val="D97A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73936"/>
            <a:ext cx="566928" cy="566928"/>
          </a:xfrm>
          <a:prstGeom prst="ellipse">
            <a:avLst/>
          </a:prstGeom>
          <a:solidFill>
            <a:srgbClr val="D97A2B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91056" y="1755648"/>
            <a:ext cx="96862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EC2는 중지(Stop)만 합니다. 종료하지 마세요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0143439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주에도 씁니다. 중지하면 알람이 INSUFFICIENT_DATA가 되는데 정상입니다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만든 SNS 주제 중복분은 삭제합니다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CloudWatch 알람 삭제. 알람 10개 초과분은 과금 대상입니다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 그룹 보존기간이 7일인지 확인합니다. 무기한 보존은 비용이 쌓입니다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5C3A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system prune -af 로 이미지를 정리하고 df -h 로 확인합니다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로그는 사후 기록, 메트릭은 추세, 알람은 안 보고 있어도 부르는 장치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모델은 조용히 틀린다. 그래서 입력 분포를 따로 감시한다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강의는 20분뿐입니다. 175분이 전부 팀 작업이고 강사가 순회합니다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말해둡니다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발표날 데모는 반드시 실패합니다. 그래서 다음 주에 시연 영상을 찍습니다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308860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528316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과제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003804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점검 5회분 기록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M3 미통과 항목 해결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뒤에도 맞을까 3문장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발표용 입력 데이터 3건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12주차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12주차 — 모니터링과 운영 (M3 파이프라인 완성)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