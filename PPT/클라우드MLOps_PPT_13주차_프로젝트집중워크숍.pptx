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제가 가르치는 시간이 15분밖에 없다고 먼저 말하세요. 나머지 175분은 전부 학생 시간입니다. 코칭 순서는 칠판에 붙여두고, 본인 팀 차례가 아닐 때는 대기하지 말고 자기 작업을 하라고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휴식을 20분 연속으로 두면 작업 흐름이 끊기므로 10분씩 두 번으로 나눴다고 설명하세요. 팀 작업이 175분으로 전체의 76%입니다. 12주 동안 안 풀린 게 있으면 오늘이 마지막 기회라고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순서를 강조하세요. 발표자료를 먼저 만들고 싶겠지만 서비스가 안 돌면 발표자료는 아무 의미가 없습니다. 앞의 두 개를 먼저 끝내고 발표자료로 갑니다. 오늘 강사 앞에서 통과하면 다음 주가 편해진다고 동기를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따릉이 대여량을 예측했습니다는 문제가 아니고, 재배치 담당자가 새벽에 몇 대를 갖다 놓을지 감으로 정하고 있습니다가 문제라고 예를 들어주세요. 실패를 말할 수 있다는 건 그 지점을 정확히 이해했다는 증거라 항상 높은 점수를 받습니다.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매년 반드시 두세 팀이 겪습니다. 이유가 정해져 있다고 말하고 다음 슬라이드로 넘어가세요. 그래서 오늘 시연 영상을 찍는 것이고 이건 예외가 없다고 못 박습니다.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퍼블릭 IP는 탄력적 IP를 붙이면 고정되지만, 인스턴스에 연결되지 않은 탄력적 IP는 요금이 나가고 다음 주에 반드시 해제한다는 점을 같이 알려주세요.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데모가 실패했을 때 당황하지 않는 것 자체가 평가 대상이라고 말해주세요. 네트워크가 불안정하네요, 준비한 영상으로 보여드리겠습니다 하고 3초 만에 넘어가면 오히려 준비성으로 점수를 받습니다. 5분 동안 왜 안 되지 하는 팀이 점수를 잃습니다.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녹화 전에 개인 메신저와 다른 브라우저 탭을 정리시키세요. 영상에 카톡 알림이 뜨는 사고가 매년 있습니다. 브라우저는 125%로 확대하고, 윈도우는 Win+G, 맥은 Cmd+Shift+5로 별도 설치 없이 녹화됩니다.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서비스가 안 도는데 발표자료 디자인을 하고 있는 팀이 반드시 있습니다. 즉시 순서를 되돌리세요. 시연 영상을 나중에 집에서 찍겠다는 팀은 100% 안 찍으므로 03:20 전까지 파일을 보여주는 것을 오늘 필수 통과 조건으로 못 박습니다.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1라운드는 동작과 재현성, 2라운드는 발표와 마무리에 집중합니다. 팀원 중 가장 말이 없는 사람에게 이 부분 설명해줄 수 있냐고 물으세요. 무임승차는 여기서 드러납니다. 미통과 항목은 종이에 적어 팀에 남깁니다.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한쪽만 되면 대부분 보안그룹 문제입니다. 8000 포트가 열려 있는지 확인시키세요. 심사자는 남의 환경에서 호출한다는 점을 다시 상기시키면 학생들이 이 항목을 진지하게 받아들입니다.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교차 테스트는 오늘 반드시 한 번 합니다. NCS 운영개선사항 식별하기가 요구하는 것이 바로 이 지적사항 목록입니다. 지적을 받고 고치는 것까지가 한 세트라고 말해주세요.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README의 설치, 실행, 배포, 롤백, 장애조치 항목이 실제 동작과 일치하는지가 NCS 운영매뉴얼 관리하기의 판정 기준입니다. 아키텍처 그림은 손그림을 찍어 올려도 인정한다고 말해주면 부담이 줄어듭니다.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디스크는 발표 당일 사망 원인 1위입니다. 80%가 넘으면 docker system prune -af 로 지금 비우게 하세요. 오늘 발표에 쓸 EC2는 중지만 하고 종료하지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폰트 24pt 이상, 한 줄 20자 이내, 코드는 딱 한 장 10줄 이내입니다. 코드 나열은 루브릭의 미흡 판정 문구에 그대로 적혀 있다고 알려주세요. 마지막에 반드시 PDF로 저장해야 폰트 깨짐 사고가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시연 영상은 링크만 제출하고 재생이 안 되는 사고가 있으니 마무리 시간에 강사 화면에서 실제로 재생해 확인하세요. 3번을 안 낸 팀은 다음 주 발표 점수에서 2점 감점입니다.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순서는 제비뽑기로 정하고 칠판과 공지에 게시하세요. 첫 번째 팀은 정각 시작이라는 점을 못 박습니다. 그리고 발표 리허설을 타이머를 켜고 실제 15분으로 최소 한 번 해오라고 과제로 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D4E5B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834640" cy="2834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344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4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pPr indent="0" marL="0">
              <a:buNone/>
            </a:pPr>
            <a:r>
              <a:rPr lang="en-US" sz="2200" dirty="0">
                <a:solidFill>
                  <a:srgbClr val="6FD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주차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566928" y="269748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집중 워크숍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41605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남의 환경에서 재현되는 상태로 산출물을 통합하고 시연 영상 백업을 완성할 수 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5230368"/>
            <a:ext cx="8412480" cy="18288"/>
          </a:xfrm>
          <a:prstGeom prst="rect">
            <a:avLst/>
          </a:prstGeom>
          <a:solidFill>
            <a:srgbClr val="2E5A66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53949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연성대학교 · 230분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572414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NCS  2001070405_20v1.2   2001070408_20v1.1   2001070403_20v1.4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흐름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230분 · 오늘은 시간표가 다릅니다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48132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— 오늘 운영 방식 · 코칭 순서 안내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887407" y="148132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084832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08483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미니강의 — 발표 구성법 · 시연 영상 백업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87407" y="208483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15분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688336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68833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 (1차)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887407" y="2688336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3291840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EDF5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29184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팀별 작업·코칭 1부 — 통합 점검과 재현성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887407" y="329184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90분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3895344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895344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 (2차)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887407" y="3895344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6928" y="4498848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EDF5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449884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팀별 작업·코칭 2부 — 발표자료·시연 영상·리허설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887407" y="449884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85분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66928" y="5102352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510235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 — 제출 확인 · 발표 순서 추첨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887407" y="510235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15분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13주차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미니강의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20분 · 오늘 강의는 이게 전부입니다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강사가 팀마다 확인할 네 가지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 최종 평가 루브릭 25점의 뼈대와 같습니다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구간이 진짜 도는가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 계정, 다른 사람 노트북에서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70891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708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67233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README만 보고 재현되는가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3056382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보는 사람이 clone부터 학습 실행까지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88162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8816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845052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MLflow에 실험 기록이 있는가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4229100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파라미터와 성능을 비교할 수 있는 실험 5건 이상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505434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50543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501777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리소스와 비용이 정리됐는가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5401818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탄력적 IP · SageMaker 엔드포인트 · 미사용 EBS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00515" y="2226564"/>
            <a:ext cx="4324252" cy="3154680"/>
          </a:xfrm>
          <a:prstGeom prst="roundRect">
            <a:avLst>
              <a:gd name="adj" fmla="val 2319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4835" y="2446020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끝낼 다섯 가지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574835" y="2921508"/>
            <a:ext cx="377561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재현되는 README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남의 노트북에서 도는 API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발표자료 초안 10~12장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영상 3분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리소스·비용 현황표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13주차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발표는 네 덩어리로 짭니다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순서로 나열하면 15분이 5분 만에 사라집니다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94383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6943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09344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· 3분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75104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예측했다가 아니라 누가 왜 불편했는지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419502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63255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6325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547518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접근 · 4분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2913278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나열 금지. 무엇을 왜 골랐는지 선택의 이유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357677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5707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5707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485693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· 5분 (시연 3분)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851453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숫자는 반드시 베이스라인 등 비교 대상과 함께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295851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50890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508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423867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배운 점 · 3분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4789627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실패를 말하는 팀이 이깁니다. 여기서 점수가 갈립니다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234026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447081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4470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362042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30초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71600" y="5727802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저희가 만든 것을 한 문장으로. 제목 소개가 아닙니다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13주차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1920240"/>
            <a:ext cx="981425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 발표에서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여러분의 라이브 데모는 실패합니다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188720" y="4846320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겁주는 게 아니라 확률 이야기입니다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 실패 4대 원인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전부 여러분 잘못이 아닌데도 발표는 망합니다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2116836"/>
            <a:ext cx="5382616" cy="1563624"/>
          </a:xfrm>
          <a:prstGeom prst="roundRect">
            <a:avLst>
              <a:gd name="adj" fmla="val 4678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5458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545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5024" y="2336292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강의실 와이파이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35024" y="2848356"/>
            <a:ext cx="433105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30명이 동시에 붙어 있습니다. 평소 100밀리초 걸리던 요청이 그날 타임아웃 납니다.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2152" y="2116836"/>
            <a:ext cx="5382616" cy="1563624"/>
          </a:xfrm>
          <a:prstGeom prst="roundRect">
            <a:avLst>
              <a:gd name="adj" fmla="val 4678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8184" y="235458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98184" y="23545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10248" y="2336292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퍼블릭 IP 변경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10248" y="2848356"/>
            <a:ext cx="433105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인스턴스를 중지했다 켜면 주소가 바뀝니다. 발표자료에 적은 주소가 죽은 주소가 됩니다.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73068"/>
            <a:ext cx="5382616" cy="1563624"/>
          </a:xfrm>
          <a:prstGeom prst="roundRect">
            <a:avLst>
              <a:gd name="adj" fmla="val 4678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108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108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35024" y="419252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배포 실패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35024" y="4704588"/>
            <a:ext cx="433105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밤에 고친 코드의 배포가 빨간 X로 끝났는데 아무도 안 봤습니다.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42152" y="3973068"/>
            <a:ext cx="5382616" cy="1563624"/>
          </a:xfrm>
          <a:prstGeom prst="roundRect">
            <a:avLst>
              <a:gd name="adj" fmla="val 4678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8184" y="42108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98184" y="42108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10248" y="419252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 삭제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10248" y="4704588"/>
            <a:ext cx="433105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제일 허무한 경우입니다. 발표 직전에 누가 실수로 컨테이너를 지웠습니다.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13주차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영상 백업은 오늘 필수입니다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미제출 시 다음 주 발표 점수에서 감점합니다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 이내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통째로 틀 게 아니라 실패했을 때 갈아 끼울 대체재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47436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4743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43779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소리는 없어도 됨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2821838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대신 무엇을 하는지 화면에 큰 글씨나 자막으로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12541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1254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375965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곳에 보관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3760013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 드라이브 + 발표할 노트북 바탕화면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350715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3507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4314139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인터넷 끄고 재생 테스트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4698187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강의실에서 인터넷이 안 될 수 있습니다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28889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2888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" y="525231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파일명 규칙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24128" y="5636362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&lt;팀번호&gt;_시연영상_&lt;날짜&gt;.mp4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00515" y="2436876"/>
            <a:ext cx="4324252" cy="2734056"/>
          </a:xfrm>
          <a:prstGeom prst="roundRect">
            <a:avLst>
              <a:gd name="adj" fmla="val 267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4835" y="2656332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백업 3단 구성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574835" y="3131820"/>
            <a:ext cx="3775612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 라이브 데모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노트북 로컬 실행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 시연 영상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3초 안에 전환하면 감점 없음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13주차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영상에 담을 다섯 장면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중간에 멈추지 말고 한 번에 촬영합니다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94383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6943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09344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 1 · 15초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75104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주소창에 서비스 주소 입력, Swagger UI 로딩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419502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63255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6325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547518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 2 · 40초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2913278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/predict 에서 실제 입력값을 타이핑하는 손까지 보이게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357677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5707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5707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485693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 3 · 20초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851453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JSON을 화면 가운데로. 예측값을 마우스로 가리키기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295851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50890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508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423867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 4 · 30초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4789627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CloudWatch 대시보드에 방금 요청이 그래프로 찍히는 것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234026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447081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4470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362042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 5 · 60초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71600" y="5727802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한 줄 수정 후 push, Actions 초록 체크 (배속 가능)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13주차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팀별 작업과 코칭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175분 · 강사는 가르치지 않고 순회하며 점검합니다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반드시 끝낼 산출물 다섯 가지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순서대로 합니다. 순서를 바꾸지 마세요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852160"/>
                <a:gridCol w="2093976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산출물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완료 기준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목표 시각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README.md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옆 팀 교차 테스트 지적사항이 전부 반영됨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1부 종료 02:00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남의 노트북에서 도는 API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서로 다른 노트북 2대 이상에서 /predict 성공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1부 종료 02:00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발표자료 초안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10~12장, 숫자와 화면 캡처 포함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03:00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시연 영상 백업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3분 이내 mp4, 드라이브와 노트북에 각 1부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03:20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리소스·비용 현황표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명령 5개 결과 캡처 + 팀 태그 누적 비용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03:30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13주차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코칭 체크리스트 A부터 D까지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강사가 여러분 화면 앞에서 직접 실행시켜 확인합니다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 전 구간 동작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강사 노트북에서 /health와 /predict, 테더링에서도 한 번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70891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708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67233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 재현성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3056382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복붙 가능한 명령, 환경변수 목록, 배포와 롤백 방법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88162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8816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845052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 실험 관리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4229100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5건 이상, 채택 모델 추적, 선택 이유를 말로 설명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505434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50543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501777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 리소스·비용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5401818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미연결 탄력적 IP, 엔드포인트, 미사용 EBS가 전부 0건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00515" y="2436876"/>
            <a:ext cx="4324252" cy="2734056"/>
          </a:xfrm>
          <a:prstGeom prst="roundRect">
            <a:avLst>
              <a:gd name="adj" fmla="val 267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4835" y="2656332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코칭할 때의 규칙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574835" y="3131820"/>
            <a:ext cx="3775612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키보드를 뺏지 않는다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돌아가나요 대신 돌려보세요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 없는 사람에게 묻는다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팀 20분을 넘기지 않는다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13주차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 다른 환경에서 진짜 도는지 확인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개발에 덜 참여한 팀원의 노트북일수록 좋습니다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팀원 중 한 명이 자기 노트북에서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-i http://&lt;팀 서비스 퍼블릭 IP&gt;:8000/health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http://&lt;팀 서비스 퍼블릭 IP&gt;:8000/predict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"Content-Type: application/json"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'&lt;발표 때 쓸 실제 입력 JSON 3건 중 1번&gt;'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학교 와이파이가 아닌 망(휴대폰 테더링)에서 한 번 더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한쪽만 되면 보안그룹 인바운드 규칙을 본다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ec2 describe-security-groups --region ap-northeast-2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--group-ids &lt;보안그룹 ID&gt;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--query "SecurityGroups[].IpPermissions[].[FromPort,ToPort]"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--output table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환경 모두에서 200과 정상 예측값이 나와야 통과입니다.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13주차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 옆 팀과 README 교차 재현 테스트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안에서는 못 합니다. 빠진 단계를 무의식적으로 채워 읽으니까요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94383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6943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09344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 팀 README만 받는다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75104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말로 물어보는 것 금지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419502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63255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6325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547518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적힌 대로 따라한다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2913278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clone에서 환경 구성, 학습 실행까지. 15분 제한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357677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5707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5707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485693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막힌 지점을 그대로 적는다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851453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3번 단계에서 mlflow 모듈 없음, requirements에 빠짐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295851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50890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508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423867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받은 팀은 README에 반영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4789627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반영 커밋 링크가 오늘 제출물입니다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234026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447081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4470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362042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지적 0개는 대충 한 것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71600" y="5727802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3~5개가 나옵니다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13주차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README 필수 항목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순서 그대로. 다른 사람이 운영할 수 있는 수준의 문서입니다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77656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반드시 들어갈 내용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1–2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 정의(누가 왜 불편한가) · 데이터 출처·기간·규모·개인정보 포함 여부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 구성 — 아키텍처 그림 1장과 사용 서비스 목록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4–5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 방법(복붙 가능해야 함) · 필요한 환경변수 표 · API 명세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실험 결과표와 최종 채택 모델 선택 이유 3줄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7–8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배포 방식·대상·롤백 명령 · 대시보드·지표·알람·재학습 정책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9–10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알고 있는 한계 3가지와 다음 단계 · 팀 구성과 역할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13주차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 리소스와 비용 확인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미정리 적발 시 회당 2점 감점. 오늘이 스스로 고칠 마지막 기회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우리 팀 EC2 전부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ec2 describe-instances --region ap-northeast-2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--filters "Name=tag:Team,Values=&lt;팀번호&gt;"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--query "Reservations[].Instances[].[InstanceId,State.Name]" --output table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연결 안 된 탄력적 IP - 있으면 요금이 나갑니다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ec2 describe-addresses --region ap-northeast-2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--query "Addresses[?AssociationId==null].[PublicIp]" --output table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SageMaker 엔드포인트 - 9주차 이후 남아 있으면 큰일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sagemaker list-endpoints --region ap-northeast-2 --output table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4) 미사용 EBS 볼륨과 디스크 여유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ec2 describe-volumes --region ap-northeast-2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--filters "Name=status,Values=available"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--query "Volumes[].[VolumeId,Size]" --output table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-h 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2번, 3번, 4번은 전부 비어 있어야 합니다. 하나라도 있으면 지금 지웁니다.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13주차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발표자료 구성표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10~12장 / 15분. 한 장에 메시지 하나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766560"/>
                <a:gridCol w="2825496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제목과 담을 내용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1–2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표지(만든 것을 한 문장으로) · 문제 — 누가 어떤 상황에서 불편한가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0:00–1:30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3–4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문제를 ML 문제로(입력·출력·지표·성공 기준) · 데이터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1:30–4:30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 구성 — 아키텍처 그림 1장, 화살표로 전 구간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4:30–6:00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6–7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선택(왜 이걸 골랐는가) · 성능(베이스라인 대비 개선)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6:00–9:00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라이브 시연 — 슬라이드에는 시연 한 단어만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9:00–12:00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9–12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배포·자동화 · 운영·모니터링 · 배운 점 · 한계와 다음 단계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12:00–15:00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13주차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체크포인트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제출하면 오늘 수업 완료 · 2점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2144268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35000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2244852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코칭 체크리스트 강사 서명본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80160" y="2601468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인쇄물 · A부터 D까지 전 항목 판정 완료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985516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319125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3086100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발표자료 초안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80160" y="3442716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 · 10~12장, 구성표 준수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826764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403250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3927348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영상 백업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80160" y="4283964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 드라이브 링크 · 3분 이내 mp4, 5장면 포함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668012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487375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4768596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 팀 교차 테스트 결과지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80160" y="5125212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URL · 지적사항과 반영 커밋 링크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13주차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15분 · 제출 확인과 발표 순서 추첨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· 다음 주 예고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28016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" y="124358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정리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24128" y="1627632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노트북에서 되는 것은 완성이 아니다. 남의 환경에서 재현되는 것이 완성이다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51688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51688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248031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24128" y="2864358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발표하는 날입니다. 고치는 날이 아닙니다. 오늘 상태 그대로 가져오세요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75361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7536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371703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 준비물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24128" y="4101084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발표자료 PDF(USB에도) · 시연 영상 로컬 파일 · 입력 데이터 3건 · 충전기 · 필기구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99033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49903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4128" y="4953762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 백업하세요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24128" y="5337810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주에 AWS 리소스를 전부 지웁니다. 지워지면 끝입니다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00515" y="2308860"/>
            <a:ext cx="4324252" cy="2734056"/>
          </a:xfrm>
          <a:prstGeom prst="roundRect">
            <a:avLst>
              <a:gd name="adj" fmla="val 267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74835" y="2528316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백업할 캡처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574835" y="3003804"/>
            <a:ext cx="3775612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MLflow 실험 비교 화면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CloudWatch 대시보드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Actions 성공 로그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응답 화면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13주차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클라우드 MLOps 13주차 — 프로젝트 집중 워크숍</dc:title>
  <dc:subject>PptxGenJS Presentation</dc:subject>
  <dc:creator>연성대학교</dc:creator>
  <cp:lastModifiedBy>연성대학교</cp:lastModifiedBy>
  <cp:revision>1</cp:revision>
  <dcterms:created xsi:type="dcterms:W3CDTF">2026-08-02T15:22:44Z</dcterms:created>
  <dcterms:modified xsi:type="dcterms:W3CDTF">2026-08-02T15:22:44Z</dcterms:modified>
</cp:coreProperties>
</file>