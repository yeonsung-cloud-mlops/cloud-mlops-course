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12주 동안 만든 것을 남에게 보여주는 날입니다. 그리고 발표가 끝이 아니라 휴식 뒤에 리소스를 전부 지우고 실제로 얼마를 썼는지 다 같이 확인한다는 것도 처음에 공지하세요. 만드는 것만큼 지우는 것도 실력입니다.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수에 따라 발표 시간이 달라집니다. 6팀이면 팀당 20분, 8팀 이상이면 발표 12분에 질의 3분으로 단축한다고 첫 안내에서 반드시 공지하세요. 단축하는 경우 데이터 장과 한계 장을 각 30초씩 줄이도록 알려줍니다.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상호평가는 익명 집계로만 반영되니 솔직하게 적으라고 하세요. 잘한 점 하나와 궁금한 점 하나를 반드시 문장으로 적게 하고, 그게 발표 팀에게 돌아가는 선물이라고 말해주면 성의 있게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시작 전에 전 팀이 로컬 백업 컨테이너를 미리 띄워두게 하세요. 네트워크가 죽어도 로컬은 삽니다. 이 표를 먼저 보여주면 학생들이 대안을 꺼내는 것에 대한 심리적 부담이 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문구를 발표 시작 전에 소리 내어 읽어주세요. 지난주에 시연 영상을 왜 필수로 만들었는지가 여기서 회수됩니다.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순서 1~3번 팀은 지금 미리 curl로 헬스체크를 돌리게 하세요. 퍼블릭 IP가 바뀐 팀은 발표자료의 주소를 즉시 고쳐야 합니다. 이걸 안 잡으면 첫 팀에서 5분이 그냥 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 판정의 핵심 조건이 전부 제3자 환경, 재현, 근거 추적이라는 점을 짚어주세요. 지난주 코칭에서 확인한 네 가지가 그대로 이 표가 됩니다. 개인정보나 저작권 위반 데이터를 쓰면 프로젝트 점수가 0점이라는 것도 다시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상호평가는 6개 항목 평균에 3을 곱해 15점으로 환산한 뒤 30%로 반영됩니다. 서술형은 익명으로 해당 팀에 그대로 전달한다고 알려주면 성의 있게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질문은 지적이 아니라 궁금증으로 던지라고 청중에게도 미리 말해두세요. 발표자가 아닌 팀원에게 던지는 질문이 각자 최소 1회는 전 구간을 혼자 돌려보기 요구사항을 확인하는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S3를 백업 없이 지우려는 팀이 반드시 있습니다. 이 체크리스트를 다 채웠는지 먼저 물으세요. 그리고 내려받은 백업 폴더를 저장소에 커밋하지 않도록 .gitignore를 확인시킵니다.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중지를 정리로 착각한 팀이 매년 나옵니다. State.Name이 terminated인지 반드시 확인시키세요. 지웠어요는 증거가 아니고 describe 결과가 비어 있는 화면이 증거라고 계속 말해줍니다.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EBS는 인스턴스를 꺼도 요금이 나간다는 점을 다시 짚어주세요. 예상 비용표에서 EBS가 EC2 사용료보다 컸습니다. 스냅샷도 지우지 않으면 저장 요금이 계속 나갑니다.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스크립트를 돌리지 않고 지웠다고만 하는 팀이 있습니다. 출력 화면을 캡처하는 것이 체크포인트 제출물이라고 다시 말하세요. 학생 권한으로 삭제가 안 되는 항목은 목록을 종이에 적어 제출하게 하고 강사가 대신 지웁니다.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Explorer에 오늘 비용이 안 보이는 것도 정상입니다. 비용 데이터는 최대 24시간 지연되니 전일까지의 누적으로 리뷰하고, 계정 전체 수치는 강사 화면을 참고하게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프로젝트가 끝났는데 GPU 인스턴스가 6개월 돌아서 수천만 원이 나온 사례가 실제로 있다고 말해주세요. 이 감각이 있는 개발자와 없는 개발자는 5년 뒤에 완전히 다른 사람이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가지를 팀별로 한 줄씩 답하게 하세요. 가장 많이 나간 항목이 무엇이고 예상과 같았는지, 절반으로 줄이려면 무엇을 바꿔야 했는지, 이번 학기에 비용이 새어나간 순간이 언제였는지.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살아 있지 않은 것을 살아 있는 척하는 것보다 왜 내렸는지 밝히는 게 훨씬 프로답다고 말해주세요. 링크를 눌렀다 404를 보고 닫는 것이 최악입니다. 공개 전환 전에 비밀 문자열 검색 명령을 반드시 돌리게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오케스트레이션이라는 단어는 11주차 NCS 핵심 용어에도 나왔다는 점을 연결해주세요. 학생들이 배운 용어가 다음 단계로 이어진다는 감각을 갖게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NCS 기반 채용에서 직무기술서를 읽을 때 이 용어들이 낯설지 않을 거라고 말해주세요. 그것만으로도 큰 차이입니다. 대학원 질문이 나오면 모델을 연구하고 싶으면 필요하고 서비스로 만드는 일이 좋았다면 실무가 빠르다고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이후 강사가 계정 전체를 다시 훑는다고 공지하세요. 남아 있는 리소스가 발견되면 해당 팀에 개별 연락하고 회당 2점 감점입니다. 이 말을 해두면 마지막까지 꼼꼼히 지웁니다.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회고는 팀 발표가 아니라 전체 원형으로 앉아 각자 한 문장씩 돌아가며 말합니다. 열심히 했다 같은 소감은 금지하고 구체적인 행동으로 말하게 하세요. 그 문장들이 그대로 이력서 문장이 된다고 말해주면 분위기가 살아납니다.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AI를 안다가 아니라 AI를 서비스로 만들어 본 적이 있다는 것이 여러분이 가진 것이라고 마무리하세요. 대학 4년 내내 주피터 노트북 안에서만 있다가 졸업하는 사람이 훨씬 많습니다.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4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pPr indent="0" marL="0">
              <a:buNone/>
            </a:pPr>
            <a:r>
              <a:rPr lang="en-US" sz="2200" dirty="0">
                <a:solidFill>
                  <a:srgbClr val="6FD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주차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발표 및 마무리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12주 프로젝트를 발표·시연하고, 만든 리소스를 전부 지우고 비용을 설명할 수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230368"/>
            <a:ext cx="8412480" cy="18288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연성대학교 · 230분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  2001070208_18v1.1   2001070208_18v1.2   2001070405_20v1.3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230분 · 오늘도 시간표가 다릅니다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— 발표 오리엔테이션 · 상호평가지 배부 · 장비 점검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87407" y="14813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발표 세션 — 발표 15분 + 질의 5분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87407" y="20848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87407" y="26883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918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전체 정리 + 최종 비용 확인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87407" y="3291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95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회고 및 진로 연계 · 마무리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87407" y="3895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발표 세션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120분 · 발표 15분 + 질의 5분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전 네 가지 공지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 전에 이것만 확인하고 갑니다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15분, 질의 5분. 13분에 한 번, 15분에 두 번 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되면 3초 안에 로컬 실행이나 시연 영상으로 넘어갑니다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상호평가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들으면서 바로 적습니다. 점수 말고 문장 두 개를 꼭 씁니다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질의응답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전원이 받습니다. 자기가 맡은 부분은 자기가 답합니다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남은 일정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 뒤 리소스 전체 정리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비용 다 같이 확인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회고와 다음 학습 경로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데모가 실패했을 때 진행 규칙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정해두면 당황하지 않습니다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5394960"/>
                <a:gridCol w="181965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라이브 호출 타임아웃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10초 안에 로컬 컨테이너로 전환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로컬 실행도 실패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시연 영상 재생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영상도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 계속 진행, 시연 항목 미수행 처리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-3점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규명에 1분 이상 지연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강사가 개입해 다음으로 진행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-1점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 시간 2분 이상 초과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강사가 마무리 요청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-1점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준비한 대안을 꺼내는 것은 감점이 아닙니다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없이 시간을 쓰는 것이 감점입니다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당황하지 않는 것 자체가 평가 대상입니다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팀 발표 전 장비 점검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5분이 날아가면 전체 일정이 밀립니다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106006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프로젝터 연결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10600639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HDMI · USB-C 젠더 · 해상도 1920x1080 확인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106006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발표자료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10600639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PDF가 USB에서도 열리는지 확인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106006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10600639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인터넷을 끄고 로컬 파일이 재생되는지 확인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106006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퍼블릭 IP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10600639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인스턴스를 켠 뒤 주소가 바뀌지 않았는지. 바뀌었으면 지금 수정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106006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백업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10600639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전 미리 docker run 으로 띄워둡니다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산출물 루브릭 (25점)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공개된 채점 기준표입니다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684885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상(우수) 판정 기준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파이프라인 완성도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구간이 실제로 동작하고 제3자 환경에서 호출·시연 가능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실험 관리·재현성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MLflow 5건 이상, 선택 근거 추적, README만 보고 재현 성공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배포·운영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커밋 1회 자동 배포 + 로그·메트릭·알람 + 드리프트 또는 재학습 정책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문서화·발표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문제정의와 의사결정 근거가 명확, 실패·한계를 스스로 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감점 규정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리소스 미정리 회당 -2점 · 시연 영상 미제출 -2점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평가표 (15점)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평가 70% + 상호평가 집계 30%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684885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내용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정의의 명확성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 어떤 상황에서 불편한가가 구체적인가. 첫 30초에 전달되는가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접근·의사결정 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 나열이 아니라 선택의 이유와 대안 대비 트레이드오프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라이브 시연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입력으로 결과가 나오는가. 실패 시 즉시 전환하는가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 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성능 수치가 베이스라인 등 비교 대상과 함께 제시되는가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배운 점·질의응답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실패와 한계를 스스로 말하는가. 팀 전원이 답하는가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질의응답에서 나올 질문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팀당 두 개를 고릅니다. 미리 답을 맞춰두세요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파이프라인·재현성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서버에 떠 있는 이미지가 어느 커밋으로 만들어졌나요. README만 보고 몇 분 만에 학습을 돌릴 수 있나요.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모델·의사결정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모델을 고른 이유가 뭔가요. 두 번째 후보 대비 무엇을 포기했나요. 베이스라인 대비 얼마나 나아졌나요.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서비스가 지금 죽으면 몇 분 안에 알 수 있나요. 6개월 뒤에도 잘 맞을까요. 언제 다시 학습하나요.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2152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8184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8184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0248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팀·개인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0248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발표자가 아닌 팀원에게. 이 부분은 누가 만들었나요. 12주 중 가장 오래 막혔던 지점은 어디였나요.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전체 정리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 · 만드는 것만큼 지우는 것도 실력입니다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지우기 전에 반드시 백업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AWS에서 지우면 끝입니다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포트폴리오에 쓸 자료를 먼저 챙기세요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MLflow 실험 비교 화면 — 실험 5건 이상이 보이게 캡처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CloudWatch 대시보드 전체 · 알람 수신 메일 · Actions 성공 로그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응답 화면과 데모 UI · 최종 모델 성능 수치가 적힌 화면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s3 cp 로 models/ 폴더를 로컬에 내려받기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 파일은 로컬과 공유 드라이브 두 곳에 이중 보관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순서 — 비싼 것부터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지우면 되살릴 수 없는 것은 백업을 먼저 확인하고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SageMaker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 · 엔드포인트 구성 · 앱. 시간당 과금 1순위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EC2 종료(Terminate)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중지는 정리가 아닙니다. EBS 요금이 계속 나갑니다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EBS 볼륨과 스냅샷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비용의 절반. 30GB 넉 달이 약 12달러였습니다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탄력적 IP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연결되지 않은 상태가 오히려 과금됩니다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ECR · S3 · CloudWatch · SNS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S3는 백업을 내려받은 것을 확인한 뒤에 지웁니다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명령 (1/2)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비싼 것부터. 되돌릴 수 없으니 백업 확인 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SageMaker 엔드포인트 (시간당 과금 1순위)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sagemaker list-endpoints --region ap-northeast-2 --output table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sagemaker delete-endpoint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--endpoint-name &lt;엔드포인트명&gt;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EC2 종료 - 되돌릴 수 없습니다. 백업 확인 후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terminate-instances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--instance-ids &lt;인스턴스ID1&gt; &lt;인스턴스ID2&gt;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남은 EBS 볼륨과 스냅샷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delete-volume --region ap-northeast-2 --volume-id &lt;VolumeId&gt;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delete-snapshot --region ap-northeast-2 --snapshot-id &lt;SnapshotId&gt;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탄력적 IP 해제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release-address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--allocation-id &lt;AllocationId&gt;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볼륨 삭제가 실패하면 인스턴스가 terminated 될 때까지 2~3분 기다렸다 다시 합니다.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명령 (2/2)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 정리 확인 스크립트를 돌립니다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5) ECR 리포지토리 (이미지가 있어도 통째로)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ecr delete-repository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--repository-name &lt;리포지토리명&gt; --force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6) S3 - 백업을 내려받았는지 다시 확인하고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rm s3://&lt;팀 버킷&gt;/ --recursive --region ap-northeast-2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rb s3://&lt;팀 버킷&gt; --region ap-northeast-2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7) CloudWatch 알람 · 대시보드 · 로그 그룹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cloudwatch delete-alarms --region ap-northeast-2 --alarm-names &lt;알람&gt;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cloudwatch delete-dashboards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--dashboard-names "mlops-&lt;팀번호&gt;"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logs delete-log-group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--log-group-name "/mlops/&lt;팀번호&gt;/api"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8) SNS 주제, 그리고 정리 확인 스크립트 실행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 delete-topic --region ap-northeast-2 --topic-arn &lt;주제 ARN&gt;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cleanup_check.sh &lt;팀번호&gt;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cleanup_check.sh 출력이 전 항목 0건이어야 통과. 이 화면 전체가 오늘 제출물입니다.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막히면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실습에서 실제로 터지는 문제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DependencyViolation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볼륨이 아직 인스턴스에 붙어 있음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terminated 될 때까지 2~3분 대기 후 재시도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BucketNotEmpty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객체나 버전이 남아 있음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 rm --recursive 재실행. 버전 버킷은 콘솔에서 비우기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RepositoryNotEmptyException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ECR에 이미지가 남아 있음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delete-repository 에 --force 추가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엔드포인트가 Deleting에서 멈춤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3~5분 대기. 10분 넘으면 강사 호출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AccessDenied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IAM 권한 경계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강사가 대신 삭제. 목록을 종이에 적어 제출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종료했는데 목록에 계속 보임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terminated 상태는 1시간쯤 조회됨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정상입니다. terminated면 과금되지 않습니다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한 학기에 쓴 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46442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$25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5432377" y="1417320"/>
            <a:ext cx="61923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작아 보이지만 감각이 중요합니다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105783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30명이 쓰면 750달러, 회사에서 100명이 쓰면 2,500달러입니다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실무에서는 GPU 인스턴스 한 대가 시간당 몇 달러씩 나갑니다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사고의 가장 흔한 형태는 해킹이 아니라 안 쓰는데 안 지운 것입니다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남길 것은 절약 습관이 아니라 내가 만든 것이 돈을 쓴다는 감각입니다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팀별 비용 리뷰표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작성해서 제출합니다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73989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예상(교육계획서)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팀 실제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$5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EBS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$12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 · ECR · CloudWatch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$2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SageMaker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$5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Bedrock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$1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$25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회고와 진로 연계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 · 포트폴리오와 다음 학습 경로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담당자가 보는 시간은 30초입니다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AWS는 지웠고 이제 프로젝트의 실체는 README 한 장입니다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줄 — 한 문장 소개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할 수 있게 되는지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줄 — 기술 배지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· FastAPI · Docker · AWS · MLflow · Actions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 줄 — 동작 화면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스크린샷이나 GIF 한 장. 이게 제일 강력합니다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종료 안내 한 줄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문제로 종료, 동작은 시연 영상 링크로 확인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한 것 섹션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구현 · 기여도. 팀 프로젝트는 이게 없으면 안 됩니다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전환 전에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.env와 키 파일 확인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데이터 확인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log에 비밀 문자열 검색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Public 전환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배울 것 — 순서를 지키세요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배우면 아무것도 안 남는 것이 있습니다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의외지만 현장에서 MLOps 엔지니어가 가장 많이 쓰는 언어입니다. 데이터가 다 데이터베이스에 있으니까요.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Airflow · Prefect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워크플로 오케스트레이션. 매일 새벽 3시에 받아서 학습하고 좋으면 배포 같은 흐름을 짭니다.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Kubernetes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열 대에 컨테이너 백 개가 되면 필요합니다. 도커를 충분히 쓰기 전에는 서두르지 마세요.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2152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8184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8184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0248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0248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코드형 인프라. 오늘 손으로 지운 리소스를 코드로 만들고 코드로 지우는 방식입니다.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자격증과 직무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다음에 뭘 하면 되나요에 대한 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 AWS Cloud Practitioner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콘솔·IAM·S3·EC2·비용을 이미 다 만졌습니다. 4~6주면 됩니다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2순위 AWS SAA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난이도는 오르지만 취업 시장 인지도가 가장 높습니다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자격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정보처리기사 · 빅데이터분석기사 · ADsP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닿아 있는 직무 셋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MLOps 엔지니어 · 데이터 엔지니어 · 백엔드(AI 서비스)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신입은 보통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백엔드나 데이터 엔지니어로 들어가서 MLOps를 맡게 됩니다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226564"/>
            <a:ext cx="4324252" cy="3154680"/>
          </a:xfrm>
          <a:prstGeom prst="roundRect">
            <a:avLst>
              <a:gd name="adj" fmla="val 2319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446020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학기가 걸친 NCS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2921508"/>
            <a:ext cx="37756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인공지능모델링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인공지능서비스운영관리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인공지능플랫폼구축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인공지능서비스기획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빅데이터플랫폼구축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제출물 확인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전부 확인하고 마칩니다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723644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293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824228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코드 저장소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180844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 · README 포함 · Public 전환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564892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7706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665476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발표자료 최종본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022092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06140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6118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506724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확인 화면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3863340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전 항목 0건. 미제출 시 -2점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47388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4531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34797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비용 리뷰표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4704588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· 예상 대비 실제와 차이가 난 이유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8636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294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518922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상호평가지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0160" y="5545836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인쇄물 · 전원 제출. 미제출은 참여 점수 감점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정리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14주 동안 우리가 한 것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하나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모델은 노트북 안에서 끝나지 않는다. 전 구간이 이어져야 서비스가 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둘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컴퓨터에선 되는데요를 깨는 것이 이 과목의 절반이다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셋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것만큼 지우는 것이 실력이다. 코드 한 줄이 요금이 된다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종료 후 권장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Public 전환 · 개인 프리 티어 계정에 1달러 예산 알람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뒤에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저장소를 다시 열어보세요. 부끄러우면 성장한 겁니다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회고 질문 하나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학기에 내가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처음으로 혼자 해낸 것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가지를 말해보세요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소감 말고 구체적 행동으로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14주차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여러분은 이제 주소를 가진 모델을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만들어본 사람입니다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14주 동안 수고 많았습니다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MLOps 14주차 — 최종 발표 및 마무리</dc:title>
  <dc:subject>PptxGenJS Presentation</dc:subject>
  <dc:creator>연성대학교</dc:creator>
  <cp:lastModifiedBy>연성대학교</cp:lastModifiedBy>
  <cp:revision>1</cp:revision>
  <dcterms:created xsi:type="dcterms:W3CDTF">2026-08-02T15:22:44Z</dcterms:created>
  <dcterms:modified xsi:type="dcterms:W3CDTF">2026-08-02T15:22:44Z</dcterms:modified>
</cp:coreProperties>
</file>