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b7ff558e948d3" /><Relationship Type="http://schemas.openxmlformats.org/officeDocument/2006/relationships/extended-properties" Target="/docProps/app.xml" Id="R87f15db0fb8e4efb" /><Relationship Type="http://schemas.openxmlformats.org/officeDocument/2006/relationships/officeDocument" Target="/ppt/presentation.xml" Id="Rc399f405d90049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91939636042fb"/>
  </p:sldMasterIdLst>
  <p:notesMasterIdLst>
    <p:notesMasterId xmlns:r="http://schemas.openxmlformats.org/officeDocument/2006/relationships" r:id="Rf908348433ec4070"/>
  </p:notesMasterIdLst>
  <p:sldIdLst>
    <p:sldId xmlns:r="http://schemas.openxmlformats.org/officeDocument/2006/relationships" id="256" r:id="Ra35483c943184632"/>
    <p:sldId xmlns:r="http://schemas.openxmlformats.org/officeDocument/2006/relationships" id="257" r:id="Rfb03e23b1b28466b"/>
    <p:sldId xmlns:r="http://schemas.openxmlformats.org/officeDocument/2006/relationships" id="258" r:id="R78316dcef15d4465"/>
    <p:sldId xmlns:r="http://schemas.openxmlformats.org/officeDocument/2006/relationships" id="259" r:id="R9ed766c1e0a44cb3"/>
    <p:sldId xmlns:r="http://schemas.openxmlformats.org/officeDocument/2006/relationships" id="260" r:id="R7ec34957fb9a4708"/>
    <p:sldId xmlns:r="http://schemas.openxmlformats.org/officeDocument/2006/relationships" id="261" r:id="R70d636624c6c4a26"/>
    <p:sldId xmlns:r="http://schemas.openxmlformats.org/officeDocument/2006/relationships" id="262" r:id="R6c035a6fc8ac4bdb"/>
    <p:sldId xmlns:r="http://schemas.openxmlformats.org/officeDocument/2006/relationships" id="263" r:id="Rf27673e1ff684ab4"/>
    <p:sldId xmlns:r="http://schemas.openxmlformats.org/officeDocument/2006/relationships" id="264" r:id="R7e2053138ac7415e"/>
    <p:sldId xmlns:r="http://schemas.openxmlformats.org/officeDocument/2006/relationships" id="265" r:id="Rdde56cf042ad4c3b"/>
    <p:sldId xmlns:r="http://schemas.openxmlformats.org/officeDocument/2006/relationships" id="266" r:id="Rb4e2eaf974834124"/>
    <p:sldId xmlns:r="http://schemas.openxmlformats.org/officeDocument/2006/relationships" id="267" r:id="R8fc2a6397a7a4244"/>
    <p:sldId xmlns:r="http://schemas.openxmlformats.org/officeDocument/2006/relationships" id="268" r:id="Re183ee3112cf44dd"/>
    <p:sldId xmlns:r="http://schemas.openxmlformats.org/officeDocument/2006/relationships" id="269" r:id="Rb9fd6075790e47d1"/>
    <p:sldId xmlns:r="http://schemas.openxmlformats.org/officeDocument/2006/relationships" id="270" r:id="R019545cdfe1740b8"/>
    <p:sldId xmlns:r="http://schemas.openxmlformats.org/officeDocument/2006/relationships" id="271" r:id="R67f0f27901f74d11"/>
    <p:sldId xmlns:r="http://schemas.openxmlformats.org/officeDocument/2006/relationships" id="272" r:id="Rab947ff3d2c946fb"/>
    <p:sldId xmlns:r="http://schemas.openxmlformats.org/officeDocument/2006/relationships" id="273" r:id="R4b5c8ae8d1ed434f"/>
    <p:sldId xmlns:r="http://schemas.openxmlformats.org/officeDocument/2006/relationships" id="274" r:id="Rc23a8f0b80be4b17"/>
    <p:sldId xmlns:r="http://schemas.openxmlformats.org/officeDocument/2006/relationships" id="275" r:id="R106f7c0d57764723"/>
    <p:sldId xmlns:r="http://schemas.openxmlformats.org/officeDocument/2006/relationships" id="276" r:id="R3301a8d7647340d1"/>
    <p:sldId xmlns:r="http://schemas.openxmlformats.org/officeDocument/2006/relationships" id="277" r:id="R50bed110c12744c3"/>
    <p:sldId xmlns:r="http://schemas.openxmlformats.org/officeDocument/2006/relationships" id="278" r:id="Rd016ed8248514bb8"/>
    <p:sldId xmlns:r="http://schemas.openxmlformats.org/officeDocument/2006/relationships" id="279" r:id="Re163d6a1bed2484e"/>
    <p:sldId xmlns:r="http://schemas.openxmlformats.org/officeDocument/2006/relationships" id="280" r:id="R96bb5b1e58074411"/>
    <p:sldId xmlns:r="http://schemas.openxmlformats.org/officeDocument/2006/relationships" id="281" r:id="R9aad074a6a6a4595"/>
    <p:sldId xmlns:r="http://schemas.openxmlformats.org/officeDocument/2006/relationships" id="282" r:id="Rb3308be3822f41d3"/>
    <p:sldId xmlns:r="http://schemas.openxmlformats.org/officeDocument/2006/relationships" id="283" r:id="Rf9669a17d3c7454e"/>
    <p:sldId xmlns:r="http://schemas.openxmlformats.org/officeDocument/2006/relationships" id="284" r:id="R53cb1e87294d4e33"/>
    <p:sldId xmlns:r="http://schemas.openxmlformats.org/officeDocument/2006/relationships" id="285" r:id="R3317e9738fab4e96"/>
    <p:sldId xmlns:r="http://schemas.openxmlformats.org/officeDocument/2006/relationships" id="286" r:id="R0334c632179b4688"/>
    <p:sldId xmlns:r="http://schemas.openxmlformats.org/officeDocument/2006/relationships" id="287" r:id="Rb3b3bab030e34f44"/>
    <p:sldId xmlns:r="http://schemas.openxmlformats.org/officeDocument/2006/relationships" id="288" r:id="R1b20d44212774520"/>
    <p:sldId xmlns:r="http://schemas.openxmlformats.org/officeDocument/2006/relationships" id="289" r:id="R434fb5d20d4147b4"/>
    <p:sldId xmlns:r="http://schemas.openxmlformats.org/officeDocument/2006/relationships" id="290" r:id="R78b387d9030e476b"/>
    <p:sldId xmlns:r="http://schemas.openxmlformats.org/officeDocument/2006/relationships" id="291" r:id="Re2d5a7c0cd9b48e3"/>
    <p:sldId xmlns:r="http://schemas.openxmlformats.org/officeDocument/2006/relationships" id="292" r:id="R16ce4500bad446d7"/>
    <p:sldId xmlns:r="http://schemas.openxmlformats.org/officeDocument/2006/relationships" id="293" r:id="R2fc2dc45d81446c7"/>
    <p:sldId xmlns:r="http://schemas.openxmlformats.org/officeDocument/2006/relationships" id="294" r:id="Rfa2893975c8044b7"/>
    <p:sldId xmlns:r="http://schemas.openxmlformats.org/officeDocument/2006/relationships" id="295" r:id="Rbf668a0e565e45e4"/>
    <p:sldId xmlns:r="http://schemas.openxmlformats.org/officeDocument/2006/relationships" id="296" r:id="Rab3e6c331edc468e"/>
    <p:sldId xmlns:r="http://schemas.openxmlformats.org/officeDocument/2006/relationships" id="297" r:id="R7850b4a6b9c74c26"/>
    <p:sldId xmlns:r="http://schemas.openxmlformats.org/officeDocument/2006/relationships" id="298" r:id="R661195a096774e03"/>
    <p:sldId xmlns:r="http://schemas.openxmlformats.org/officeDocument/2006/relationships" id="299" r:id="R80a36a48ec654c9b"/>
    <p:sldId xmlns:r="http://schemas.openxmlformats.org/officeDocument/2006/relationships" id="300" r:id="R9efe6d8e4ad6460b"/>
    <p:sldId xmlns:r="http://schemas.openxmlformats.org/officeDocument/2006/relationships" id="301" r:id="R5886ba11c1ca4614"/>
    <p:sldId xmlns:r="http://schemas.openxmlformats.org/officeDocument/2006/relationships" id="302" r:id="R28869de095084793"/>
    <p:sldId xmlns:r="http://schemas.openxmlformats.org/officeDocument/2006/relationships" id="303" r:id="R34894b37c7314148"/>
    <p:sldId xmlns:r="http://schemas.openxmlformats.org/officeDocument/2006/relationships" id="304" r:id="Ra1e69f0394b540a9"/>
    <p:sldId xmlns:r="http://schemas.openxmlformats.org/officeDocument/2006/relationships" id="305" r:id="Re2461732614546f2"/>
    <p:sldId xmlns:r="http://schemas.openxmlformats.org/officeDocument/2006/relationships" id="306" r:id="Rb6ce5ab2db904e64"/>
    <p:sldId xmlns:r="http://schemas.openxmlformats.org/officeDocument/2006/relationships" id="307" r:id="R738950d2c6a64292"/>
    <p:sldId xmlns:r="http://schemas.openxmlformats.org/officeDocument/2006/relationships" id="308" r:id="Rb0477808d7d64825"/>
    <p:sldId xmlns:r="http://schemas.openxmlformats.org/officeDocument/2006/relationships" id="309" r:id="R20532deb1d82454e"/>
    <p:sldId xmlns:r="http://schemas.openxmlformats.org/officeDocument/2006/relationships" id="310" r:id="R183640ef3658468f"/>
    <p:sldId xmlns:r="http://schemas.openxmlformats.org/officeDocument/2006/relationships" id="311" r:id="R0d0cefa8c9624226"/>
    <p:sldId xmlns:r="http://schemas.openxmlformats.org/officeDocument/2006/relationships" id="312" r:id="Rb2aaaa15dbb446f5"/>
    <p:sldId xmlns:r="http://schemas.openxmlformats.org/officeDocument/2006/relationships" id="313" r:id="R172f367663074e0c"/>
    <p:sldId xmlns:r="http://schemas.openxmlformats.org/officeDocument/2006/relationships" id="314" r:id="Rf3c4a9bfaf4c4b3b"/>
    <p:sldId xmlns:r="http://schemas.openxmlformats.org/officeDocument/2006/relationships" id="315" r:id="Rc9a35444ebc84ef1"/>
    <p:sldId xmlns:r="http://schemas.openxmlformats.org/officeDocument/2006/relationships" id="316" r:id="R6c117e3651794cb9"/>
    <p:sldId xmlns:r="http://schemas.openxmlformats.org/officeDocument/2006/relationships" id="317" r:id="Red9809d837a54654"/>
    <p:sldId xmlns:r="http://schemas.openxmlformats.org/officeDocument/2006/relationships" id="318" r:id="R5e6d0353aa93484b"/>
    <p:sldId xmlns:r="http://schemas.openxmlformats.org/officeDocument/2006/relationships" id="319" r:id="Rdef63f0056e647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7c330c80bb472e" /><Relationship Type="http://schemas.openxmlformats.org/officeDocument/2006/relationships/slideMaster" Target="/ppt/slideMasters/slideMaster1.xml" Id="R20c91939636042fb" /><Relationship Type="http://schemas.openxmlformats.org/officeDocument/2006/relationships/notesMaster" Target="/ppt/notesMasters/notesMaster1.xml" Id="Rf908348433ec4070" /><Relationship Type="http://schemas.openxmlformats.org/officeDocument/2006/relationships/presProps" Target="/ppt/presProps.xml" Id="R64cdba97ae5f4181" /><Relationship Type="http://schemas.openxmlformats.org/officeDocument/2006/relationships/viewProps" Target="/ppt/viewProps.xml" Id="R89d1a7d886cd4902" /><Relationship Type="http://schemas.openxmlformats.org/officeDocument/2006/relationships/tableStyles" Target="/ppt/tableStyles.xml" Id="Rd8314618fff64d2e" /><Relationship Type="http://schemas.openxmlformats.org/officeDocument/2006/relationships/slide" Target="/ppt/slides/slide1.xml" Id="Ra35483c943184632" /><Relationship Type="http://schemas.openxmlformats.org/officeDocument/2006/relationships/slide" Target="/ppt/slides/slide2.xml" Id="Rfb03e23b1b28466b" /><Relationship Type="http://schemas.openxmlformats.org/officeDocument/2006/relationships/slide" Target="/ppt/slides/slide3.xml" Id="R78316dcef15d4465" /><Relationship Type="http://schemas.openxmlformats.org/officeDocument/2006/relationships/slide" Target="/ppt/slides/slide4.xml" Id="R9ed766c1e0a44cb3" /><Relationship Type="http://schemas.openxmlformats.org/officeDocument/2006/relationships/slide" Target="/ppt/slides/slide5.xml" Id="R7ec34957fb9a4708" /><Relationship Type="http://schemas.openxmlformats.org/officeDocument/2006/relationships/slide" Target="/ppt/slides/slide6.xml" Id="R70d636624c6c4a26" /><Relationship Type="http://schemas.openxmlformats.org/officeDocument/2006/relationships/slide" Target="/ppt/slides/slide7.xml" Id="R6c035a6fc8ac4bdb" /><Relationship Type="http://schemas.openxmlformats.org/officeDocument/2006/relationships/slide" Target="/ppt/slides/slide8.xml" Id="Rf27673e1ff684ab4" /><Relationship Type="http://schemas.openxmlformats.org/officeDocument/2006/relationships/slide" Target="/ppt/slides/slide9.xml" Id="R7e2053138ac7415e" /><Relationship Type="http://schemas.openxmlformats.org/officeDocument/2006/relationships/slide" Target="/ppt/slides/slide10.xml" Id="Rdde56cf042ad4c3b" /><Relationship Type="http://schemas.openxmlformats.org/officeDocument/2006/relationships/slide" Target="/ppt/slides/slide11.xml" Id="Rb4e2eaf974834124" /><Relationship Type="http://schemas.openxmlformats.org/officeDocument/2006/relationships/slide" Target="/ppt/slides/slide12.xml" Id="R8fc2a6397a7a4244" /><Relationship Type="http://schemas.openxmlformats.org/officeDocument/2006/relationships/slide" Target="/ppt/slides/slide13.xml" Id="Re183ee3112cf44dd" /><Relationship Type="http://schemas.openxmlformats.org/officeDocument/2006/relationships/slide" Target="/ppt/slides/slide14.xml" Id="Rb9fd6075790e47d1" /><Relationship Type="http://schemas.openxmlformats.org/officeDocument/2006/relationships/slide" Target="/ppt/slides/slide15.xml" Id="R019545cdfe1740b8" /><Relationship Type="http://schemas.openxmlformats.org/officeDocument/2006/relationships/slide" Target="/ppt/slides/slide16.xml" Id="R67f0f27901f74d11" /><Relationship Type="http://schemas.openxmlformats.org/officeDocument/2006/relationships/slide" Target="/ppt/slides/slide17.xml" Id="Rab947ff3d2c946fb" /><Relationship Type="http://schemas.openxmlformats.org/officeDocument/2006/relationships/slide" Target="/ppt/slides/slide18.xml" Id="R4b5c8ae8d1ed434f" /><Relationship Type="http://schemas.openxmlformats.org/officeDocument/2006/relationships/slide" Target="/ppt/slides/slide19.xml" Id="Rc23a8f0b80be4b17" /><Relationship Type="http://schemas.openxmlformats.org/officeDocument/2006/relationships/slide" Target="/ppt/slides/slide20.xml" Id="R106f7c0d57764723" /><Relationship Type="http://schemas.openxmlformats.org/officeDocument/2006/relationships/slide" Target="/ppt/slides/slide21.xml" Id="R3301a8d7647340d1" /><Relationship Type="http://schemas.openxmlformats.org/officeDocument/2006/relationships/slide" Target="/ppt/slides/slide22.xml" Id="R50bed110c12744c3" /><Relationship Type="http://schemas.openxmlformats.org/officeDocument/2006/relationships/slide" Target="/ppt/slides/slide23.xml" Id="Rd016ed8248514bb8" /><Relationship Type="http://schemas.openxmlformats.org/officeDocument/2006/relationships/slide" Target="/ppt/slides/slide24.xml" Id="Re163d6a1bed2484e" /><Relationship Type="http://schemas.openxmlformats.org/officeDocument/2006/relationships/slide" Target="/ppt/slides/slide25.xml" Id="R96bb5b1e58074411" /><Relationship Type="http://schemas.openxmlformats.org/officeDocument/2006/relationships/slide" Target="/ppt/slides/slide26.xml" Id="R9aad074a6a6a4595" /><Relationship Type="http://schemas.openxmlformats.org/officeDocument/2006/relationships/slide" Target="/ppt/slides/slide27.xml" Id="Rb3308be3822f41d3" /><Relationship Type="http://schemas.openxmlformats.org/officeDocument/2006/relationships/slide" Target="/ppt/slides/slide28.xml" Id="Rf9669a17d3c7454e" /><Relationship Type="http://schemas.openxmlformats.org/officeDocument/2006/relationships/slide" Target="/ppt/slides/slide29.xml" Id="R53cb1e87294d4e33" /><Relationship Type="http://schemas.openxmlformats.org/officeDocument/2006/relationships/slide" Target="/ppt/slides/slide30.xml" Id="R3317e9738fab4e96" /><Relationship Type="http://schemas.openxmlformats.org/officeDocument/2006/relationships/slide" Target="/ppt/slides/slide31.xml" Id="R0334c632179b4688" /><Relationship Type="http://schemas.openxmlformats.org/officeDocument/2006/relationships/slide" Target="/ppt/slides/slide32.xml" Id="Rb3b3bab030e34f44" /><Relationship Type="http://schemas.openxmlformats.org/officeDocument/2006/relationships/slide" Target="/ppt/slides/slide33.xml" Id="R1b20d44212774520" /><Relationship Type="http://schemas.openxmlformats.org/officeDocument/2006/relationships/slide" Target="/ppt/slides/slide34.xml" Id="R434fb5d20d4147b4" /><Relationship Type="http://schemas.openxmlformats.org/officeDocument/2006/relationships/slide" Target="/ppt/slides/slide35.xml" Id="R78b387d9030e476b" /><Relationship Type="http://schemas.openxmlformats.org/officeDocument/2006/relationships/slide" Target="/ppt/slides/slide36.xml" Id="Re2d5a7c0cd9b48e3" /><Relationship Type="http://schemas.openxmlformats.org/officeDocument/2006/relationships/slide" Target="/ppt/slides/slide37.xml" Id="R16ce4500bad446d7" /><Relationship Type="http://schemas.openxmlformats.org/officeDocument/2006/relationships/slide" Target="/ppt/slides/slide38.xml" Id="R2fc2dc45d81446c7" /><Relationship Type="http://schemas.openxmlformats.org/officeDocument/2006/relationships/slide" Target="/ppt/slides/slide39.xml" Id="Rfa2893975c8044b7" /><Relationship Type="http://schemas.openxmlformats.org/officeDocument/2006/relationships/slide" Target="/ppt/slides/slide40.xml" Id="Rbf668a0e565e45e4" /><Relationship Type="http://schemas.openxmlformats.org/officeDocument/2006/relationships/slide" Target="/ppt/slides/slide41.xml" Id="Rab3e6c331edc468e" /><Relationship Type="http://schemas.openxmlformats.org/officeDocument/2006/relationships/slide" Target="/ppt/slides/slide42.xml" Id="R7850b4a6b9c74c26" /><Relationship Type="http://schemas.openxmlformats.org/officeDocument/2006/relationships/slide" Target="/ppt/slides/slide43.xml" Id="R661195a096774e03" /><Relationship Type="http://schemas.openxmlformats.org/officeDocument/2006/relationships/slide" Target="/ppt/slides/slide44.xml" Id="R80a36a48ec654c9b" /><Relationship Type="http://schemas.openxmlformats.org/officeDocument/2006/relationships/slide" Target="/ppt/slides/slide45.xml" Id="R9efe6d8e4ad6460b" /><Relationship Type="http://schemas.openxmlformats.org/officeDocument/2006/relationships/slide" Target="/ppt/slides/slide46.xml" Id="R5886ba11c1ca4614" /><Relationship Type="http://schemas.openxmlformats.org/officeDocument/2006/relationships/slide" Target="/ppt/slides/slide47.xml" Id="R28869de095084793" /><Relationship Type="http://schemas.openxmlformats.org/officeDocument/2006/relationships/slide" Target="/ppt/slides/slide48.xml" Id="R34894b37c7314148" /><Relationship Type="http://schemas.openxmlformats.org/officeDocument/2006/relationships/slide" Target="/ppt/slides/slide49.xml" Id="Ra1e69f0394b540a9" /><Relationship Type="http://schemas.openxmlformats.org/officeDocument/2006/relationships/slide" Target="/ppt/slides/slide50.xml" Id="Re2461732614546f2" /><Relationship Type="http://schemas.openxmlformats.org/officeDocument/2006/relationships/slide" Target="/ppt/slides/slide51.xml" Id="Rb6ce5ab2db904e64" /><Relationship Type="http://schemas.openxmlformats.org/officeDocument/2006/relationships/slide" Target="/ppt/slides/slide52.xml" Id="R738950d2c6a64292" /><Relationship Type="http://schemas.openxmlformats.org/officeDocument/2006/relationships/slide" Target="/ppt/slides/slide53.xml" Id="Rb0477808d7d64825" /><Relationship Type="http://schemas.openxmlformats.org/officeDocument/2006/relationships/slide" Target="/ppt/slides/slide54.xml" Id="R20532deb1d82454e" /><Relationship Type="http://schemas.openxmlformats.org/officeDocument/2006/relationships/slide" Target="/ppt/slides/slide55.xml" Id="R183640ef3658468f" /><Relationship Type="http://schemas.openxmlformats.org/officeDocument/2006/relationships/slide" Target="/ppt/slides/slide56.xml" Id="R0d0cefa8c9624226" /><Relationship Type="http://schemas.openxmlformats.org/officeDocument/2006/relationships/slide" Target="/ppt/slides/slide57.xml" Id="Rb2aaaa15dbb446f5" /><Relationship Type="http://schemas.openxmlformats.org/officeDocument/2006/relationships/slide" Target="/ppt/slides/slide58.xml" Id="R172f367663074e0c" /><Relationship Type="http://schemas.openxmlformats.org/officeDocument/2006/relationships/slide" Target="/ppt/slides/slide59.xml" Id="Rf3c4a9bfaf4c4b3b" /><Relationship Type="http://schemas.openxmlformats.org/officeDocument/2006/relationships/slide" Target="/ppt/slides/slide60.xml" Id="Rc9a35444ebc84ef1" /><Relationship Type="http://schemas.openxmlformats.org/officeDocument/2006/relationships/slide" Target="/ppt/slides/slide61.xml" Id="R6c117e3651794cb9" /><Relationship Type="http://schemas.openxmlformats.org/officeDocument/2006/relationships/slide" Target="/ppt/slides/slide62.xml" Id="Red9809d837a54654" /><Relationship Type="http://schemas.openxmlformats.org/officeDocument/2006/relationships/slide" Target="/ppt/slides/slide63.xml" Id="R5e6d0353aa93484b" /><Relationship Type="http://schemas.openxmlformats.org/officeDocument/2006/relationships/slide" Target="/ppt/slides/slide64.xml" Id="Rdef63f0056e647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6d2f0468b6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bcf6d3a174c08" /><Relationship Type="http://schemas.openxmlformats.org/officeDocument/2006/relationships/notesMaster" Target="/ppt/notesMasters/notesMaster1.xml" Id="R4c7fba8755b244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0d1f4a7a84517" /><Relationship Type="http://schemas.openxmlformats.org/officeDocument/2006/relationships/notesMaster" Target="/ppt/notesMasters/notesMaster1.xml" Id="Re2585426b8b343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2809b79e974d44" /><Relationship Type="http://schemas.openxmlformats.org/officeDocument/2006/relationships/notesMaster" Target="/ppt/notesMasters/notesMaster1.xml" Id="R8ef69661e0be44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88c83cbab4f7e" /><Relationship Type="http://schemas.openxmlformats.org/officeDocument/2006/relationships/notesMaster" Target="/ppt/notesMasters/notesMaster1.xml" Id="R075a46b8e39e4a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21151010e041d3" /><Relationship Type="http://schemas.openxmlformats.org/officeDocument/2006/relationships/notesMaster" Target="/ppt/notesMasters/notesMaster1.xml" Id="R9bf7569c7e38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6ab7093a04c7c" /><Relationship Type="http://schemas.openxmlformats.org/officeDocument/2006/relationships/notesMaster" Target="/ppt/notesMasters/notesMaster1.xml" Id="R7b524253fbd44d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69f3db207849f0" /><Relationship Type="http://schemas.openxmlformats.org/officeDocument/2006/relationships/notesMaster" Target="/ppt/notesMasters/notesMaster1.xml" Id="R7a02bac64cc9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c81f25ac164271" /><Relationship Type="http://schemas.openxmlformats.org/officeDocument/2006/relationships/notesMaster" Target="/ppt/notesMasters/notesMaster1.xml" Id="R1e25469085fb49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2ec84f45b84409" /><Relationship Type="http://schemas.openxmlformats.org/officeDocument/2006/relationships/notesMaster" Target="/ppt/notesMasters/notesMaster1.xml" Id="Re29505e031dc44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b339ef935245a9" /><Relationship Type="http://schemas.openxmlformats.org/officeDocument/2006/relationships/notesMaster" Target="/ppt/notesMasters/notesMaster1.xml" Id="Rf03a9045c4f94b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8255ad6e734138" /><Relationship Type="http://schemas.openxmlformats.org/officeDocument/2006/relationships/notesMaster" Target="/ppt/notesMasters/notesMaster1.xml" Id="R977944cb5fa748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e3911b6eb34650" /><Relationship Type="http://schemas.openxmlformats.org/officeDocument/2006/relationships/notesMaster" Target="/ppt/notesMasters/notesMaster1.xml" Id="Ra935d7a8593d4f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c51e6b866b4726" /><Relationship Type="http://schemas.openxmlformats.org/officeDocument/2006/relationships/notesMaster" Target="/ppt/notesMasters/notesMaster1.xml" Id="Rce2d124a10b540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6f98317a6c431f" /><Relationship Type="http://schemas.openxmlformats.org/officeDocument/2006/relationships/notesMaster" Target="/ppt/notesMasters/notesMaster1.xml" Id="Re124a4bbc5a74c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5624e1afd44af2" /><Relationship Type="http://schemas.openxmlformats.org/officeDocument/2006/relationships/notesMaster" Target="/ppt/notesMasters/notesMaster1.xml" Id="Refd4ca1ef66645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71fa1bf8ee44cd" /><Relationship Type="http://schemas.openxmlformats.org/officeDocument/2006/relationships/notesMaster" Target="/ppt/notesMasters/notesMaster1.xml" Id="Rb534f4cb556846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b704d85f174138" /><Relationship Type="http://schemas.openxmlformats.org/officeDocument/2006/relationships/notesMaster" Target="/ppt/notesMasters/notesMaster1.xml" Id="Rb29ef52b54744f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17512e256f4e51" /><Relationship Type="http://schemas.openxmlformats.org/officeDocument/2006/relationships/notesMaster" Target="/ppt/notesMasters/notesMaster1.xml" Id="R24421456259249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d43d475db54f5f" /><Relationship Type="http://schemas.openxmlformats.org/officeDocument/2006/relationships/notesMaster" Target="/ppt/notesMasters/notesMaster1.xml" Id="R0c3e534b4d6c4a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b4ac1ba20647ac" /><Relationship Type="http://schemas.openxmlformats.org/officeDocument/2006/relationships/notesMaster" Target="/ppt/notesMasters/notesMaster1.xml" Id="R0225f429cfae48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2c7baa3918456b" /><Relationship Type="http://schemas.openxmlformats.org/officeDocument/2006/relationships/notesMaster" Target="/ppt/notesMasters/notesMaster1.xml" Id="R96b17e0acd3c48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6df114da5b48e8" /><Relationship Type="http://schemas.openxmlformats.org/officeDocument/2006/relationships/notesMaster" Target="/ppt/notesMasters/notesMaster1.xml" Id="R574188cdeaf941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20a0bb10a04bad" /><Relationship Type="http://schemas.openxmlformats.org/officeDocument/2006/relationships/notesMaster" Target="/ppt/notesMasters/notesMaster1.xml" Id="R1e6782d5bd824a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929a33dee44573" /><Relationship Type="http://schemas.openxmlformats.org/officeDocument/2006/relationships/notesMaster" Target="/ppt/notesMasters/notesMaster1.xml" Id="R3a95b21b12454a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70ec84f5264efe" /><Relationship Type="http://schemas.openxmlformats.org/officeDocument/2006/relationships/notesMaster" Target="/ppt/notesMasters/notesMaster1.xml" Id="R12c3cd4326e24b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83220249f4b4615" /><Relationship Type="http://schemas.openxmlformats.org/officeDocument/2006/relationships/notesMaster" Target="/ppt/notesMasters/notesMaster1.xml" Id="Rd38a5ba294c040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b96ab2917374ab3" /><Relationship Type="http://schemas.openxmlformats.org/officeDocument/2006/relationships/notesMaster" Target="/ppt/notesMasters/notesMaster1.xml" Id="R26d46f5129ab40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75f35ef4874f54" /><Relationship Type="http://schemas.openxmlformats.org/officeDocument/2006/relationships/notesMaster" Target="/ppt/notesMasters/notesMaster1.xml" Id="R798a8ca84195411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f6b705d50146ab" /><Relationship Type="http://schemas.openxmlformats.org/officeDocument/2006/relationships/notesMaster" Target="/ppt/notesMasters/notesMaster1.xml" Id="R8f387496ba324f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5afbc935af941f7" /><Relationship Type="http://schemas.openxmlformats.org/officeDocument/2006/relationships/notesMaster" Target="/ppt/notesMasters/notesMaster1.xml" Id="R2518fe65ad9449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893cabefc54c56" /><Relationship Type="http://schemas.openxmlformats.org/officeDocument/2006/relationships/notesMaster" Target="/ppt/notesMasters/notesMaster1.xml" Id="R74d748558bc0436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d2be0a8e36d470d" /><Relationship Type="http://schemas.openxmlformats.org/officeDocument/2006/relationships/notesMaster" Target="/ppt/notesMasters/notesMaster1.xml" Id="R22b12f256b2141b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d8a52b53564337" /><Relationship Type="http://schemas.openxmlformats.org/officeDocument/2006/relationships/notesMaster" Target="/ppt/notesMasters/notesMaster1.xml" Id="R335d676adc6b428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ea432a10b4f4f4d" /><Relationship Type="http://schemas.openxmlformats.org/officeDocument/2006/relationships/notesMaster" Target="/ppt/notesMasters/notesMaster1.xml" Id="R6af5e79f61fa4c3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ecc039a5944483" /><Relationship Type="http://schemas.openxmlformats.org/officeDocument/2006/relationships/notesMaster" Target="/ppt/notesMasters/notesMaster1.xml" Id="Rcb31129f20024a9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9d7a2feff3d4708" /><Relationship Type="http://schemas.openxmlformats.org/officeDocument/2006/relationships/notesMaster" Target="/ppt/notesMasters/notesMaster1.xml" Id="R36506d43f8874d1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9718d47390e4dd3" /><Relationship Type="http://schemas.openxmlformats.org/officeDocument/2006/relationships/notesMaster" Target="/ppt/notesMasters/notesMaster1.xml" Id="R4bd4e4f9eb04485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57e3ae711f48a5" /><Relationship Type="http://schemas.openxmlformats.org/officeDocument/2006/relationships/notesMaster" Target="/ppt/notesMasters/notesMaster1.xml" Id="R9663a34ab79749d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26a69dadce94361" /><Relationship Type="http://schemas.openxmlformats.org/officeDocument/2006/relationships/notesMaster" Target="/ppt/notesMasters/notesMaster1.xml" Id="R9e19c53db59d43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6766bbbae994bfb" /><Relationship Type="http://schemas.openxmlformats.org/officeDocument/2006/relationships/notesMaster" Target="/ppt/notesMasters/notesMaster1.xml" Id="R654e2e95a7794e9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d6a249e7efe4917" /><Relationship Type="http://schemas.openxmlformats.org/officeDocument/2006/relationships/notesMaster" Target="/ppt/notesMasters/notesMaster1.xml" Id="R783c88dfb7114ac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bba2f5882ac49c7" /><Relationship Type="http://schemas.openxmlformats.org/officeDocument/2006/relationships/notesMaster" Target="/ppt/notesMasters/notesMaster1.xml" Id="Rb7ef0923554c40d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563e79050c141b0" /><Relationship Type="http://schemas.openxmlformats.org/officeDocument/2006/relationships/notesMaster" Target="/ppt/notesMasters/notesMaster1.xml" Id="R8346c5e79c52476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92cb2deca464038" /><Relationship Type="http://schemas.openxmlformats.org/officeDocument/2006/relationships/notesMaster" Target="/ppt/notesMasters/notesMaster1.xml" Id="Rf46b707b3326460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db9a2bad1654c96" /><Relationship Type="http://schemas.openxmlformats.org/officeDocument/2006/relationships/notesMaster" Target="/ppt/notesMasters/notesMaster1.xml" Id="Rb46b4f78196d41f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a9f924bf1c1460a" /><Relationship Type="http://schemas.openxmlformats.org/officeDocument/2006/relationships/notesMaster" Target="/ppt/notesMasters/notesMaster1.xml" Id="Rb932bf848f1e405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cbcc537d86d4cd7" /><Relationship Type="http://schemas.openxmlformats.org/officeDocument/2006/relationships/notesMaster" Target="/ppt/notesMasters/notesMaster1.xml" Id="R95e5c966839e400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d217402a9b64bb5" /><Relationship Type="http://schemas.openxmlformats.org/officeDocument/2006/relationships/notesMaster" Target="/ppt/notesMasters/notesMaster1.xml" Id="Rdeb4ed9ce942402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e47b8f9d2c94c13" /><Relationship Type="http://schemas.openxmlformats.org/officeDocument/2006/relationships/notesMaster" Target="/ppt/notesMasters/notesMaster1.xml" Id="R7f300a48f1cf48a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a66e1f7da6b44eb" /><Relationship Type="http://schemas.openxmlformats.org/officeDocument/2006/relationships/notesMaster" Target="/ppt/notesMasters/notesMaster1.xml" Id="Reba4b7e93aa94e9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a4f594810504442" /><Relationship Type="http://schemas.openxmlformats.org/officeDocument/2006/relationships/notesMaster" Target="/ppt/notesMasters/notesMaster1.xml" Id="R6f7d874d3d7b4a5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31b6d947cf645b2" /><Relationship Type="http://schemas.openxmlformats.org/officeDocument/2006/relationships/notesMaster" Target="/ppt/notesMasters/notesMaster1.xml" Id="Rc06e3d6d910f406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b4fdb6b9e404ad2" /><Relationship Type="http://schemas.openxmlformats.org/officeDocument/2006/relationships/notesMaster" Target="/ppt/notesMasters/notesMaster1.xml" Id="Re4d19df4bccb408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f633d3240fa43f6" /><Relationship Type="http://schemas.openxmlformats.org/officeDocument/2006/relationships/notesMaster" Target="/ppt/notesMasters/notesMaster1.xml" Id="R7fda1b4bf3e942a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faa8116ea814b21" /><Relationship Type="http://schemas.openxmlformats.org/officeDocument/2006/relationships/notesMaster" Target="/ppt/notesMasters/notesMaster1.xml" Id="Rb1712075a6f7421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b6e520e824d4818" /><Relationship Type="http://schemas.openxmlformats.org/officeDocument/2006/relationships/notesMaster" Target="/ppt/notesMasters/notesMaster1.xml" Id="Rf5fbd1752d0845f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a6e3a75b5b3438e" /><Relationship Type="http://schemas.openxmlformats.org/officeDocument/2006/relationships/notesMaster" Target="/ppt/notesMasters/notesMaster1.xml" Id="Re41a93a1101247c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d9fd9d4bcab4fa5" /><Relationship Type="http://schemas.openxmlformats.org/officeDocument/2006/relationships/notesMaster" Target="/ppt/notesMasters/notesMaster1.xml" Id="R96b05a3d7dae457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8e285d6fbf34436" /><Relationship Type="http://schemas.openxmlformats.org/officeDocument/2006/relationships/notesMaster" Target="/ppt/notesMasters/notesMaster1.xml" Id="Ra8f9cb27b4d0407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5a3c1c345654e71" /><Relationship Type="http://schemas.openxmlformats.org/officeDocument/2006/relationships/notesMaster" Target="/ppt/notesMasters/notesMaster1.xml" Id="Rebba8841abb3442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e4fcb807a4b4c7a" /><Relationship Type="http://schemas.openxmlformats.org/officeDocument/2006/relationships/notesMaster" Target="/ppt/notesMasters/notesMaster1.xml" Id="Rbeb9347b13bc414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aa43be5a9e449ca" /><Relationship Type="http://schemas.openxmlformats.org/officeDocument/2006/relationships/notesMaster" Target="/ppt/notesMasters/notesMaster1.xml" Id="R7826d492a7264ff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00015d106ea4d2f" /><Relationship Type="http://schemas.openxmlformats.org/officeDocument/2006/relationships/notesMaster" Target="/ppt/notesMasters/notesMaster1.xml" Id="Rc66f0e457bb148c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6755f40523548e6" /><Relationship Type="http://schemas.openxmlformats.org/officeDocument/2006/relationships/notesMaster" Target="/ppt/notesMasters/notesMaster1.xml" Id="Refb90fa1d5ba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뒤에서 과목 설명을 길게 하지 말고 바로 가격 질문으로 넘어갑니다.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먼저 가격 하나를 적게 합니다. 검색하거나 정답을 맞히는 활동이 아닙니다. 앞·뒤에서 두 명씩 답을 듣고 바로 체험 화면을 엽니다.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수업용 로컬 체험 페이지: 개정본/실습/week01/hook-demo/index.html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개정본/실습/week01/hook-demo/index.html을 브라우저로 열고 사용 기간과 배터리 값을 바꿔 예측 결과가 달라지는 모습을 보여줍니다.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수업용 로컬 체험 페이지: 개정본/실습/week01/hook-demo/index.html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멘트: 방금 여러분은 모델을 공부한 것이 아니라 서비스를 사용했습니다. 이번 학기에는 다른 사람이 직접 입력하고 결과를 받을 수 있는 화면과 주소까지 만듭니다.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수업용 로컬 체험 페이지: 개정본/실습/week01/hook-demo/index.html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네 단계를 차례로 짚은 뒤 오른쪽 결과물로 연결합니다. 정확도 경쟁이 아니라 화면·API·배포·운영이 다시 실행되는지를 평가한다고 설명합니다.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https://docs.aws.amazon.com/whitepapers/latest/ml-best-practices-public-sector-organizations/machine-learning-operations.html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그림은 매주 첫 슬라이드에 다시 나옵니다. 오늘 우리가 어디 있는지 매번 짚어줄 겁니다.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체크포인트는 매주 조금씩 쌓입니다. 한 주 빠지면 따라잡기 어렵습니다.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겁을 주는 게 아니라 습관을 만드는 겁니다. 실제 회사에서도 클라우드 비용 관리는 신입에게 처음 맡기는 일 중 하나라고 말해주세요.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리전 이야기를 특히 강조하세요. 오늘 실습에서 리전을 버지니아로 두고 헤매는 학생이 반드시 나옵니다.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2단계 MFA에서 절반이 막힙니다. 인증 앱을 미리 설치하라고 지난주에 공지했더라도 안 한 학생이 있습니다. 앱 이름을 칠판에 적어두세요.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유인물로도 나눠줬습니다. 학생들에게 먼저 표를 보고 그래도 안 되면 손 들라고 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cp 명령의 방향을 헷갈리는 학생이 많습니다. 왼쪽이 출발지, 오른쪽이 목적지라고 한 번 짚어주세요.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체크포인트를 못 낸 학생은 남은 45분 버퍼 시간에 개별로 봐주세요.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주에 낙오하면 2주차 EC2에서 더 크게 막힙니다. 오늘 반드시 전원 로그인까지는 시키세요.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주가 이 과목에서 가장 손이 많이 가는 회차입니다. 노트북을 꼭 가져오라고 두 번 말하세요.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콘솔 홈 → 오른쪽 위 리전</a:t>
            </a:r>
          </a:p>
          <a:p xmlns:a="http://schemas.openxmlformats.org/drawingml/2006/main">
            <a:r>
              <a:t>- 확인: 아시아 태평양(서울)인지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https://console.aws.amazon.com/console/home?region=ap-northeast-2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Identity Center → 대시보드</a:t>
            </a:r>
          </a:p>
          <a:p xmlns:a="http://schemas.openxmlformats.org/drawingml/2006/main">
            <a:r>
              <a:t>- 확인: 액세스 포털과 인스턴스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https://ap-northeast-2.console.aws.amazon.com/singlesignon/home?region=ap-northeast-2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Dashboard</a:t>
            </a:r>
          </a:p>
          <a:p xmlns:a="http://schemas.openxmlformats.org/drawingml/2006/main">
            <a:r>
              <a:t>- 확인: 보안 권고와 자격 증명 유형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https://console.aws.amazon.com/iam/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Roles</a:t>
            </a:r>
          </a:p>
          <a:p xmlns:a="http://schemas.openxmlformats.org/drawingml/2006/main">
            <a:r>
              <a:t>- 확인: 학생 실습 역할 이름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https://console.aws.amazon.com/iam/home#/roles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Buckets</a:t>
            </a:r>
          </a:p>
          <a:p xmlns:a="http://schemas.openxmlformats.org/drawingml/2006/main">
            <a:r>
              <a:t>- 확인: 버킷 이름과 리전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Buckets → Create bucket</a:t>
            </a:r>
          </a:p>
          <a:p xmlns:a="http://schemas.openxmlformats.org/drawingml/2006/main">
            <a:r>
              <a:t>- 확인: 서울 리전과 전역 고유 이름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Object Ownership</a:t>
            </a:r>
          </a:p>
          <a:p xmlns:a="http://schemas.openxmlformats.org/drawingml/2006/main">
            <a:r>
              <a:t>- 확인: Bucket owner enforced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Block Public Access</a:t>
            </a:r>
          </a:p>
          <a:p xmlns:a="http://schemas.openxmlformats.org/drawingml/2006/main">
            <a:r>
              <a:t>- 확인: 네 가지 차단 옵션 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Billing → Budgets</a:t>
            </a:r>
          </a:p>
          <a:p xmlns:a="http://schemas.openxmlformats.org/drawingml/2006/main">
            <a:r>
              <a:t>- 확인: 월 예산과 알림 임계값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https://console.aws.amazon.com/billing/home#/budgets/overview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상단 CloudShell 아이콘</a:t>
            </a:r>
          </a:p>
          <a:p xmlns:a="http://schemas.openxmlformats.org/drawingml/2006/main">
            <a:r>
              <a:t>- 확인: 서울 리전과 셸 준비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ec568f99b466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0161a56b0f4c68" /><Relationship Type="http://schemas.openxmlformats.org/officeDocument/2006/relationships/slideLayout" Target="/ppt/slideLayouts/slideLayout1.xml" Id="Re46d32b2a891465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6d32b2a891465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d9979ae424f8b" /><Relationship Type="http://schemas.openxmlformats.org/officeDocument/2006/relationships/notesSlide" Target="/ppt/notesSlides/notesSlide1.xml" Id="Rdb5c3971b9a742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97ecd63724e49" /><Relationship Type="http://schemas.openxmlformats.org/officeDocument/2006/relationships/notesSlide" Target="/ppt/notesSlides/notesSlide2.xml" Id="Ra42428dc289549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dff3f771f4998" /><Relationship Type="http://schemas.openxmlformats.org/officeDocument/2006/relationships/notesSlide" Target="/ppt/notesSlides/notesSlide3.xml" Id="R72fe24875a00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8cb1c96024bbd" /><Relationship Type="http://schemas.openxmlformats.org/officeDocument/2006/relationships/notesSlide" Target="/ppt/notesSlides/notesSlide4.xml" Id="Rc0fa8da085994f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cc4080caa41a2" /><Relationship Type="http://schemas.openxmlformats.org/officeDocument/2006/relationships/notesSlide" Target="/ppt/notesSlides/notesSlide5.xml" Id="R9633cf18403f41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e2d7cb9174c53" /><Relationship Type="http://schemas.openxmlformats.org/officeDocument/2006/relationships/notesSlide" Target="/ppt/notesSlides/notesSlide6.xml" Id="R0eca7ba4df6748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0867629b84308" /><Relationship Type="http://schemas.openxmlformats.org/officeDocument/2006/relationships/notesSlide" Target="/ppt/notesSlides/notesSlide7.xml" Id="Rd07880d9f58643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239d7aa374d0b" /><Relationship Type="http://schemas.openxmlformats.org/officeDocument/2006/relationships/notesSlide" Target="/ppt/notesSlides/notesSlide8.xml" Id="R20c4e3b9f93147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e8db7d8b243c0" /><Relationship Type="http://schemas.openxmlformats.org/officeDocument/2006/relationships/notesSlide" Target="/ppt/notesSlides/notesSlide9.xml" Id="Rd4486d4762424b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47707063f41c6" /><Relationship Type="http://schemas.openxmlformats.org/officeDocument/2006/relationships/notesSlide" Target="/ppt/notesSlides/notesSlide10.xml" Id="Re5ed0fce0f0644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d8ceed9804bc8" /><Relationship Type="http://schemas.openxmlformats.org/officeDocument/2006/relationships/notesSlide" Target="/ppt/notesSlides/notesSlide11.xml" Id="Ra497c3b16f4246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ba1477754415e" /><Relationship Type="http://schemas.openxmlformats.org/officeDocument/2006/relationships/notesSlide" Target="/ppt/notesSlides/notesSlide12.xml" Id="Re3bb856f32c940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6d8964bbd476c" /><Relationship Type="http://schemas.openxmlformats.org/officeDocument/2006/relationships/notesSlide" Target="/ppt/notesSlides/notesSlide13.xml" Id="R4adbe98f6f2c4d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b77f5176240b6" /><Relationship Type="http://schemas.openxmlformats.org/officeDocument/2006/relationships/notesSlide" Target="/ppt/notesSlides/notesSlide14.xml" Id="Rde0a1d5be2ac4b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a71ae6c624d57" /><Relationship Type="http://schemas.openxmlformats.org/officeDocument/2006/relationships/notesSlide" Target="/ppt/notesSlides/notesSlide15.xml" Id="Rfd69b309d28245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60b85de9e4af7" /><Relationship Type="http://schemas.openxmlformats.org/officeDocument/2006/relationships/notesSlide" Target="/ppt/notesSlides/notesSlide16.xml" Id="Rf40b703ea3324b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7691c297467a" /><Relationship Type="http://schemas.openxmlformats.org/officeDocument/2006/relationships/notesSlide" Target="/ppt/notesSlides/notesSlide17.xml" Id="R0d088539e1de47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f3375e5294417" /><Relationship Type="http://schemas.openxmlformats.org/officeDocument/2006/relationships/notesSlide" Target="/ppt/notesSlides/notesSlide18.xml" Id="R8edeae721b784b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8342ceed4fb6" /><Relationship Type="http://schemas.openxmlformats.org/officeDocument/2006/relationships/notesSlide" Target="/ppt/notesSlides/notesSlide19.xml" Id="R2b39e4af1f864a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cb03d47de4e8a" /><Relationship Type="http://schemas.openxmlformats.org/officeDocument/2006/relationships/notesSlide" Target="/ppt/notesSlides/notesSlide20.xml" Id="R45ce1bd3d97147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44667b62e4fa1" /><Relationship Type="http://schemas.openxmlformats.org/officeDocument/2006/relationships/notesSlide" Target="/ppt/notesSlides/notesSlide21.xml" Id="R72a75e6b5c4143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53a0dd9d14d91" /><Relationship Type="http://schemas.openxmlformats.org/officeDocument/2006/relationships/notesSlide" Target="/ppt/notesSlides/notesSlide22.xml" Id="R3010bbe1ea6c4f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2d9298e9a4152" /><Relationship Type="http://schemas.openxmlformats.org/officeDocument/2006/relationships/notesSlide" Target="/ppt/notesSlides/notesSlide23.xml" Id="Rc00319a1ac2e49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c5a270568419d" /><Relationship Type="http://schemas.openxmlformats.org/officeDocument/2006/relationships/notesSlide" Target="/ppt/notesSlides/notesSlide24.xml" Id="R161c25591b42469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56dd329354aa5" /><Relationship Type="http://schemas.openxmlformats.org/officeDocument/2006/relationships/notesSlide" Target="/ppt/notesSlides/notesSlide25.xml" Id="R89ec404b07a343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51fcf903244ce" /><Relationship Type="http://schemas.openxmlformats.org/officeDocument/2006/relationships/notesSlide" Target="/ppt/notesSlides/notesSlide26.xml" Id="R4111f8594ead4d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fca7efe664692" /><Relationship Type="http://schemas.openxmlformats.org/officeDocument/2006/relationships/notesSlide" Target="/ppt/notesSlides/notesSlide27.xml" Id="R6e5371f01ea0477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4879fcba3499e" /><Relationship Type="http://schemas.openxmlformats.org/officeDocument/2006/relationships/notesSlide" Target="/ppt/notesSlides/notesSlide28.xml" Id="Re8d892ceb4714a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19601c92a4545" /><Relationship Type="http://schemas.openxmlformats.org/officeDocument/2006/relationships/notesSlide" Target="/ppt/notesSlides/notesSlide29.xml" Id="Rb9e0ae28559545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54289feff4d96" /><Relationship Type="http://schemas.openxmlformats.org/officeDocument/2006/relationships/notesSlide" Target="/ppt/notesSlides/notesSlide30.xml" Id="R0011f3ddc6a447e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403d45b641d1" /><Relationship Type="http://schemas.openxmlformats.org/officeDocument/2006/relationships/notesSlide" Target="/ppt/notesSlides/notesSlide31.xml" Id="Ra65ef44854c344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6ca17ed6347fc" /><Relationship Type="http://schemas.openxmlformats.org/officeDocument/2006/relationships/notesSlide" Target="/ppt/notesSlides/notesSlide32.xml" Id="R5f727b9ed3744d5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19528a6714210" /><Relationship Type="http://schemas.openxmlformats.org/officeDocument/2006/relationships/notesSlide" Target="/ppt/notesSlides/notesSlide33.xml" Id="R28bbb00382ad47d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c6ff540ae4a38" /><Relationship Type="http://schemas.openxmlformats.org/officeDocument/2006/relationships/notesSlide" Target="/ppt/notesSlides/notesSlide34.xml" Id="Rab6e58eac97845b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5133320a84a82" /><Relationship Type="http://schemas.openxmlformats.org/officeDocument/2006/relationships/notesSlide" Target="/ppt/notesSlides/notesSlide35.xml" Id="R2db02ed7075f483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19dec37c44fae" /><Relationship Type="http://schemas.openxmlformats.org/officeDocument/2006/relationships/notesSlide" Target="/ppt/notesSlides/notesSlide36.xml" Id="R665736995a4f481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9d76616e94df2" /><Relationship Type="http://schemas.openxmlformats.org/officeDocument/2006/relationships/notesSlide" Target="/ppt/notesSlides/notesSlide37.xml" Id="R4c60e422ebd24dc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ac47dbc0746de" /><Relationship Type="http://schemas.openxmlformats.org/officeDocument/2006/relationships/notesSlide" Target="/ppt/notesSlides/notesSlide38.xml" Id="Rc1fc93205e254ed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c6bf05a7247a1" /><Relationship Type="http://schemas.openxmlformats.org/officeDocument/2006/relationships/notesSlide" Target="/ppt/notesSlides/notesSlide39.xml" Id="R2a6e45381e0f4e2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30bb9003485b" /><Relationship Type="http://schemas.openxmlformats.org/officeDocument/2006/relationships/notesSlide" Target="/ppt/notesSlides/notesSlide40.xml" Id="R12fd038fc3dd4ed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a58860e7a41e2" /><Relationship Type="http://schemas.openxmlformats.org/officeDocument/2006/relationships/notesSlide" Target="/ppt/notesSlides/notesSlide41.xml" Id="Re769a47665e04d3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04829766744c7" /><Relationship Type="http://schemas.openxmlformats.org/officeDocument/2006/relationships/notesSlide" Target="/ppt/notesSlides/notesSlide42.xml" Id="R5b08c5487ccf44d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d8e356cd74c8c" /><Relationship Type="http://schemas.openxmlformats.org/officeDocument/2006/relationships/notesSlide" Target="/ppt/notesSlides/notesSlide43.xml" Id="R4efac1e7e70a4ba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0b52ee3e04a09" /><Relationship Type="http://schemas.openxmlformats.org/officeDocument/2006/relationships/notesSlide" Target="/ppt/notesSlides/notesSlide44.xml" Id="Rf55c49d0783f419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011aeff53412d" /><Relationship Type="http://schemas.openxmlformats.org/officeDocument/2006/relationships/notesSlide" Target="/ppt/notesSlides/notesSlide45.xml" Id="Rb223b3e3bfb041a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8e29562784b2f" /><Relationship Type="http://schemas.openxmlformats.org/officeDocument/2006/relationships/notesSlide" Target="/ppt/notesSlides/notesSlide46.xml" Id="R3902a84c10144ee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61970db9e4fd2" /><Relationship Type="http://schemas.openxmlformats.org/officeDocument/2006/relationships/notesSlide" Target="/ppt/notesSlides/notesSlide47.xml" Id="R199807791fa0417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757a4b7524380" /><Relationship Type="http://schemas.openxmlformats.org/officeDocument/2006/relationships/notesSlide" Target="/ppt/notesSlides/notesSlide48.xml" Id="R7a7cdd954fa4462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6e6341ba4ae8" /><Relationship Type="http://schemas.openxmlformats.org/officeDocument/2006/relationships/notesSlide" Target="/ppt/notesSlides/notesSlide49.xml" Id="R3cdd0c17a8a147f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20c2075814728" /><Relationship Type="http://schemas.openxmlformats.org/officeDocument/2006/relationships/notesSlide" Target="/ppt/notesSlides/notesSlide50.xml" Id="R25f838e38d8a49c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ff37c93324556" /><Relationship Type="http://schemas.openxmlformats.org/officeDocument/2006/relationships/notesSlide" Target="/ppt/notesSlides/notesSlide51.xml" Id="Rfa4308fd4cf2458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e9562fcac42ed" /><Relationship Type="http://schemas.openxmlformats.org/officeDocument/2006/relationships/notesSlide" Target="/ppt/notesSlides/notesSlide52.xml" Id="R2863a5b7590649d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d30a44cef4a34" /><Relationship Type="http://schemas.openxmlformats.org/officeDocument/2006/relationships/notesSlide" Target="/ppt/notesSlides/notesSlide53.xml" Id="R5f14adaaf6404bc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9f3adc203471a" /><Relationship Type="http://schemas.openxmlformats.org/officeDocument/2006/relationships/image" Target="/ppt/media/image.jpeg" Id="Rb815105a0e8f42db" /><Relationship Type="http://schemas.openxmlformats.org/officeDocument/2006/relationships/hyperlink" Target="https://console.aws.amazon.com/s3/" TargetMode="External" Id="R8bede76b89f24a39" /><Relationship Type="http://schemas.openxmlformats.org/officeDocument/2006/relationships/hyperlink" Target="https://docs.aws.amazon.com/AmazonS3/latest/userguide/create-bucket-overview.html" TargetMode="External" Id="Rb892fe60d2784eb0" /><Relationship Type="http://schemas.openxmlformats.org/officeDocument/2006/relationships/notesSlide" Target="/ppt/notesSlides/notesSlide54.xml" Id="Rdc3bb27be9354b6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17fc67bf148c3" /><Relationship Type="http://schemas.openxmlformats.org/officeDocument/2006/relationships/hyperlink" Target="https://console.aws.amazon.com/console/home?region=ap-northeast-2" TargetMode="External" Id="R67d537b1596b417f" /><Relationship Type="http://schemas.openxmlformats.org/officeDocument/2006/relationships/hyperlink" Target="https://docs.aws.amazon.com/IAM/latest/UserGuide/gs-identities.html" TargetMode="External" Id="Rfd9ba26f936349bc" /><Relationship Type="http://schemas.openxmlformats.org/officeDocument/2006/relationships/image" Target="/ppt/media/image2.jpeg" Id="Rc9f625f5ecf5487b" /><Relationship Type="http://schemas.openxmlformats.org/officeDocument/2006/relationships/notesSlide" Target="/ppt/notesSlides/notesSlide55.xml" Id="R2f5c45e2272d4d6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94863984c46e5" /><Relationship Type="http://schemas.openxmlformats.org/officeDocument/2006/relationships/hyperlink" Target="https://ap-northeast-2.console.aws.amazon.com/singlesignon/home?region=ap-northeast-2" TargetMode="External" Id="R18314b53ec4f4665" /><Relationship Type="http://schemas.openxmlformats.org/officeDocument/2006/relationships/hyperlink" Target="https://docs.aws.amazon.com/IAM/latest/UserGuide/gs-identities.html" TargetMode="External" Id="Rdf11b083313c4e68" /><Relationship Type="http://schemas.openxmlformats.org/officeDocument/2006/relationships/image" Target="/ppt/media/image3.jpeg" Id="R954ce3677e9f450a" /><Relationship Type="http://schemas.openxmlformats.org/officeDocument/2006/relationships/notesSlide" Target="/ppt/notesSlides/notesSlide56.xml" Id="R610e22571c5a48d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9a80c2c484837" /><Relationship Type="http://schemas.openxmlformats.org/officeDocument/2006/relationships/hyperlink" Target="https://console.aws.amazon.com/iam/" TargetMode="External" Id="R3962f07c62ce447c" /><Relationship Type="http://schemas.openxmlformats.org/officeDocument/2006/relationships/hyperlink" Target="https://docs.aws.amazon.com/IAM/latest/UserGuide/gs-identities.html" TargetMode="External" Id="R21ea8d76da314742" /><Relationship Type="http://schemas.openxmlformats.org/officeDocument/2006/relationships/image" Target="/ppt/media/image4.jpeg" Id="R822447e465024280" /><Relationship Type="http://schemas.openxmlformats.org/officeDocument/2006/relationships/notesSlide" Target="/ppt/notesSlides/notesSlide57.xml" Id="Re303fcd890f54c7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afc3795f74dea" /><Relationship Type="http://schemas.openxmlformats.org/officeDocument/2006/relationships/hyperlink" Target="https://console.aws.amazon.com/iam/home#/roles" TargetMode="External" Id="Rcde72d8595c54390" /><Relationship Type="http://schemas.openxmlformats.org/officeDocument/2006/relationships/hyperlink" Target="https://docs.aws.amazon.com/IAM/latest/UserGuide/gs-identities.html" TargetMode="External" Id="R5b715cee21874d9b" /><Relationship Type="http://schemas.openxmlformats.org/officeDocument/2006/relationships/image" Target="/ppt/media/image5.jpeg" Id="Rffd2c603388f4363" /><Relationship Type="http://schemas.openxmlformats.org/officeDocument/2006/relationships/notesSlide" Target="/ppt/notesSlides/notesSlide58.xml" Id="R46fb99816f924cd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4293fac0442bc" /><Relationship Type="http://schemas.openxmlformats.org/officeDocument/2006/relationships/hyperlink" Target="https://console.aws.amazon.com/s3/" TargetMode="External" Id="R337bf3838fb1480f" /><Relationship Type="http://schemas.openxmlformats.org/officeDocument/2006/relationships/hyperlink" Target="https://docs.aws.amazon.com/IAM/latest/UserGuide/gs-identities.html" TargetMode="External" Id="R3231632b10cf40e9" /><Relationship Type="http://schemas.openxmlformats.org/officeDocument/2006/relationships/image" Target="/ppt/media/image6.jpeg" Id="Rb21c7353361f46d0" /><Relationship Type="http://schemas.openxmlformats.org/officeDocument/2006/relationships/notesSlide" Target="/ppt/notesSlides/notesSlide59.xml" Id="Rf0d188b92c54460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79f7e9dbd42d1" /><Relationship Type="http://schemas.openxmlformats.org/officeDocument/2006/relationships/hyperlink" Target="https://s3.console.aws.amazon.com/s3/bucket/create?region=ap-northeast-2" TargetMode="External" Id="R087419ffc4a74092" /><Relationship Type="http://schemas.openxmlformats.org/officeDocument/2006/relationships/hyperlink" Target="https://docs.aws.amazon.com/IAM/latest/UserGuide/gs-identities.html" TargetMode="External" Id="R6ca9e2dc1d884075" /><Relationship Type="http://schemas.openxmlformats.org/officeDocument/2006/relationships/image" Target="/ppt/media/image7.jpeg" Id="R5fc0a6fb46b54774" /><Relationship Type="http://schemas.openxmlformats.org/officeDocument/2006/relationships/notesSlide" Target="/ppt/notesSlides/notesSlide60.xml" Id="Rc8d8c55c9ff9436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a89679d144cc1" /><Relationship Type="http://schemas.openxmlformats.org/officeDocument/2006/relationships/hyperlink" Target="https://s3.console.aws.amazon.com/s3/bucket/create?region=ap-northeast-2" TargetMode="External" Id="Rd6b5f6cfa5544bd1" /><Relationship Type="http://schemas.openxmlformats.org/officeDocument/2006/relationships/hyperlink" Target="https://docs.aws.amazon.com/IAM/latest/UserGuide/gs-identities.html" TargetMode="External" Id="R1361f055d3ff493f" /><Relationship Type="http://schemas.openxmlformats.org/officeDocument/2006/relationships/image" Target="/ppt/media/image8.jpeg" Id="R9c465c89300240b3" /><Relationship Type="http://schemas.openxmlformats.org/officeDocument/2006/relationships/notesSlide" Target="/ppt/notesSlides/notesSlide61.xml" Id="Rceb4c7efa750466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e84bdd24f493f" /><Relationship Type="http://schemas.openxmlformats.org/officeDocument/2006/relationships/hyperlink" Target="https://s3.console.aws.amazon.com/s3/bucket/create?region=ap-northeast-2" TargetMode="External" Id="R8900c24180eb4760" /><Relationship Type="http://schemas.openxmlformats.org/officeDocument/2006/relationships/hyperlink" Target="https://docs.aws.amazon.com/IAM/latest/UserGuide/gs-identities.html" TargetMode="External" Id="R25336f2182af41c9" /><Relationship Type="http://schemas.openxmlformats.org/officeDocument/2006/relationships/image" Target="/ppt/media/image9.jpeg" Id="R23f778a532414b56" /><Relationship Type="http://schemas.openxmlformats.org/officeDocument/2006/relationships/notesSlide" Target="/ppt/notesSlides/notesSlide62.xml" Id="R736a4f50474a463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97dd4801e4b6d" /><Relationship Type="http://schemas.openxmlformats.org/officeDocument/2006/relationships/hyperlink" Target="https://console.aws.amazon.com/billing/home#/budgets/overview" TargetMode="External" Id="R14b3904df1094ed6" /><Relationship Type="http://schemas.openxmlformats.org/officeDocument/2006/relationships/hyperlink" Target="https://docs.aws.amazon.com/IAM/latest/UserGuide/gs-identities.html" TargetMode="External" Id="Rf0e1286f10874d11" /><Relationship Type="http://schemas.openxmlformats.org/officeDocument/2006/relationships/image" Target="/ppt/media/image10.jpeg" Id="R03ae5d1137a8427a" /><Relationship Type="http://schemas.openxmlformats.org/officeDocument/2006/relationships/notesSlide" Target="/ppt/notesSlides/notesSlide63.xml" Id="R82f5fa93195d45f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e14f1389c4352" /><Relationship Type="http://schemas.openxmlformats.org/officeDocument/2006/relationships/hyperlink" Target="https://ap-northeast-2.console.aws.amazon.com/cloudshell/home?region=ap-northeast-2" TargetMode="External" Id="R0b8d6582f4f446fd" /><Relationship Type="http://schemas.openxmlformats.org/officeDocument/2006/relationships/hyperlink" Target="https://docs.aws.amazon.com/IAM/latest/UserGuide/gs-identities.html" TargetMode="External" Id="R52d40424228a47c2" /><Relationship Type="http://schemas.openxmlformats.org/officeDocument/2006/relationships/image" Target="/ppt/media/image11.jpeg" Id="Rda6036c443f447ce" /><Relationship Type="http://schemas.openxmlformats.org/officeDocument/2006/relationships/notesSlide" Target="/ppt/notesSlides/notesSlide64.xml" Id="R20729f46020b49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A7DB3-6FAF-4F0B-81A1-1FB51F2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BB789-2629-440C-937E-FCBE743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569F22-C8B4-4AE3-9880-15C21AE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01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BD3120-D1C9-4DE2-801E-DA3A687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MLOps 개요와 클라우드 첫걸음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49037F-5270-471E-82C2-752C1A5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15주 뒤 팀이 만든 예측 서비스를 링크로 보여준다. 오늘은 첫 파일을 AWS에 올린다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3817679-883E-4637-82BA-9055153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3A6C14-BAB4-4F07-BDE9-0A7D98B7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2CFDFB-0B06-4623-8461-1301B789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2001070101_18v1.1   2001070201_18v1.3   2001070101_18v1.5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088564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B0861B-2980-444C-BD4D-62996518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먼저, 가격 하나만 정해봅시다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71168C-4810-49B9-8066-09EAA507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정답 없음 · 휴대폰 메모장에 적기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C1BC69-4874-4B1D-A17C-9805F65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4B473AF-81EF-41B4-8B06-FFBBF81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새 제품 가격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21499D-6CEE-4369-82CC-63D248C5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150만 원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9FB0CCF-56C2-40C4-9539-694B6AF6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FF4D19-3062-4651-A49F-D54544C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사용 기간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A44E37-163F-4BF8-B89D-4FF06E69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CC461A-D786-43EE-9252-862B98F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74D9FE0-0B6C-4207-B265-33FF7AD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배터리 성능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7AC8EC9-1D0E-4B40-A26D-65EBC45F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78%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3CEA7BD-C167-4B0D-A6B8-46E1820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468A69-91CF-4756-BA10-B8E983C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외관 상태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5567EB-BD3B-4420-8099-31873712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B등급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9C597C-CE30-41D3-B2B0-9674F11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50B948-05FB-4925-9F54-D78C79F1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내가 올릴 가격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D16E13-CB0D-4F7B-A994-9C202E4F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______원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456D6E6-716A-4A7F-907B-F7058087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3DB4BE7-C0C8-4151-870F-0E3F66C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옆 사람과 가격 비교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10A189B-2C80-4C5E-8999-32F2F4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30초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5FB3FA6-C349-4389-9A5C-BB74A9B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D32A93-C138-4644-BE00-57EB726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아직 검색하지 않습니다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C3B7B87-D4FA-4081-B5C2-E4C3984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생각 먼저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AD8D18F-8640-4774-9CC1-25747D5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E3520D7-06B1-4767-B85F-2F2363B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이제 예측 화면을 엽니다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DA50FF-5B1B-47B9-9D24-518A3BA0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시작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CE89556-C001-4904-A4A7-049F1B5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CA8B236-280B-489C-B1F6-36B1DB1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1222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AB9F7B-53C0-4953-87CB-0F504BC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0B19FD-495F-4709-A417-0642560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4B7F14-4EBB-4520-9B9E-B52BAE64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 예측 체험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717A318-15B6-41D6-83B2-4C80F33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AI를 배운 적이 없어도 바로 참여할 수 있습니다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40840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FCB66A-BA6E-4EE1-B134-0345C0F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여러분은 방금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모델이 아니라 서비스를 사용했습니다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B1F1CD-3A72-4636-8A0A-9765AEB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입력하고, 결과를 받고, 조건을 바꿨습니다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107706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B27745-7C16-49E1-816E-022C087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버튼 한 번 뒤에 네 가지가 움직입니다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12F926-96DC-43A6-84E5-0787FBB9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사용자는 첫 화면만 보지만, 만드는 사람은 끝까지 책임집니다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1978E7-2988-4A26-B86F-6B246CB7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E63FB5-0807-447F-B42F-2C355044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FA09F7-C913-4A86-B576-C993C9C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입력을 받는다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C8688F-161E-478A-A687-A89DC4B0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가격 · 사용 기간 · 배터리 · 외관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7165480-E5D2-4635-9AF8-3566A801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A80847-A44E-49C7-9C1C-B617D6B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D8983E-90D4-4CC6-84B5-74CDE21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예측한다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A47002-19A4-4A1B-9A79-CB47D797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입력에 같은 방식으로 답한다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6DC5A0-7473-4A8D-8528-CC166BE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E2D26B-CB5F-428D-97AA-14B838AD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839CBD-5BC3-4DA2-BE19-E7D7E16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결과를 전달한다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EB8E84-8FD5-4E3A-BAA3-D31D850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화면과 API가 같은 값을 보여준다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777D11-BCA9-4563-AED8-62EF471C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6930650-F532-45CB-A508-B67DBD35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31CF93F-4DBA-4A2C-A888-F5EAB6B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상태를 확인한다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39344D-0E4A-4BB1-A2A7-799B2F17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오류 · 응답 시간 · 요청 수를 기록한다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5651C90-EC54-491D-925C-CF8A642C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79052B-C05A-4C13-BD77-1146843A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15주 뒤 팀 결과물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1B03728-AB87-463A-81E1-CDCF2C4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사람이 누르는 화면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프로그램이 호출하는 API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수정하면 다시 배포되는 구조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문제가 보이는 운영 화면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4EE77A7-FCCE-45CD-8D33-B7D09CBA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11A4DDB-EE50-433D-84FA-E1CE94D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57204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7F5983-172C-4C97-967E-ED48A52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15주 로드맵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012A39-6A0B-46F9-9310-AE78AD0F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오늘의 파일 하나가 15주 뒤 서비스 주소로 이어집니다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D3059C-50F9-4927-9F59-B411D9E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D9188E-1551-4584-9D32-AC25ADDA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069D2F-204D-4FB8-81AD-CF1FE94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DFA255-A6C5-4CFE-90FC-2506D15D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1–2주 · 클라우드 기초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984DFCD-D5F3-4522-AEC1-6FA66C3C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AWS 계정, S3, EC2 개발환경 구축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0BB557E-5D39-408E-A90A-3E3DD6B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C9130-1C1C-4308-9AAE-2C90F7C9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D879FCF-609A-4133-8977-06E9F3E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EAE32-C0CC-4446-AB6C-ADA8D56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3–5주 · 데이터와 모델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26EA197-6008-409F-A061-DDC63DE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문제 정의 → 전처리 → 베이스라인 모델 → 실험 관리(MLflow)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D418E89-F0E8-4078-A3DA-CE7BF2DC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D17F34-3DD6-486E-A064-E8A3DE7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E19346-9AF9-4F8E-B084-FE534FE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1E8E21-76CD-4C1E-A8E6-C4B96E3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6–8주 · 컨테이너와 서빙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E4B433E-0A44-421F-A697-065CEBA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Docker → FastAPI 예측 API → EC2 배포 + 데모 화면 (중간 시연)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2AF721-CA8A-4DCB-B4F5-C92AC0E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D8AF58-D270-4752-8411-CB13A6E6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EFD052-C552-4BE0-B2E1-0D373CD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AEF6A25-CA7D-4A47-B054-99BDBB7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9–10주 · 관리형 서비스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284500-266E-41E5-B712-669E8F0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SageMaker로 학습·배포 체험, Bedrock으로 생성형 AI 붙이기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DDA6825-E464-497E-A44C-4A6F620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E14528D-5E66-48A1-9D74-4665613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0F754B0-455F-4E0D-B0B7-9CDE090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D4D1470-8DAB-4106-B237-5C9F9E81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11–15주 · 자동화와 운영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9B1495D-480B-4F8A-8950-E09A5B5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GitHub Actions 자동 배포 → 모니터링 → 프로젝트 완성 → 최종 발표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21B91F2-DEFC-40FB-AF52-A8D445D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7F92703-E08F-47DE-A3CF-C44E708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73443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18D35D-880D-47B8-AF7D-24AEC0D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평가 방법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7C716D-80FB-491A-BB71-D0C2331B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총 100점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4DB5E4-FEE1-4A7B-8485-E48F295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16836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3304DF-AAB4-4DB1-8197-599AA7DD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45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126A9E-F532-4C10-BA2D-FFAA824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45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29CF7A0-04B1-4161-9582-1DC0A065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336292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출석·참여 10점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71DC671-B0FD-4D39-94AC-C6382BE1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48356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성실히 나오면 받는 점수입니다.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CB049F4-DE3A-4BD4-A17F-4A71570D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2116836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8912DA0-887E-4FED-8501-3C9FA480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3545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2DA11A-5325-426A-88C0-104567D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3545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27854D-3A15-4DE9-B3FA-809891D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336292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주차별 체크포인트 25점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F48B9E0-81EE-4D32-A80F-6BC4A9B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848356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매주 실습 결과를 스크린샷이나 URL로 제출합니다. 12회 × 약 2점.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4A3BAC-B055-4337-B90A-6B44FB6B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C82B4E-A3BD-495B-8D3C-DAC7D8DD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65D54D2-25F4-45AA-9476-156A265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BFF6E4-2448-4F1B-9BC7-82D66875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프로젝트 50점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10F9316-D3E8-467E-9202-D9D8E7E1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M1 문제정의서 10 · M2 중간시연 15 · 최종 산출물 25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D577518-8D23-474B-AB70-F17B375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3A3F18D-D903-4960-A83B-39DBD9E3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802C2B4-3FBC-4772-93CD-FC851B0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246A259-13FA-4678-A78B-787E7E1E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최종 발표 15점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191B9FF-B609-47A7-BD93-2A7F4B8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15주차 라이브 시연 포함. 상호평가 포함.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0E4FA2-83F6-454D-9322-66BF748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48EB4CA-0624-48CE-B447-85A2CC0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84818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FE5071-3D29-4677-8414-6A0D0BD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시작 전에 반드시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12D733-2122-447E-A121-881FE243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과목에서 가장 중요한 규칙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DF50EA-716A-4F45-99AB-ACC6A2D4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419856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7E56C2-FD9B-40B5-87B6-253C0573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AB27BB-0FDE-4791-B827-91B3440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085312-A2C2-4D2F-B656-EB57ACB1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쓴 만큼 돈이 나갑니다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75BBDB-22BC-49AB-B8C1-40C15FA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139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실습에 쓰는 AWS는 학과 결제 계정입니다. 여러분이 만든 자원은 실제로 과금됩니다.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매 수업 종료 5분 전 '리소스 정리 타임'을 반드시 지킵니다. EC2 인스턴스는 중지(Stop).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리소스를 방치한 것이 적발되면 회당 2점 감점입니다.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이상하게 비싼 게 만들어졌다 싶으면 혼자 해결하지 말고 즉시 손 드세요. 야단맞지 않습니다.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DB5C27-1DC0-44CF-A13C-6ADC1ABF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DA963-79B0-4DC7-A24D-5B808F65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488245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01 · 개인 역량 여권 작성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개인 선택 · 8분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경험 점수와 희망 역할 1·2순위를 혼자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SKILL_PASSPORT.md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모든 칸에 구체적인 경험과 부담스러운 일이 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개인 파일 저장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솔직한 상태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팀에 필요한 역할 발견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친구 답을 복사하지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02 · 30초 소개 문장 완성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개인 소개 · 2분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'해 본 일·맡고 싶은 일·기여할 일'을 한 문장으로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SKILL_PASSPORT.md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30초 안에 끝나는 소개 문장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옆 사람에게 실제로 말해 보기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첫 대화의 재료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기여 가능성을 먼저 공개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실력 자랑 대신 구체적 경험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03 · 다른 역할을 찾아 이동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 탐색 · 6분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교실을 이동하며 서로 다른 희망 역할을 가진 사람과 대화한다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SKILL_PASSPORT.md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최소 4명과 30초 소개를 주고받음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팀을 정하기 전 2개 조합 비교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편중 방지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같은 역할만 모이지 않기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친분보다 역할 균형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04 · 3~4명 후보 팀 만들기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 탐색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함께 하고 싶은 3~4명이 경험·희망 역할을 표에 옮긴다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TEAM_FORMATION_BOARD.md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데이터·모델·배포·검증 역할이 표에 보임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팀원 전원이 표 확인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역할 공백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지금 부족한 역할 찾기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 확정 전 가시화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05 · 같은 1순위가 몰리면 재협상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 탐색 · 3분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역할 1순위가 3명 이상이면 하나의 조정안을 만든다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TEAM_FORMATION_BOARD.md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역할 중복을 줄인 대안 또는 다른 후보 팀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조정 근거를 한 줄로 기록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세부 업무 충돌 예방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역할은 서열이 아님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양보를 강요하지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06 · 협상 질문 4개에 답하기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 탐색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일정·연락·결정·충돌 처리 방식을 서로 묻는다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TEAM_FORMATION_BOARD.md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4개 질문 모두에 팀의 답이 기록됨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답이 맞지 않으면 팀 확정 보류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일하는 방식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기술보다 협업 리스크를 먼저 발견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애매한 동의는 동의가 아님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07 · 미구성자만 최종 조정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팀 탐색 · 2분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팀을 못 구한 학생만 손을 들고 강사의 조정을 받는다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TEAM_FORMATION_BOARD.md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모든 학생이 3~4명 후보 팀에 속함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이미 합의한 팀은 그대로 유지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누군가 남지 않게 하기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강사는 마지막에만 개입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학생이 만든 팀 존중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08 · 팀 규칙을 각자 먼저 제안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규칙 협상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답장 시간·결정 방식·지각 기준·충돌 처리를 각자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TEAM_CHARTER.md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 수만큼의 초안이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다른 사람 안을 보기 전 작성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묵음 동의 방지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불편한 기준도 드러내기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팀장 안을 정답처럼 받지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09 · 엄격한 안과 느슨한 안 비교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규칙 협상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기준의 가장 엄격한 안과 느슨한 안 사이의 차이를 말한다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TEAM_CHARTER.md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규칙별 쟁점과 예외 조건이 보임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다수결 전에 이유를 한 번씩 듣기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오해를 협상으로 바꾸기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기준을 구체적 문장으로 만들기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인신공격 금지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10 · 합의한 규칙만 문서화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규칙 협상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합의한 네 가지 규칙과 예외 상황을 팀 규약에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TEAM_CHARTER.md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누가 보아도 행동으로 옮길 수 있는 문장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 전원이 문장을 소리 내어 확인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충돌 시 돌아올 기준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짧고 측정 가능하게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'잘하자' 같은 표현은 금지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11 · 전원 동의로 팀 규약 확정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규칙 협상 · 2분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 전원이 이름과 동의 날짜를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TEAM_CHARTER.md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빈 서명란이 하나도 없음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동의하지 못한 문장은 다시 협상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규칙에 공동 책임 부여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나중에 '몰랐다'를 줄임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서명만 받고 넘어가지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12 · 1~4주 역할 시험 배정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역할 순환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희망 순위와 경험을 근거로 데이터·모델·배포·검증을 배정한다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ROLE_ROTATION.csv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1~4주 모든 역할에 학생 이름이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각자 자신의 완료 조건을 말함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첫 스프린트 책임 명확화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팀장이 모든 일을 하지 않게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역할과 서열을 구분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13 · 5~8주 순환 역할 예고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역할 순환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5~8주에는 같은 역할을 유지할 수 없다는 조건으로 다음 역할을 정한다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ROLE_ROTATION.csv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모든 학생이 두 개 이상 역할을 경험하는 계획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교체 전 인수인계 방법 한 줄 작성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특정 학생 의존 방지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실패 경험도 팀의 자산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편한 역할에 머물지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14 · 3명 팀의 겸임 규칙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역할 순환 · 2분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운영·품질을 겸임하되 작성자와 검증자를 다르게 정한다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ROLE_ROTATION.csv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모든 작업에 별도 검증자가 표시됨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겸임자의 작업량이 현실적인지 확인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자기 작업 자기 검증 금지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적은 인원에서도 품질 유지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겸임은 영구 담당이 아님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15 · 예시 주제에서 개인 3개 선택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주제 탐색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팀원마다 예시 주제 8개 중 3개를 혼자 고른다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TOPIC_CATALOG.md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팀원별 1·2·3순위가 개별로 기록됨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모두 선택하기 전에 소리 내어 말하지 않기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첫 발언자 편향 차단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다양한 후보 확보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팀장의 선택이 팀 선택은 아님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16 · 8개 기준을 혼자 채점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주제 탐색 · 7분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데이터·난이도·사용자·화면·지표·비용·안전·설명 기준을 채점한다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TOPIC_SHORTLIST_SCORECARD.md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3개의 점수와 근거가 모두 채워짐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점수 옆에 사실 또는 가설 표시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취향을 비교 가능한 근거로 변환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비용과 데이터 확보를 초기에 검사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점수만 적고 근거를 비우지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17 · 점수 차이가 큰 기준부터 토론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주제 탐색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 사이 점수가 2점 이상 차이 나는 기준의 근거부터 말한다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TOPIC_SHORTLIST_SCORECARD.md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핵심 쟁점 3개와 확인할 사실이 남음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주장을 데이터·사용자·비용 근거와 연결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불일치를 정보로 활용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빠른 합의보다 위험 발견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'내가 좋아서'로 끝내지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18 · 개인 점수를 합쳐 후보 3개 정렬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후보 결정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팀원의 점수를 합치고 평균·최저점·쟁점 수로 후보를 정렬한다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TOPIC_SHORTLIST_SCORECARD.md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1·2·3순위와 선정 이유가 표에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총점이 같으면 최저점이 높은 후보 우선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 선택을 재현 가능하게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평균에 가려진 큰 반대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다수결로 즉시 끝내지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19 · 1순위 후보를 한 문장씩 구체화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후보 결정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사용자·입력·출력·화면·지표를 각각 한 문장으로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PROJECT_IDEA_CARD.md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다른 사람이 서비스 사용 장면을 그릴 수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 이름 대신 사용자 행동으로 설명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기술 주제를 서비스 주제로 바꾸기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화면과 지표를 처음부터 연결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'예측 시스템'만으로는 통과 불가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20 · 2순위도 같은 수준으로 설계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후보 결정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2순위의 사용자·입력·출력·화면·지표를 완성한다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PROJECT_IDEA_CARD.md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1순위가 실패해도 바로 시작할 수 있는 예비안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1순위와 같은 품질 기준으로 검사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주제 변경 비용 줄이기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3주차 데이터 탈락에 대비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이름만 적은 예비안은 무효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21 · 1차 공격 검토 카드 교환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1회전 · 3분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옆 팀과 후보 카드를 바꾸고 작성 팀은 추가 설명을 하지 않는다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PROJECT_IDEA_CARD.md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검토 팀이 문서만으로 주제를 이해함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교환 시간과 반환 시간을 적기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문서의 독립성 검사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설명이 없으면 드러나는 빈칸 발견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작성 팀은 3분 동안 침묵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22 · 8개 질문으로 실패 가능성 찾기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1회전 · 8분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데이터·누수·지표·사용자·화면·비용·안전·시연 실패를 찾는다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RED_TEAM_REVIEW.md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8개 질문 모두에 증거 또는 확인 방법이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실패 조건은 구체적 상황으로 작성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아이디어를 실습 규모로 검사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잘못된 확신을 빨리 찾기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'별로예요'는 피드백이 아님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23 · 반박하지 말고 질문과 답 기록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1회전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검토받는 팀은 질문을 그대로 적고 알고 있는 사실만 답한다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RED_TEAM_REVIEW.md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모르는 항목에 '확인 필요'가 표시됨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추측과 사실을 다른 기호로 표시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방어보다 학습을 우선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빈칸을 다음 실험으로 변환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질문자의 의도를 평가하지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24 · 고칠 것 2개와 잘한 것 1개 전달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1회전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검토 팀이 반드시 고칠 항목 2개와 유지할 항목 1개를 골라 전달한다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RED_TEAM_REVIEW.md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우선순위 1~3이 표시된 피드백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작성 팀이 이해한 내용을 한 번 다시 말함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 우선순위 제공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잘한 결정도 보존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해결책 대신 문제를 명확히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25 · 2차 검토는 다른 팀과 진행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2회전 · 3분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1차 검토 팀이 아닌 팀에게 수정 전 후보 카드를 넘긴다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PROJECT_IDEA_CARD.md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서로 다른 두 팀이 같은 후보를 검토함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1차 검토표는 보여 주지 않기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피드백의 독립성 확보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첫 검토에 가려진 위험 발견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 후 카드를 주지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26 · 1차와 겹치지 않는 실패 2개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2회전 · 6분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2차 검토 팀은 독립적으로 검사해 새로운 실패 조건 2개를 찾는다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RED_TEAM_REVIEW.md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1차와 다른 지적 2개와 근거가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겹치면 다른 기준을 선택해 재검사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여러 관점에서 회복력 검사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데이터와 사용자 관점 균형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단어만 바꾼 중복 지적은 무효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27 · 두 검토표의 공통점·차이 표시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2회전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두 팀의 공통 지적은 빨간색, 서로 다른 지적은 파란색으로 표시한다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RED_TEAM_REVIEW.md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반복된 위험과 보완 위험이 구분됨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공통 지적은 최우선 수정 후보로 옮기기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피드백의 신호 강도 판단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우선순위 합의의 근거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개수만 세지 말고 파괴력 비교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28 · 반영·보류·미반영으로 결정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2회전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모든 피드백을 세 가지 상태로 나누고 각 결정에 근거를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DECISION_LOG.md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각 피드백에 상태·담당·기한이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미반영은 데이터나 범위 근거가 있어야 함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피드백 소유권을 팀에 돌려주기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반대 의견도 기록으로 남기기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전부 받거나 전부 거절하지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29 · 후보를 줄이고 수정 전·후 비교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교차 검토 2회전 · 3분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피드백을 반영해 범위를 줄이거나 1·2순위를 바꾸고 변화를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PROJECT_IDEA_CARD.md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수정 전·후 문장과 바꾼 이유가 함께 있음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새로 추가한 기능보다 버린 기능을 확인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검토가 실제 결정을 바꾸게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학기 내 완성 가능성 높이기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 없이 통과하지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30 · 팀 파일 6개를 자동 검사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 준비 · 3분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team-start-kit 폴더에서 bash verify.sh를 실행한다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파일 6개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터미널에 READY: team-start-kit가 보임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실패한 파일명을 수정하고 다시 실행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제출 누락을 자동으로 차단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 자료의 기본 품질 보장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READY 화면을 캡처해 두기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31 · 30초 서비스 설명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제출·공유 ·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팀마다 '사용자 → 입력 → 예측 → 화면'을 30초에 말한다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PROJECT_IDEA_CARD.md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30초 안에 끝나고 사용 장면이 그려짐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발표자는 무작위로 선정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팀원 모두의 공통 이해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모델보다 사용자 가치를 먼저 설명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읽지 말고 듣는 사람을 보기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32 · 다른 학생이 주제를 다시 말하기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제출·공유 · 4분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발표를 들은 다른 팀 학생이 해당 주제를 한 문장으로 다시 말한다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 메모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원래 팀이 '맞다'고 확인할 수 있는 문장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다르게 이해했다면 후보 카드 문장 수정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전달력을 통과 기준으로 사용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작성자 관점의 맹점 발견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발표를 다시 길게 하지 않기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활동 33 · 3주차 데이터 관문 예고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제출·공유 · 3분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지금 할 일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후보 데이터셋을 실제로 받고 관문 8개를 통과해야 주제가 확정됨을 확인한다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작성할 파일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DATA_FEASIBILITY_GATE.md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정상 결과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7개 이상 통과·5~6개 범위 축소·4개 이하 후보 교체 규칙을 앎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제출·확인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데이터를 못 열면 점수와 관계없이 탈락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 활동을 하는 이유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아이디어가 아닌 데이터로 최종 결정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빠른 실패로 학기 후반 위험 줄이기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1·2순위 모두 유지하기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 학생 주도 활동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38E479-E829-4D96-95D3-96B48A5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43FC28-7E8C-477D-B8E4-659C19F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D7C99C-83D8-4B86-8B8C-0AAA3E9C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기본 개념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45900C-4AA1-4EB6-B2F2-C8EE0351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오늘 알아야 할 최소한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9467462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29314A-0CA4-4E84-A67A-B4BE770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나올 용어 네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B8C35D-861E-453A-94FC-1E943B59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지금 다 외울 필요 없습니다. 실습하면서 몸으로 익힙니다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3447FA-0F97-49E5-8EA1-488943C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47A00F-1372-4808-ABE9-33FA9F34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9D7CA3-1085-4325-ADEB-504A183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03452A-D426-4529-BFA9-AAC4E1B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리전 (Region)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E41867D-914B-4D94-B298-8AD6FB53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서버가 물리적으로 놓인 지역입니다. 우리는 서울(ap-northeast-2)로 고정합니다. 리전이 다르면 만든 게 안 보입니다.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E07BC5E-5219-41AF-88F5-BE588D1A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6F2DC78-3718-42F4-BF86-613585C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AE8B6A-565E-41D2-8012-E566AC6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6542E2-3094-49D2-B31F-13E3497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IAM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4CBDC4-53E4-4DF8-A749-11FB82D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누가 무엇을 할 수 있는지 정하는 신분증 시스템. 여러분은 학번으로 된 계정을 받습니다.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25E0F95-9B3D-4165-8DF7-0FF2986F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2E90E88-5619-4EFD-9988-70724B2C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E31DAE-30E4-4858-B83F-455CC36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698E29C-958F-4DA4-A3E8-D0D54A5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S3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1264CD-B94C-4FCE-9025-6B2F903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클라우드 저장소. 웹하드라고 생각하면 되는데, 프로그램이 읽고 쓰기 좋게 만들어진 웹하드입니다.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AEB39F3-E337-4323-BC17-BE48586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FCC9282-9BFE-4AB1-A057-4A54A6D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C68C196-60CC-4F89-8F95-83E946EB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C31A101-5BD9-437A-B997-39C53A0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온디맨드 과금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021CCA9-0ECD-411F-BE4D-5C0F255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쓴 시간만큼 냅니다. 켜두면 계속 나갑니다. 그래서 끄는 게 중요합니다.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9042AF6-DEB5-484B-A800-49658C1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56E5975-A567-48CE-A5E3-3D972F6B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4047476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96A03A-F132-4A2A-93F7-C774A8A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BF9DE1-9BED-4583-BA59-5A16AA0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727D7F-C74A-41A1-8298-A41B26A9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AWS 콘솔 온보딩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FAA74E-4108-4F59-99B3-62E2B381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8744825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6A266D-8810-4BA8-A67A-872C2B02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CE73B5-8977-4A1C-BAEC-38D9D817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한 단계씩. 안 되면 바로 손 드세요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E1D11B-1E70-4416-A90B-EB29031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8DBEB5-2E40-4F62-B795-CF56AA90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9ECCCC-C37D-4B69-A9D0-C7B7C7D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F171A4-BD18-4B62-ABCA-DC279C3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AWS 콘솔 로그인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FA992F-0CED-42DD-AE6C-9EB0E64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배부된 계정 ID·사용자명·임시 비밀번호로 로그인 → 비밀번호 변경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B35716-6641-424A-9508-70BA1ED0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298CF9-079E-4782-9455-B5E4563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86D74F-873E-4319-8E29-CBAC1EEA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F882724-7A7B-4FBC-A127-F638D137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MFA(2단계 인증) 설정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86AE39-8298-4A6C-9E68-E17C9CA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휴대폰에 인증 앱 설치 → QR 스캔 → 연속 두 번의 코드 입력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D5598BC-C355-4120-A3B0-3F15D244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54A3A0B-36B2-4894-BD06-C5D924F8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CE87B31-30E2-4711-844D-A6CECF23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2C484A-6A1D-4BAD-90ED-6FAF92D9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리전을 서울로 고정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04BCB5-88B1-4084-A951-19E0095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우측 상단 리전 선택 → 아시아 태평양(서울) ap-northeast-2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C8B5564-89EE-414B-9CE2-1E4C929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F7E39CD-BD66-4477-8402-850BF7B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0D894E4-6781-4DFD-A31A-086A59CA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86988E4-6F28-41FF-82DC-F064D16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권한 확인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AA0D02-A779-4082-BB01-0049999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IAM → 사용자 → 본인 계정에서 부여된 권한 확인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6906741-51E0-4921-8C68-3A38263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73B0984-31F3-4AC9-8010-FE95B3A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F0DFB78-2FBB-47E3-9501-EBA461C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D97D16-AE60-4707-A664-4C7D1C4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예산 알람 확인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6448F13-24B6-473B-A816-A8240E3A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Billing → Budgets에서 본인 한도와 알람 이메일 확인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E0E06E5-1263-4016-A6D1-AB8E28F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B0FF9E-113E-41C4-89D4-EEECA3B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16546836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ADFF47-3A7A-45E1-8767-B20750B0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5B253F-E323-4039-AFFC-6D572D77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9768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화면에서 계정 ID를 묻는다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IAM 사용자 로그인 URL이 아닌 루트 로그인 화면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배부된 전용 로그인 URL로 다시 접속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MFA QR을 못 읽는다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앱 미설치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앱 설치 후 재시도. 설치 안 되면 조교가 대체 절차 안내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콘솔이 계속 로딩만 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학교망에서 일부 요청 지연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무선망으로 전환하거나 브라우저 시크릿 창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만든 게 안 보인다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리전이 버지니아(us-east-1)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우측 상단 리전을 서울로 변경 후 새로고침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EEE56C-437E-4894-B410-5AF6E12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1CD63A6-415E-4BF8-8487-F2D63A7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21880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221629-9A37-4576-902B-4A931DB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B27FEF-C0DF-43E7-A925-3AD59F2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D9E4902-23D0-40D7-AA62-3401EAE3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S3 버킷과 CLI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3BD9E8-7375-4FA3-863D-1509500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60분 · 각자 직접 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18880280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과제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만든 버킷은 학기 내내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버킷 만들기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이름 규칙: mlops-2026-&lt;학번&gt; · 리전은 반드시 서울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폴더 규칙 만들기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raw/ · processed/ · models/ 세 개를 만듭니다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파일 올리고 내리기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예제 CSV를 raw/에 업로드하고 다시 다운로드해봅니다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CloudShell에서 같은 일을 명령어로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콘솔에서 클릭으로 한 일을 aws s3 명령으로 반복합니다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왜 CLI까지 하나요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클릭은 기록이 안 남습니다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자동화하려면 명령이 필요합니다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12주차 자동 배포의 기초입니다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967770-FB99-4F06-89ED-BD73692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CloudShell에서 실행할 명령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5B56E1-30B5-41D3-A387-29AF404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 우측 상단 터미널 아이콘 → CloudShell 실행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1479E1-64F2-4BFF-B8E2-D9C334F3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A4849-4293-443F-927A-9D8FB23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630A50-CBD4-47AE-BFA1-A3D7691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내 버킷 목록 보기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버킷 안 내용 보기 (&lt;학번&gt;을 본인 학번으로)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 s3://mlops-2026-&lt;학번&gt;/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파일 올리기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cp bike.csv s3://mlops-2026-&lt;학번&gt;/raw/bike.csv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폴더째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 s3://mlops-2026-&lt;학번&gt;/raw/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5. 다시 내려받기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cp s3://mlops-2026-&lt;학번&gt;/raw/bike.csv ./확인용.csv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3B5789-E5CE-4D34-B46E-7A3E22C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&lt;학번&gt; 은 본인 학번으로 바꿔 넣습니다. 꺾쇠 기호는 지웁니다.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603A98-E210-4330-9915-216D04E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3F4FC3-98F6-4B95-A7EE-857CF60A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99953201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7948B6-E045-4841-A062-D7FC681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478C82-952F-4366-88DF-EE0CE41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8F348F-0093-4898-B379-B2520FCA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257EBFE-A14C-452E-905D-B1DCCD6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63C692-F529-452E-8FDB-9C73D87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S3 버킷 이름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1743F6-3F29-4A75-ADA2-67D9A086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채팅이나 LMS에 텍스트로 제출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EDD4BD-3E72-4EC5-A664-31D465F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622831-DEAF-435C-A369-1110C37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EC07DD-20BB-40C6-BB18-11BB8B71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raw/processed/models 폴더가 보이는 콘솔 화면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30B9AC-53C1-48D3-A9E0-28A9D0C2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53A99D-268E-4875-BA9B-2DFDD7FF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5A58AD3-6298-4357-871F-E40884F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7892DAD-4BC1-46C0-9576-11809FD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aws s3 ls 실행 결과 화면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09C89A-13C2-4E99-9942-78867CEA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버킷 이름이 보여야 합니다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B712503-5077-49B7-B60D-52E846DE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B092E98-E552-4F17-88AB-9D907FF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DB2B423-7188-4531-960F-2E380F4E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구성 희망서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222942-BC6B-4C4D-A1D2-9E59D8C8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3~4인 · 관심 도메인 1순위 표기 · 다음 주까지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09EE33B-6F41-4E80-9327-5ABE849B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DF4E483-0C29-412E-907B-3B4A8B8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4775568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220732-73E0-42F7-896F-8A4C781A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남은 45분은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4BA0241-CC4A-483A-806B-A5454DA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버퍼</a:t>
            </a:r>
            <a:endParaRPr sz="9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25A509-3E31-468E-9C95-FD81F2D1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못 따라온 사람을 위한 시간입니다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E8072-F3FD-475E-99A9-7B89DD21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다 끝낸 학생 — 부록의 명령어 치트시트를 훑고, 팀 구성 희망서를 작성하세요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막힌 학생 — 손 들고 기다리세요. 순서대로 갑니다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완전히 안 되는 학생 — 옆 사람 화면으로 먼저 눈으로 익히세요. 계정은 따로 봐드립니다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09397198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40E0ED-57F6-48DE-8DC9-1D4BA66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8AB6E8-3EBB-42C5-B2BB-8103423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99D5A8-CCFD-44ED-9821-BB2D034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91192B-F9CC-40B1-A82B-E2725928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49B011-AFDF-4572-97BB-6CBB218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1191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모델은 서비스가 되어야 의미가 있다 · AWS 리전과 IAM · S3에 파일 올리고 내리기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610B70B-617D-4290-975E-BAB469B4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91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D548FC-CE08-41C5-8620-49DEC64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91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878A39-6CA7-4718-9E89-78ECF438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925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2AC773-BFD3-4B13-B5BC-520DBC2C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76600"/>
            <a:ext cx="5956347" cy="1191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서버를 직접 하나 빌립니다. EC2를 만들고 원격 접속해서 파이썬 환경을 세팅합니다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61B26B0-46CE-468C-B1F2-CF5708A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809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1D4A238-CCCB-4EAB-AA40-30BFDE4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809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7C90804-F32A-43FA-8654-5DB279F9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4152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C6EBB2D-3956-4F33-B521-8C24628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25568"/>
            <a:ext cx="5956347" cy="1191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노트북 · 오늘 만든 버킷 이름 · 팀 구성 희망서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C2AB1E7-F99C-4F5A-A3D2-1681A59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729484"/>
            <a:ext cx="4324252" cy="1892808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0431829-819A-44F7-8090-2968AF3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948940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오늘의 정리 타임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07D77F2-C07F-489C-86A6-0AF00D84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424428"/>
            <a:ext cx="3775612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오늘은 EC2를 만들지 않았으므로 끌 것이 없습니다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다음 주부터는 매주 인스턴스 중지 확인을 합니다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FFA9A1-D7E4-4B6A-85AA-34AD944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298492D-53B8-45DF-B5B7-8FAF879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4031276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7EE60EB7-A282-45CA-A847-5354CA6A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D6116D-7347-41FA-BF87-9AC82E93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6C6C8F-F7DE-4EC9-B2EA-B64000BB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6771B1E1-6769-4BB3-860A-21BF843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AWS 역할로 로그인하고 S3에 수업용 데이터 구조를 만든다.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5FD01C7A-21C8-4AA5-BECF-030C3A8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IAM Identity Center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0AD2BA5A-2D8E-4AE7-A3A3-6BF2E4F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서울 리전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D62FDB76-65B3-455B-B9AE-35116AD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raw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8E0F9556-3FA9-4C29-9095-159DC44B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processed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7A61EFCA-DE6A-4728-B4CC-1D267AFA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models</a:t>
            </a:r>
          </a:p>
        </p:txBody>
      </p:sp>
      <p:cxnSp>
        <p:nvCxnSpPr>
          <p:cNvPr id="10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10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10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11695CCF-CE5A-46C3-8F5C-C5712CA1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E41429D-0A4E-464B-BCDB-2791E833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31608849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5105a0e8f42db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 → Create 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bede76b89f24a39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892fe60d2784eb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서울 리전 콘솔 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콘솔 홈 → 오른쪽 위 리전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아시아 태평양(서울)인지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7d537b1596b417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d9ba26f936349b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625f5ecf5487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IAM Identity Center 시작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Identity Center → 대시보드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액세스 포털과 인스턴스 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8314b53ec4f466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f11b083313c4e6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ce3677e9f450a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IAM 대시보드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Dashboard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보안 권고와 자격 증명 유형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962f07c62ce447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1ea8d76da31474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447e465024280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IAM 역할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Roles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학생 실습 역할 이름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de72d8595c5439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b715cee21874d9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2c603388f4363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S3 버킷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버킷 이름과 리전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37bf3838fb1480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231632b10cf40e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c7353361f46d0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S3 버킷 만들기: 일반 구성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 → Create 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리전과 전역 고유 이름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87419ffc4a7409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ca9e2dc1d88407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0a6fb46b54774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S3 버킷 만들기: 객체 소유권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Object Ownership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Bucket owner enforced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6b5f6cfa5544bd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361f055d3ff493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65c89300240b3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S3 버킷 만들기: 퍼블릭 액세스 차단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Block Public Access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네 가지 차단 옵션 유지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900c24180eb476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5336f2182af41c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778a532414b56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AWS Budgets 개요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Billing → Budgets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월 예산과 알림 임계값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4b3904df1094ed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0e1286f10874d1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e5d1137a8427a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AWS CloudShell 시작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상단 CloudShell 아이콘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리전과 셸 준비 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b8d6582f4f446f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2d40424228a47c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036c443f447ce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2026-09-01T11:59:28.3630000Z</dcterms:created>
  <dcterms:modified xsi:type="dcterms:W3CDTF">2026-09-01T11:59:28.3630000Z</dcterms:modified>
</coreProperties>
</file>