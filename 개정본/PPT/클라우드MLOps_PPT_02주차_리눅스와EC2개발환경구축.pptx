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29ba6cb31a4557" /><Relationship Type="http://schemas.openxmlformats.org/officeDocument/2006/relationships/extended-properties" Target="/docProps/app.xml" Id="Rdc4b9ae7bbc1456d" /><Relationship Type="http://schemas.openxmlformats.org/officeDocument/2006/relationships/officeDocument" Target="/ppt/presentation.xml" Id="Ra0648b9ff2da48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180f4c5b544ee"/>
  </p:sldMasterIdLst>
  <p:notesMasterIdLst>
    <p:notesMasterId xmlns:r="http://schemas.openxmlformats.org/officeDocument/2006/relationships" r:id="Re21ab5ec0ae84d2b"/>
  </p:notesMasterIdLst>
  <p:sldIdLst>
    <p:sldId xmlns:r="http://schemas.openxmlformats.org/officeDocument/2006/relationships" id="256" r:id="Rc860c51201e64e07"/>
    <p:sldId xmlns:r="http://schemas.openxmlformats.org/officeDocument/2006/relationships" id="257" r:id="Rc269382dec274d9e"/>
    <p:sldId xmlns:r="http://schemas.openxmlformats.org/officeDocument/2006/relationships" id="258" r:id="R401cd8fa103a4814"/>
    <p:sldId xmlns:r="http://schemas.openxmlformats.org/officeDocument/2006/relationships" id="259" r:id="Rcf98f0c8b33049df"/>
    <p:sldId xmlns:r="http://schemas.openxmlformats.org/officeDocument/2006/relationships" id="260" r:id="R38d593caaa6d42d7"/>
    <p:sldId xmlns:r="http://schemas.openxmlformats.org/officeDocument/2006/relationships" id="261" r:id="R2ffee523d78846a0"/>
    <p:sldId xmlns:r="http://schemas.openxmlformats.org/officeDocument/2006/relationships" id="262" r:id="R49c8eab23daa43fa"/>
    <p:sldId xmlns:r="http://schemas.openxmlformats.org/officeDocument/2006/relationships" id="263" r:id="R73720648b9aa4277"/>
    <p:sldId xmlns:r="http://schemas.openxmlformats.org/officeDocument/2006/relationships" id="264" r:id="R2f80bc8d9fcc4ff5"/>
    <p:sldId xmlns:r="http://schemas.openxmlformats.org/officeDocument/2006/relationships" id="265" r:id="R84c4934c968343bf"/>
    <p:sldId xmlns:r="http://schemas.openxmlformats.org/officeDocument/2006/relationships" id="266" r:id="R45bd48dff99c42bc"/>
    <p:sldId xmlns:r="http://schemas.openxmlformats.org/officeDocument/2006/relationships" id="267" r:id="R8c914ba95dbb43d5"/>
    <p:sldId xmlns:r="http://schemas.openxmlformats.org/officeDocument/2006/relationships" id="268" r:id="Rb73b83953bb04c21"/>
    <p:sldId xmlns:r="http://schemas.openxmlformats.org/officeDocument/2006/relationships" id="269" r:id="R2eeeb376a29f499a"/>
    <p:sldId xmlns:r="http://schemas.openxmlformats.org/officeDocument/2006/relationships" id="270" r:id="Rc0deb92e903b40f5"/>
    <p:sldId xmlns:r="http://schemas.openxmlformats.org/officeDocument/2006/relationships" id="271" r:id="Re498deef2e224b63"/>
    <p:sldId xmlns:r="http://schemas.openxmlformats.org/officeDocument/2006/relationships" id="272" r:id="R45a4b7527fd64d1b"/>
    <p:sldId xmlns:r="http://schemas.openxmlformats.org/officeDocument/2006/relationships" id="273" r:id="R081a9c64e9464402"/>
    <p:sldId xmlns:r="http://schemas.openxmlformats.org/officeDocument/2006/relationships" id="274" r:id="R31060a40f67e42f5"/>
    <p:sldId xmlns:r="http://schemas.openxmlformats.org/officeDocument/2006/relationships" id="275" r:id="Re4f6ffb03e70467c"/>
    <p:sldId xmlns:r="http://schemas.openxmlformats.org/officeDocument/2006/relationships" id="276" r:id="R76cb0f45bd13408c"/>
    <p:sldId xmlns:r="http://schemas.openxmlformats.org/officeDocument/2006/relationships" id="277" r:id="Rb07ecebb2a5946ba"/>
    <p:sldId xmlns:r="http://schemas.openxmlformats.org/officeDocument/2006/relationships" id="278" r:id="R9add2f2531504a07"/>
    <p:sldId xmlns:r="http://schemas.openxmlformats.org/officeDocument/2006/relationships" id="279" r:id="Ra00b55af2025467c"/>
    <p:sldId xmlns:r="http://schemas.openxmlformats.org/officeDocument/2006/relationships" id="280" r:id="Rd4368bdcdeb14372"/>
    <p:sldId xmlns:r="http://schemas.openxmlformats.org/officeDocument/2006/relationships" id="281" r:id="R2fdc50d40f29445e"/>
    <p:sldId xmlns:r="http://schemas.openxmlformats.org/officeDocument/2006/relationships" id="282" r:id="R928e7357dbc842d7"/>
    <p:sldId xmlns:r="http://schemas.openxmlformats.org/officeDocument/2006/relationships" id="283" r:id="Rc224003140ed4752"/>
    <p:sldId xmlns:r="http://schemas.openxmlformats.org/officeDocument/2006/relationships" id="284" r:id="Ra39ae4a6d07346d6"/>
    <p:sldId xmlns:r="http://schemas.openxmlformats.org/officeDocument/2006/relationships" id="285" r:id="R68848acf29f14543"/>
    <p:sldId xmlns:r="http://schemas.openxmlformats.org/officeDocument/2006/relationships" id="286" r:id="R162066292c8e4b7a"/>
    <p:sldId xmlns:r="http://schemas.openxmlformats.org/officeDocument/2006/relationships" id="287" r:id="Rfab8416de1d7414d"/>
    <p:sldId xmlns:r="http://schemas.openxmlformats.org/officeDocument/2006/relationships" id="288" r:id="Reaffdb03a37048bc"/>
    <p:sldId xmlns:r="http://schemas.openxmlformats.org/officeDocument/2006/relationships" id="289" r:id="Reb7f7dbaf8504b40"/>
    <p:sldId xmlns:r="http://schemas.openxmlformats.org/officeDocument/2006/relationships" id="290" r:id="Rc9648f14568f488c"/>
    <p:sldId xmlns:r="http://schemas.openxmlformats.org/officeDocument/2006/relationships" id="291" r:id="R0f5e6439153a4f69"/>
    <p:sldId xmlns:r="http://schemas.openxmlformats.org/officeDocument/2006/relationships" id="292" r:id="R190b97aa8ad74c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967bd149704836" /><Relationship Type="http://schemas.openxmlformats.org/officeDocument/2006/relationships/slideMaster" Target="/ppt/slideMasters/slideMaster1.xml" Id="Rf8f180f4c5b544ee" /><Relationship Type="http://schemas.openxmlformats.org/officeDocument/2006/relationships/notesMaster" Target="/ppt/notesMasters/notesMaster1.xml" Id="Re21ab5ec0ae84d2b" /><Relationship Type="http://schemas.openxmlformats.org/officeDocument/2006/relationships/presProps" Target="/ppt/presProps.xml" Id="R5e6784736566404b" /><Relationship Type="http://schemas.openxmlformats.org/officeDocument/2006/relationships/viewProps" Target="/ppt/viewProps.xml" Id="Rd6f48008f8484f29" /><Relationship Type="http://schemas.openxmlformats.org/officeDocument/2006/relationships/tableStyles" Target="/ppt/tableStyles.xml" Id="R67d7c45397054ac9" /><Relationship Type="http://schemas.openxmlformats.org/officeDocument/2006/relationships/slide" Target="/ppt/slides/slide1.xml" Id="Rc860c51201e64e07" /><Relationship Type="http://schemas.openxmlformats.org/officeDocument/2006/relationships/slide" Target="/ppt/slides/slide2.xml" Id="Rc269382dec274d9e" /><Relationship Type="http://schemas.openxmlformats.org/officeDocument/2006/relationships/slide" Target="/ppt/slides/slide3.xml" Id="R401cd8fa103a4814" /><Relationship Type="http://schemas.openxmlformats.org/officeDocument/2006/relationships/slide" Target="/ppt/slides/slide4.xml" Id="Rcf98f0c8b33049df" /><Relationship Type="http://schemas.openxmlformats.org/officeDocument/2006/relationships/slide" Target="/ppt/slides/slide5.xml" Id="R38d593caaa6d42d7" /><Relationship Type="http://schemas.openxmlformats.org/officeDocument/2006/relationships/slide" Target="/ppt/slides/slide6.xml" Id="R2ffee523d78846a0" /><Relationship Type="http://schemas.openxmlformats.org/officeDocument/2006/relationships/slide" Target="/ppt/slides/slide7.xml" Id="R49c8eab23daa43fa" /><Relationship Type="http://schemas.openxmlformats.org/officeDocument/2006/relationships/slide" Target="/ppt/slides/slide8.xml" Id="R73720648b9aa4277" /><Relationship Type="http://schemas.openxmlformats.org/officeDocument/2006/relationships/slide" Target="/ppt/slides/slide9.xml" Id="R2f80bc8d9fcc4ff5" /><Relationship Type="http://schemas.openxmlformats.org/officeDocument/2006/relationships/slide" Target="/ppt/slides/slide10.xml" Id="R84c4934c968343bf" /><Relationship Type="http://schemas.openxmlformats.org/officeDocument/2006/relationships/slide" Target="/ppt/slides/slide11.xml" Id="R45bd48dff99c42bc" /><Relationship Type="http://schemas.openxmlformats.org/officeDocument/2006/relationships/slide" Target="/ppt/slides/slide12.xml" Id="R8c914ba95dbb43d5" /><Relationship Type="http://schemas.openxmlformats.org/officeDocument/2006/relationships/slide" Target="/ppt/slides/slide13.xml" Id="Rb73b83953bb04c21" /><Relationship Type="http://schemas.openxmlformats.org/officeDocument/2006/relationships/slide" Target="/ppt/slides/slide14.xml" Id="R2eeeb376a29f499a" /><Relationship Type="http://schemas.openxmlformats.org/officeDocument/2006/relationships/slide" Target="/ppt/slides/slide15.xml" Id="Rc0deb92e903b40f5" /><Relationship Type="http://schemas.openxmlformats.org/officeDocument/2006/relationships/slide" Target="/ppt/slides/slide16.xml" Id="Re498deef2e224b63" /><Relationship Type="http://schemas.openxmlformats.org/officeDocument/2006/relationships/slide" Target="/ppt/slides/slide17.xml" Id="R45a4b7527fd64d1b" /><Relationship Type="http://schemas.openxmlformats.org/officeDocument/2006/relationships/slide" Target="/ppt/slides/slide18.xml" Id="R081a9c64e9464402" /><Relationship Type="http://schemas.openxmlformats.org/officeDocument/2006/relationships/slide" Target="/ppt/slides/slide19.xml" Id="R31060a40f67e42f5" /><Relationship Type="http://schemas.openxmlformats.org/officeDocument/2006/relationships/slide" Target="/ppt/slides/slide20.xml" Id="Re4f6ffb03e70467c" /><Relationship Type="http://schemas.openxmlformats.org/officeDocument/2006/relationships/slide" Target="/ppt/slides/slide21.xml" Id="R76cb0f45bd13408c" /><Relationship Type="http://schemas.openxmlformats.org/officeDocument/2006/relationships/slide" Target="/ppt/slides/slide22.xml" Id="Rb07ecebb2a5946ba" /><Relationship Type="http://schemas.openxmlformats.org/officeDocument/2006/relationships/slide" Target="/ppt/slides/slide23.xml" Id="R9add2f2531504a07" /><Relationship Type="http://schemas.openxmlformats.org/officeDocument/2006/relationships/slide" Target="/ppt/slides/slide24.xml" Id="Ra00b55af2025467c" /><Relationship Type="http://schemas.openxmlformats.org/officeDocument/2006/relationships/slide" Target="/ppt/slides/slide25.xml" Id="Rd4368bdcdeb14372" /><Relationship Type="http://schemas.openxmlformats.org/officeDocument/2006/relationships/slide" Target="/ppt/slides/slide26.xml" Id="R2fdc50d40f29445e" /><Relationship Type="http://schemas.openxmlformats.org/officeDocument/2006/relationships/slide" Target="/ppt/slides/slide27.xml" Id="R928e7357dbc842d7" /><Relationship Type="http://schemas.openxmlformats.org/officeDocument/2006/relationships/slide" Target="/ppt/slides/slide28.xml" Id="Rc224003140ed4752" /><Relationship Type="http://schemas.openxmlformats.org/officeDocument/2006/relationships/slide" Target="/ppt/slides/slide29.xml" Id="Ra39ae4a6d07346d6" /><Relationship Type="http://schemas.openxmlformats.org/officeDocument/2006/relationships/slide" Target="/ppt/slides/slide30.xml" Id="R68848acf29f14543" /><Relationship Type="http://schemas.openxmlformats.org/officeDocument/2006/relationships/slide" Target="/ppt/slides/slide31.xml" Id="R162066292c8e4b7a" /><Relationship Type="http://schemas.openxmlformats.org/officeDocument/2006/relationships/slide" Target="/ppt/slides/slide32.xml" Id="Rfab8416de1d7414d" /><Relationship Type="http://schemas.openxmlformats.org/officeDocument/2006/relationships/slide" Target="/ppt/slides/slide33.xml" Id="Reaffdb03a37048bc" /><Relationship Type="http://schemas.openxmlformats.org/officeDocument/2006/relationships/slide" Target="/ppt/slides/slide34.xml" Id="Reb7f7dbaf8504b40" /><Relationship Type="http://schemas.openxmlformats.org/officeDocument/2006/relationships/slide" Target="/ppt/slides/slide35.xml" Id="Rc9648f14568f488c" /><Relationship Type="http://schemas.openxmlformats.org/officeDocument/2006/relationships/slide" Target="/ppt/slides/slide36.xml" Id="R0f5e6439153a4f69" /><Relationship Type="http://schemas.openxmlformats.org/officeDocument/2006/relationships/slide" Target="/ppt/slides/slide37.xml" Id="R190b97aa8ad74c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46860d6f9f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f8536443fa4912" /><Relationship Type="http://schemas.openxmlformats.org/officeDocument/2006/relationships/notesMaster" Target="/ppt/notesMasters/notesMaster1.xml" Id="R9c28a3095fb54f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582c5ee72b43e4" /><Relationship Type="http://schemas.openxmlformats.org/officeDocument/2006/relationships/notesMaster" Target="/ppt/notesMasters/notesMaster1.xml" Id="R0de581009fb84f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39759c77324ee3" /><Relationship Type="http://schemas.openxmlformats.org/officeDocument/2006/relationships/notesMaster" Target="/ppt/notesMasters/notesMaster1.xml" Id="Rc4cd0bd47546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9895a2ad964527" /><Relationship Type="http://schemas.openxmlformats.org/officeDocument/2006/relationships/notesMaster" Target="/ppt/notesMasters/notesMaster1.xml" Id="Rf315b5db1af346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a22b327f04639" /><Relationship Type="http://schemas.openxmlformats.org/officeDocument/2006/relationships/notesMaster" Target="/ppt/notesMasters/notesMaster1.xml" Id="R10b7ab653c7648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1a6a740d6432b" /><Relationship Type="http://schemas.openxmlformats.org/officeDocument/2006/relationships/notesMaster" Target="/ppt/notesMasters/notesMaster1.xml" Id="R8be4ebbfd72e45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608bc7ac674e71" /><Relationship Type="http://schemas.openxmlformats.org/officeDocument/2006/relationships/notesMaster" Target="/ppt/notesMasters/notesMaster1.xml" Id="Rd50c617bd4f240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1f1ec98a764b39" /><Relationship Type="http://schemas.openxmlformats.org/officeDocument/2006/relationships/notesMaster" Target="/ppt/notesMasters/notesMaster1.xml" Id="Rc35217cf1d714b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2d928200734715" /><Relationship Type="http://schemas.openxmlformats.org/officeDocument/2006/relationships/notesMaster" Target="/ppt/notesMasters/notesMaster1.xml" Id="R97026e5cbbd14d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aea4dc9379486f" /><Relationship Type="http://schemas.openxmlformats.org/officeDocument/2006/relationships/notesMaster" Target="/ppt/notesMasters/notesMaster1.xml" Id="Rf16377f65b8c47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d1912351e14395" /><Relationship Type="http://schemas.openxmlformats.org/officeDocument/2006/relationships/notesMaster" Target="/ppt/notesMasters/notesMaster1.xml" Id="Rafb42adf55994c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e0601145741b1" /><Relationship Type="http://schemas.openxmlformats.org/officeDocument/2006/relationships/notesMaster" Target="/ppt/notesMasters/notesMaster1.xml" Id="R9cc426f787df48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7c4ad3a58f4dbd" /><Relationship Type="http://schemas.openxmlformats.org/officeDocument/2006/relationships/notesMaster" Target="/ppt/notesMasters/notesMaster1.xml" Id="Rf95c1be74c6644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61117e18864509" /><Relationship Type="http://schemas.openxmlformats.org/officeDocument/2006/relationships/notesMaster" Target="/ppt/notesMasters/notesMaster1.xml" Id="R6819a9ad9b4a4d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7e1a7797bb4564" /><Relationship Type="http://schemas.openxmlformats.org/officeDocument/2006/relationships/notesMaster" Target="/ppt/notesMasters/notesMaster1.xml" Id="Re6652a7d38844e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44a9cb57244faf" /><Relationship Type="http://schemas.openxmlformats.org/officeDocument/2006/relationships/notesMaster" Target="/ppt/notesMasters/notesMaster1.xml" Id="Rd7031be081294c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c446c85d0b4c05" /><Relationship Type="http://schemas.openxmlformats.org/officeDocument/2006/relationships/notesMaster" Target="/ppt/notesMasters/notesMaster1.xml" Id="R42eb62dacb3440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aaa7b2811140ea" /><Relationship Type="http://schemas.openxmlformats.org/officeDocument/2006/relationships/notesMaster" Target="/ppt/notesMasters/notesMaster1.xml" Id="R5e302b1db6ad48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2b27e04328421a" /><Relationship Type="http://schemas.openxmlformats.org/officeDocument/2006/relationships/notesMaster" Target="/ppt/notesMasters/notesMaster1.xml" Id="Rf3f3243bc2824e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5c10366cc204fa0" /><Relationship Type="http://schemas.openxmlformats.org/officeDocument/2006/relationships/notesMaster" Target="/ppt/notesMasters/notesMaster1.xml" Id="R953b0e443fb14a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8664dbdce8c43a0" /><Relationship Type="http://schemas.openxmlformats.org/officeDocument/2006/relationships/notesMaster" Target="/ppt/notesMasters/notesMaster1.xml" Id="Rbc0b53277dd3473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845eb892e44951" /><Relationship Type="http://schemas.openxmlformats.org/officeDocument/2006/relationships/notesMaster" Target="/ppt/notesMasters/notesMaster1.xml" Id="R87cd33bbbcd742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1777dff47b844b2" /><Relationship Type="http://schemas.openxmlformats.org/officeDocument/2006/relationships/notesMaster" Target="/ppt/notesMasters/notesMaster1.xml" Id="R21af97d1cf7b4f7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fc05c8d2a44698" /><Relationship Type="http://schemas.openxmlformats.org/officeDocument/2006/relationships/notesMaster" Target="/ppt/notesMasters/notesMaster1.xml" Id="R43fc047218fc4f7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4554ad6df7746fd" /><Relationship Type="http://schemas.openxmlformats.org/officeDocument/2006/relationships/notesMaster" Target="/ppt/notesMasters/notesMaster1.xml" Id="Rc359fc605d7a407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575af7baa8549a0" /><Relationship Type="http://schemas.openxmlformats.org/officeDocument/2006/relationships/notesMaster" Target="/ppt/notesMasters/notesMaster1.xml" Id="R054d263e2aec4f4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9ca172bf67a4a57" /><Relationship Type="http://schemas.openxmlformats.org/officeDocument/2006/relationships/notesMaster" Target="/ppt/notesMasters/notesMaster1.xml" Id="Rf05ae7b22a1147b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8ba5f9a67154152" /><Relationship Type="http://schemas.openxmlformats.org/officeDocument/2006/relationships/notesMaster" Target="/ppt/notesMasters/notesMaster1.xml" Id="R4244a282822f499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04bbc01d48d4b24" /><Relationship Type="http://schemas.openxmlformats.org/officeDocument/2006/relationships/notesMaster" Target="/ppt/notesMasters/notesMaster1.xml" Id="R1fe2fd0557f141e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74747c4c134522" /><Relationship Type="http://schemas.openxmlformats.org/officeDocument/2006/relationships/notesMaster" Target="/ppt/notesMasters/notesMaster1.xml" Id="R7d78ac78c360443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219d93c14734e11" /><Relationship Type="http://schemas.openxmlformats.org/officeDocument/2006/relationships/notesMaster" Target="/ppt/notesMasters/notesMaster1.xml" Id="R2b6f629089f54f5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13b2116bbb040d4" /><Relationship Type="http://schemas.openxmlformats.org/officeDocument/2006/relationships/notesMaster" Target="/ppt/notesMasters/notesMaster1.xml" Id="R112031623b9d48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a6faf6d9af34073" /><Relationship Type="http://schemas.openxmlformats.org/officeDocument/2006/relationships/notesMaster" Target="/ppt/notesMasters/notesMaster1.xml" Id="Rcfe86ad9d8d140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617175d856d4f97" /><Relationship Type="http://schemas.openxmlformats.org/officeDocument/2006/relationships/notesMaster" Target="/ppt/notesMasters/notesMaster1.xml" Id="R34d209f5adea489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7c6f0c86cc14ad8" /><Relationship Type="http://schemas.openxmlformats.org/officeDocument/2006/relationships/notesMaster" Target="/ppt/notesMasters/notesMaster1.xml" Id="Rab1134ad130241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cb3047903854a93" /><Relationship Type="http://schemas.openxmlformats.org/officeDocument/2006/relationships/notesMaster" Target="/ppt/notesMasters/notesMaster1.xml" Id="R7cccb99cb237400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787aa8233e34e89" /><Relationship Type="http://schemas.openxmlformats.org/officeDocument/2006/relationships/notesMaster" Target="/ppt/notesMasters/notesMaster1.xml" Id="R5ea73869e68c4a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이 과목에서 손이 가장 많이 가는 회차입니다. 시작하기 전에 완성 화면을 3분만 보여주고 바로 들어갑니다. 설명은 안 합니다. 결과부터 보여주고 '오늘 끝나면 이게 여러분 것으로 하나씩 생깁니다'라고 말하세요.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오늘은 실습 B가 85분으로 가장 깁니다. 실습 A에서 50분이 지나면 접속만 됐어도 무조건 넘어갑니다. 마지막 5분은 오늘 수업에서 제일 중요한 5분이라고 미리 말해두세요.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먼저 물어보세요. '지금 여러분 노트북과 서버는 뭐가 다를까요?' 성능이나 크기 얘기가 나오면 아니라고 하고 이 두 줄을 띄웁니다. 노트북은 가방에 넣으면 잠들고, 그러면 여러분이 만든 서비스도 같이 잠든다고 말해주세요.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노트북보다 사양이 낮은데 왜 쓰냐는 질문이 반드시 나옵니다. 성능 때문이 아니라 안 꺼지고 주소가 있기 때문이라고 답하세요. 그리고 팀원 전부가 같은 컴퓨터에서 작업하니 '제 컴퓨터에선 되는데요' 문제가 사라진다는 점도 덧붙이면 좋습니다.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AMI 계정 이름을 특히 강조하세요. Ubuntu는 ubuntu, Amazon Linux는 ec2-user 인데 이걸 헷갈려서 매년 몇 명이 접속에 실패합니다. 키페어는 재발급이 안 된다는 말을 두 번 하세요. 다운로드 창을 무심코 닫는 학생이 꼭 나옵니다.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매주 하는 건 중지라고 못을 박으세요. 종료를 눌러버린 학생은 다음 주에 실습 A를 통째로 다시 해야 합니다. EBS는 꺼도 요금이 나간다는 점은 호텔 짐 보관함에 비유하면 쉽게 이해합니다.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22번을 전 세계 공개로 열면 몇 분 만에 자동 침입 시도가 들어온다는 사실을 꼭 말해주세요. 편하다고 다 열어두면 안 되는 이유가 됩니다. 그리고 집에서 안 된다는 질문이 나오면 정상이고 보안그룹에서 내 IP를 다시 누르면 된다고 답하세요.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검은 화면이 무섭다는 학생이 많습니다. 새로운 개념이 아니라 탐색기에서 하던 일을 마우스 대신 글자로 하는 것뿐이라고 안심시키세요. 명령을 외울 필요는 없고 치트시트를 보고 치면 된다고 말해주면 부담이 확 줄어듭니다.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보안그룹을 먼저 만드는 이유를 짚어주세요. 나중에 만들면 접속이 안 되는 상태로 헤매게 됩니다. 인스턴스가 뜨는 2분 동안은 지금부터 돈이 나가기 시작한다는 이야기를 하면서 시간을 채우면 좋습니다.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IAM 인스턴스 프로파일은 고급 세부 정보를 펼쳐야 나옵니다. 지금 안 붙이면 뒤에서 Session Manager 탭이 회색으로 비활성됩니다. 태그 세 개도 잊지 말라고 하세요. Course, Team, Owner 입니다.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이름이 ubuntu 라는 것을 한 번 더 짚으세요. root 나 ec2-user 로 시도하면 publickey 오류가 납니다. 맥과 리눅스는 chmod 400 을 안 하면 키 파일 권한 경고가 뜨면서 접속이 막힙니다.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접속이 안 되는 게 여러분 서버 문제가 아니라 학교에서 나가는 길이 막힌 것이라고 분명히 말해주세요. 학생들이 자기 잘못이라고 생각하고 위축됩니다. 어느 방법으로 접속했든 체크포인트는 똑같이 인정한다고 알려주세요.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apt update 와 apt install 은 세트로 외우게 하세요. update 없이 install 하면 그런 패키지가 없다는 오류가 자주 납니다. -y 옵션은 물어볼 때 자동으로 예라고 답하는 것이고 자동화할 때 필수입니다.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키페어를 잃어버린 학생은 붙잡고 있지 말고 바로 새로 만들라고 하세요. 5분이면 됩니다. 시간 아깝다고 매달리다 실습 B를 통째로 놓치는 경우가 매년 나옵니다.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가상환경은 접속을 끊었다 다시 들어오면 풀립니다. 매번 cd ~/work 와 source .venv/bin/activate 를 다시 쳐야 한다고 못을 박으세요. 이걸 몰라서 아까 설치했는데 없다고 나온다는 학생이 반드시 나옵니다.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--ip=0.0.0.0 을 칠판에 크게 적어두세요. 기본값이 127.0.0.1 이라 밖에서 접속이 안 됩니다. requirements.txt 는 6주차 도커의 재료로 그대로 쓴다고 미리 말해두면 왜 만드는지 납득합니다.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터널링은 내 노트북 8888번으로 오는 것을 서버 8888번으로 보내라는 뜻이라고 한 문장으로 설명하면 충분합니다. 대안 B는 포트를 전혀 쓰지 않으므로 학교망 차단을 완전히 우회한다는 점만 알려주세요.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코드에 액세스 키를 절대 적지 않는다는 원칙을 오늘부터 지키게 하세요. 인스턴스에 붙여둔 IAM 역할이 권한을 자동으로 넘겨줍니다. 순회할 때 BUCKET 에 본인 학번이 들어갔는지 눈으로 확인하세요.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 한 번 멈추고 무슨 일이 일어났는지 짚어주세요. 학생 노트북은 그냥 모니터 역할만 하고 있습니다. 데이터가 10GB여도 노트북에는 아무 부담이 없고, 팀원 세 명이 같은 서버에 붙어 같은 데이터를 볼 수 있다는 게 이 구조의 이점입니다.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번째 제출물은 집에 가서 찍으면 이미 몇 시간치 요금이 나간 뒤입니다. 반드시 정리 타임에 그 자리에서 찍게 하세요. 접속이 아예 안 된 학생은 예비 인스턴스를 배정해 실습 B라도 진행시키고 버퍼 시간에 따로 봐줍니다.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 같이 화면을 보게 하고 강사를 따라 하게 하세요. 종료가 아니라 중지라는 것을 여기서 다시 한 번 말합니다. 조교가 자리를 돌며 눈으로 확인하고 명단에 체크하는 것까지가 이 5분입니다.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과제에서 IP가 바뀌는 것을 직접 겪게 하는 게 목적입니다. 왜 바뀌면 곤란한지 한 문단으로 적어 오라고 하고, 답은 8주차 탄력적 IP에서 맞춰본다고 말해두세요. 다음 주는 수업 시작 전에 인스턴스를 켜두라고 두 번 말하세요.</a:t>
            </a:r>
            <a:endParaRPr/>
          </a:p>
          <a:p xmlns:a="http://schemas.openxmlformats.org/drawingml/2006/main">
            <a:r>
              <a:t>
[Sources]
- https://docs.aws.amazon.com/AWSEC2/latest/UserGuide/ec2-launch-instance-wizard.html
- https://console.aws.amazon.com/ec2/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https://console.aws.amazon.com/ec2/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Dashboard</a:t>
            </a:r>
          </a:p>
          <a:p xmlns:a="http://schemas.openxmlformats.org/drawingml/2006/main">
            <a:r>
              <a:t>- 확인: 서울 리전과 실행 자원 수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Instances</a:t>
            </a:r>
          </a:p>
          <a:p xmlns:a="http://schemas.openxmlformats.org/drawingml/2006/main">
            <a:r>
              <a:t>- 확인: 상태·이름·인스턴스 유형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https://console.aws.amazon.com/ec2/home?region=ap-northeast-2#Instances: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Instances → Launch instances</a:t>
            </a:r>
          </a:p>
          <a:p xmlns:a="http://schemas.openxmlformats.org/drawingml/2006/main">
            <a:r>
              <a:t>- 확인: Amazon Linux AMI와 이름 태그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https://console.aws.amazon.com/ec2/home?region=ap-northeast-2#LaunchInstances: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Launch instances → Instance type</a:t>
            </a:r>
          </a:p>
          <a:p xmlns:a="http://schemas.openxmlformats.org/drawingml/2006/main">
            <a:r>
              <a:t>- 확인: 허용 유형과 접속 방식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https://console.aws.amazon.com/ec2/home?region=ap-northeast-2#LaunchInstances: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Launch instances → Network settings</a:t>
            </a:r>
          </a:p>
          <a:p xmlns:a="http://schemas.openxmlformats.org/drawingml/2006/main">
            <a:r>
              <a:t>- 확인: VPC·서브넷·퍼블릭 IP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https://console.aws.amazon.com/ec2/home?region=ap-northeast-2#LaunchInstances: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Launch instances → Configure storage</a:t>
            </a:r>
          </a:p>
          <a:p xmlns:a="http://schemas.openxmlformats.org/drawingml/2006/main">
            <a:r>
              <a:t>- 확인: EBS 크기와 종료 시 삭제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https://console.aws.amazon.com/ec2/home?region=ap-northeast-2#LaunchInstances: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Launch instances → Advanced details</a:t>
            </a:r>
          </a:p>
          <a:p xmlns:a="http://schemas.openxmlformats.org/drawingml/2006/main">
            <a:r>
              <a:t>- 확인: IAM 역할과 사용자 데이터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https://console.aws.amazon.com/ec2/home?region=ap-northeast-2#LaunchInstances: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Security Groups</a:t>
            </a:r>
          </a:p>
          <a:p xmlns:a="http://schemas.openxmlformats.org/drawingml/2006/main">
            <a:r>
              <a:t>- 확인: 인바운드 규칙과 연결 VPC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https://console.aws.amazon.com/ec2/home?region=ap-northeast-2#SecurityGroups: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Key Pairs</a:t>
            </a:r>
          </a:p>
          <a:p xmlns:a="http://schemas.openxmlformats.org/drawingml/2006/main">
            <a:r>
              <a:t>- 확인: 키 이름과 생성 방식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https://console.aws.amazon.com/ec2/home?region=ap-northeast-2#KeyPairs: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EC2 → Volumes</a:t>
            </a:r>
          </a:p>
          <a:p xmlns:a="http://schemas.openxmlformats.org/drawingml/2006/main">
            <a:r>
              <a:t>- 확인: 미연결 볼륨과 삭제 여부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https://console.aws.amazon.com/ec2/home?region=ap-northeast-2#Volumes:</a:t>
            </a:r>
          </a:p>
          <a:p xmlns:a="http://schemas.openxmlformats.org/drawingml/2006/main">
            <a:r>
              <a:t>- https://docs.aws.amazon.com/AWSEC2/latest/UserGuide/ec2-launch-instance-wizard.html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3ac35d3994f5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72e7565484595" /><Relationship Type="http://schemas.openxmlformats.org/officeDocument/2006/relationships/slideLayout" Target="/ppt/slideLayouts/slideLayout1.xml" Id="Recbcd3a45420474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bcd3a45420474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bcdce755a4a63" /><Relationship Type="http://schemas.openxmlformats.org/officeDocument/2006/relationships/notesSlide" Target="/ppt/notesSlides/notesSlide1.xml" Id="R8591c038d80643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6a6f1577049fd" /><Relationship Type="http://schemas.openxmlformats.org/officeDocument/2006/relationships/notesSlide" Target="/ppt/notesSlides/notesSlide2.xml" Id="R3b0ba22a9cdc42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f1f95ce4041e2" /><Relationship Type="http://schemas.openxmlformats.org/officeDocument/2006/relationships/notesSlide" Target="/ppt/notesSlides/notesSlide3.xml" Id="R514cc615284e48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97368246d42ac" /><Relationship Type="http://schemas.openxmlformats.org/officeDocument/2006/relationships/notesSlide" Target="/ppt/notesSlides/notesSlide4.xml" Id="R0427199c360747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92209a6004663" /><Relationship Type="http://schemas.openxmlformats.org/officeDocument/2006/relationships/notesSlide" Target="/ppt/notesSlides/notesSlide5.xml" Id="R378ff76fde2c47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5dce96e34630" /><Relationship Type="http://schemas.openxmlformats.org/officeDocument/2006/relationships/notesSlide" Target="/ppt/notesSlides/notesSlide6.xml" Id="Re25a28309d7c4f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920005397a497a" /><Relationship Type="http://schemas.openxmlformats.org/officeDocument/2006/relationships/notesSlide" Target="/ppt/notesSlides/notesSlide7.xml" Id="Rb0cb911b395545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02f4daf9d4d74" /><Relationship Type="http://schemas.openxmlformats.org/officeDocument/2006/relationships/notesSlide" Target="/ppt/notesSlides/notesSlide8.xml" Id="R5257896b849648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7740ac63240e7" /><Relationship Type="http://schemas.openxmlformats.org/officeDocument/2006/relationships/notesSlide" Target="/ppt/notesSlides/notesSlide9.xml" Id="R31aa6626be504e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0f2f7b8894e9f" /><Relationship Type="http://schemas.openxmlformats.org/officeDocument/2006/relationships/notesSlide" Target="/ppt/notesSlides/notesSlide10.xml" Id="R2816eb29c89a4d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da156b7ef419a" /><Relationship Type="http://schemas.openxmlformats.org/officeDocument/2006/relationships/notesSlide" Target="/ppt/notesSlides/notesSlide11.xml" Id="R85d8c201be654a0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2c8d696c84636" /><Relationship Type="http://schemas.openxmlformats.org/officeDocument/2006/relationships/notesSlide" Target="/ppt/notesSlides/notesSlide12.xml" Id="Ra235a5ec1e0b41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bc01799e64bb1" /><Relationship Type="http://schemas.openxmlformats.org/officeDocument/2006/relationships/notesSlide" Target="/ppt/notesSlides/notesSlide13.xml" Id="Ree84b90b162841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e18ad9cc64db0" /><Relationship Type="http://schemas.openxmlformats.org/officeDocument/2006/relationships/notesSlide" Target="/ppt/notesSlides/notesSlide14.xml" Id="R8ea3290e016d4d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1d6b6e976441d" /><Relationship Type="http://schemas.openxmlformats.org/officeDocument/2006/relationships/notesSlide" Target="/ppt/notesSlides/notesSlide15.xml" Id="Rfc3c5b60d67d48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f9d6723db44ed" /><Relationship Type="http://schemas.openxmlformats.org/officeDocument/2006/relationships/notesSlide" Target="/ppt/notesSlides/notesSlide16.xml" Id="Rcd0ec35253e84e0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c90a78adf4470" /><Relationship Type="http://schemas.openxmlformats.org/officeDocument/2006/relationships/notesSlide" Target="/ppt/notesSlides/notesSlide17.xml" Id="Rc282405a92f449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908192cf54b6b" /><Relationship Type="http://schemas.openxmlformats.org/officeDocument/2006/relationships/notesSlide" Target="/ppt/notesSlides/notesSlide18.xml" Id="R220a4854f99d46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8e25e368254ce2" /><Relationship Type="http://schemas.openxmlformats.org/officeDocument/2006/relationships/notesSlide" Target="/ppt/notesSlides/notesSlide19.xml" Id="Rc14767dc162d48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8018615ef4afc" /><Relationship Type="http://schemas.openxmlformats.org/officeDocument/2006/relationships/notesSlide" Target="/ppt/notesSlides/notesSlide20.xml" Id="Rcfb913f8947745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c8338d0c84195" /><Relationship Type="http://schemas.openxmlformats.org/officeDocument/2006/relationships/notesSlide" Target="/ppt/notesSlides/notesSlide21.xml" Id="Rf8fa634865cb414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6b997ffd14ea8" /><Relationship Type="http://schemas.openxmlformats.org/officeDocument/2006/relationships/notesSlide" Target="/ppt/notesSlides/notesSlide22.xml" Id="R07a3f748981a45b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77f4c2a07494d" /><Relationship Type="http://schemas.openxmlformats.org/officeDocument/2006/relationships/notesSlide" Target="/ppt/notesSlides/notesSlide23.xml" Id="Rb55afb5ccd9a48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8634013e543c1" /><Relationship Type="http://schemas.openxmlformats.org/officeDocument/2006/relationships/notesSlide" Target="/ppt/notesSlides/notesSlide24.xml" Id="R3aa55e70860e4f9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8a5529b53493e" /><Relationship Type="http://schemas.openxmlformats.org/officeDocument/2006/relationships/notesSlide" Target="/ppt/notesSlides/notesSlide25.xml" Id="R938bb6ea2072464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a8baa45754b73" /><Relationship Type="http://schemas.openxmlformats.org/officeDocument/2006/relationships/notesSlide" Target="/ppt/notesSlides/notesSlide26.xml" Id="Ra9879e434b7547b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55089760e4992" /><Relationship Type="http://schemas.openxmlformats.org/officeDocument/2006/relationships/image" Target="/ppt/media/image.jpeg" Id="Rea92b998f4234909" /><Relationship Type="http://schemas.openxmlformats.org/officeDocument/2006/relationships/hyperlink" Target="https://console.aws.amazon.com/ec2/" TargetMode="External" Id="R0fab21726bbb4bbd" /><Relationship Type="http://schemas.openxmlformats.org/officeDocument/2006/relationships/hyperlink" Target="https://docs.aws.amazon.com/AWSEC2/latest/UserGuide/ec2-launch-instance-wizard.html" TargetMode="External" Id="R3c35ce6c827a404a" /><Relationship Type="http://schemas.openxmlformats.org/officeDocument/2006/relationships/notesSlide" Target="/ppt/notesSlides/notesSlide27.xml" Id="R8ee6c94b422542d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1fde8933d4707" /><Relationship Type="http://schemas.openxmlformats.org/officeDocument/2006/relationships/hyperlink" Target="https://console.aws.amazon.com/ec2/" TargetMode="External" Id="R0222d436cf484fd1" /><Relationship Type="http://schemas.openxmlformats.org/officeDocument/2006/relationships/hyperlink" Target="https://docs.aws.amazon.com/AWSEC2/latest/UserGuide/ec2-launch-instance-wizard.html" TargetMode="External" Id="R3ef75f5ca04b44e9" /><Relationship Type="http://schemas.openxmlformats.org/officeDocument/2006/relationships/image" Target="/ppt/media/image2.jpeg" Id="R761113ffc1cb4fcb" /><Relationship Type="http://schemas.openxmlformats.org/officeDocument/2006/relationships/notesSlide" Target="/ppt/notesSlides/notesSlide28.xml" Id="R3908a0c869014f4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05350733c4763" /><Relationship Type="http://schemas.openxmlformats.org/officeDocument/2006/relationships/hyperlink" Target="https://console.aws.amazon.com/ec2/home?region=ap-northeast-2#Instances:" TargetMode="External" Id="R443220ee11524d5c" /><Relationship Type="http://schemas.openxmlformats.org/officeDocument/2006/relationships/hyperlink" Target="https://docs.aws.amazon.com/AWSEC2/latest/UserGuide/ec2-launch-instance-wizard.html" TargetMode="External" Id="R99aeacd596074398" /><Relationship Type="http://schemas.openxmlformats.org/officeDocument/2006/relationships/image" Target="/ppt/media/image3.jpeg" Id="R0c083cf5259f4124" /><Relationship Type="http://schemas.openxmlformats.org/officeDocument/2006/relationships/notesSlide" Target="/ppt/notesSlides/notesSlide29.xml" Id="Rf26feadf91bc468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2ecb463ee4918" /><Relationship Type="http://schemas.openxmlformats.org/officeDocument/2006/relationships/hyperlink" Target="https://console.aws.amazon.com/ec2/home?region=ap-northeast-2#LaunchInstances:" TargetMode="External" Id="Rfef06f53ce7947b9" /><Relationship Type="http://schemas.openxmlformats.org/officeDocument/2006/relationships/hyperlink" Target="https://docs.aws.amazon.com/AWSEC2/latest/UserGuide/ec2-launch-instance-wizard.html" TargetMode="External" Id="Re5b35f32cc1447fd" /><Relationship Type="http://schemas.openxmlformats.org/officeDocument/2006/relationships/image" Target="/ppt/media/image4.jpeg" Id="Rfbe80c68e89c4bf0" /><Relationship Type="http://schemas.openxmlformats.org/officeDocument/2006/relationships/notesSlide" Target="/ppt/notesSlides/notesSlide30.xml" Id="Rf21055075bec415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25a4cfe8b4a35" /><Relationship Type="http://schemas.openxmlformats.org/officeDocument/2006/relationships/hyperlink" Target="https://console.aws.amazon.com/ec2/home?region=ap-northeast-2#LaunchInstances:" TargetMode="External" Id="Rfc919e97375f47cd" /><Relationship Type="http://schemas.openxmlformats.org/officeDocument/2006/relationships/hyperlink" Target="https://docs.aws.amazon.com/AWSEC2/latest/UserGuide/ec2-launch-instance-wizard.html" TargetMode="External" Id="R6c8d82602bc04bc7" /><Relationship Type="http://schemas.openxmlformats.org/officeDocument/2006/relationships/image" Target="/ppt/media/image5.jpeg" Id="R6f582084f39b4ceb" /><Relationship Type="http://schemas.openxmlformats.org/officeDocument/2006/relationships/notesSlide" Target="/ppt/notesSlides/notesSlide31.xml" Id="R453ed5a1928740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5391ca7e0443cd" /><Relationship Type="http://schemas.openxmlformats.org/officeDocument/2006/relationships/hyperlink" Target="https://console.aws.amazon.com/ec2/home?region=ap-northeast-2#LaunchInstances:" TargetMode="External" Id="Ra2ba9b8115ad481d" /><Relationship Type="http://schemas.openxmlformats.org/officeDocument/2006/relationships/hyperlink" Target="https://docs.aws.amazon.com/AWSEC2/latest/UserGuide/ec2-launch-instance-wizard.html" TargetMode="External" Id="R265c5f7d84ad4f7f" /><Relationship Type="http://schemas.openxmlformats.org/officeDocument/2006/relationships/image" Target="/ppt/media/image6.jpeg" Id="R2fdc6b1cdc4e4b19" /><Relationship Type="http://schemas.openxmlformats.org/officeDocument/2006/relationships/notesSlide" Target="/ppt/notesSlides/notesSlide32.xml" Id="R9ffee45e2aa142b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d1cdcc6d14a3d" /><Relationship Type="http://schemas.openxmlformats.org/officeDocument/2006/relationships/hyperlink" Target="https://console.aws.amazon.com/ec2/home?region=ap-northeast-2#LaunchInstances:" TargetMode="External" Id="Rbea2b723fb5649e6" /><Relationship Type="http://schemas.openxmlformats.org/officeDocument/2006/relationships/hyperlink" Target="https://docs.aws.amazon.com/AWSEC2/latest/UserGuide/ec2-launch-instance-wizard.html" TargetMode="External" Id="R69bf86daa28244ba" /><Relationship Type="http://schemas.openxmlformats.org/officeDocument/2006/relationships/image" Target="/ppt/media/image7.jpeg" Id="R68b6a6bf89194226" /><Relationship Type="http://schemas.openxmlformats.org/officeDocument/2006/relationships/notesSlide" Target="/ppt/notesSlides/notesSlide33.xml" Id="Rfdb63d2f6284450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765ee066a4601" /><Relationship Type="http://schemas.openxmlformats.org/officeDocument/2006/relationships/hyperlink" Target="https://console.aws.amazon.com/ec2/home?region=ap-northeast-2#LaunchInstances:" TargetMode="External" Id="Rce0892aff3fb414d" /><Relationship Type="http://schemas.openxmlformats.org/officeDocument/2006/relationships/hyperlink" Target="https://docs.aws.amazon.com/AWSEC2/latest/UserGuide/ec2-launch-instance-wizard.html" TargetMode="External" Id="R17b0ebe787604b49" /><Relationship Type="http://schemas.openxmlformats.org/officeDocument/2006/relationships/image" Target="/ppt/media/image8.jpeg" Id="Rb737cb864db24b9e" /><Relationship Type="http://schemas.openxmlformats.org/officeDocument/2006/relationships/notesSlide" Target="/ppt/notesSlides/notesSlide34.xml" Id="Rbba84aef323045b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436817bd2474e" /><Relationship Type="http://schemas.openxmlformats.org/officeDocument/2006/relationships/hyperlink" Target="https://console.aws.amazon.com/ec2/home?region=ap-northeast-2#SecurityGroups:" TargetMode="External" Id="Rb04449694cac4eaf" /><Relationship Type="http://schemas.openxmlformats.org/officeDocument/2006/relationships/hyperlink" Target="https://docs.aws.amazon.com/AWSEC2/latest/UserGuide/ec2-launch-instance-wizard.html" TargetMode="External" Id="R9e247ddb6bad4537" /><Relationship Type="http://schemas.openxmlformats.org/officeDocument/2006/relationships/image" Target="/ppt/media/image9.jpeg" Id="R4b8bf3aa0cd24fcc" /><Relationship Type="http://schemas.openxmlformats.org/officeDocument/2006/relationships/notesSlide" Target="/ppt/notesSlides/notesSlide35.xml" Id="Rcfaedc259cc94e6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e2a292e9c4e20" /><Relationship Type="http://schemas.openxmlformats.org/officeDocument/2006/relationships/hyperlink" Target="https://console.aws.amazon.com/ec2/home?region=ap-northeast-2#KeyPairs:" TargetMode="External" Id="Ree1a6e75ad734bcb" /><Relationship Type="http://schemas.openxmlformats.org/officeDocument/2006/relationships/hyperlink" Target="https://docs.aws.amazon.com/AWSEC2/latest/UserGuide/ec2-launch-instance-wizard.html" TargetMode="External" Id="R92114513fc2d4519" /><Relationship Type="http://schemas.openxmlformats.org/officeDocument/2006/relationships/image" Target="/ppt/media/image10.jpeg" Id="Ree6064ac6ea24a2b" /><Relationship Type="http://schemas.openxmlformats.org/officeDocument/2006/relationships/notesSlide" Target="/ppt/notesSlides/notesSlide36.xml" Id="R47ae7ec5ca3145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b008fdbc040d9" /><Relationship Type="http://schemas.openxmlformats.org/officeDocument/2006/relationships/hyperlink" Target="https://console.aws.amazon.com/ec2/home?region=ap-northeast-2#Volumes:" TargetMode="External" Id="Rfde97f9961bc4272" /><Relationship Type="http://schemas.openxmlformats.org/officeDocument/2006/relationships/hyperlink" Target="https://docs.aws.amazon.com/AWSEC2/latest/UserGuide/ec2-launch-instance-wizard.html" TargetMode="External" Id="Rddc1d435e3be486b" /><Relationship Type="http://schemas.openxmlformats.org/officeDocument/2006/relationships/image" Target="/ppt/media/image11.jpeg" Id="Rdff745dc5ef74bf3" /><Relationship Type="http://schemas.openxmlformats.org/officeDocument/2006/relationships/notesSlide" Target="/ppt/notesSlides/notesSlide37.xml" Id="R2599a0b0409343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27959D-A30C-4694-97DA-092A7EB7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17E82-0506-49DE-9357-F6D10DFB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635E396-EE32-405C-BD82-8357DC27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02</a:t>
            </a:r>
            <a:r>
              <a:rPr sz="2200">
                <a:solidFill>
                  <a:srgbClr val="6FD9BE"/>
                </a:solidFill>
                <a:latin typeface="맑은 고딕"/>
                <a:ea typeface="맑은 고딕"/>
                <a:cs typeface="맑은 고딕"/>
              </a:rPr>
              <a:t>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0EEBD96-1263-4EA9-A18E-8ABD61C6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리눅스와 EC2 개발환경 구축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2959315-1B35-4FB5-9836-D498FC7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EC2 서버를 만들어 원격 접속하고, 주피터에서 S3 데이터를 읽을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46CC016-E925-48EA-9789-5D80C81D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C143BB5-833D-40AF-862C-16BC9220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4FAA76-6DF3-4D2A-8599-137FB768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2001070104_18v1.1   2001070104_18v1.2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0332656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5E033F-CA9F-4FA6-80A7-D35CDEFF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86DC43-53FE-44B7-9C02-4D69A5BF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7EBBFFC-B852-4CDD-AF12-ED45AB5C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D9CBAAB-788C-4C9F-A848-0A232F0C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복습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146340-7F4B-4329-A1FA-E06532FB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2CB2408-5C04-4C12-944D-1ACE91B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2EEDAA-EE7B-4444-9B3B-502FC3D2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서버 / EC2 / 보안그룹 / 리눅스 명령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6EACAA7-A47E-4E29-8257-C8A1849D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D9803E4-05B4-4F77-A38B-B74EFC7B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470928A-07D8-4C5A-95C4-5F059D77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1C9C255-15DB-420E-ADBE-F9C992B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D0246AB-4B8A-465B-AB4E-71F3455E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79AB609-7C6B-47AC-B361-AA40D183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EC2 생성 · 접속 · 리눅스 명령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AF64EDE-B514-455A-A6D5-CDE0427B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63179BF-BE7C-4900-9D00-D09519F4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EA4BF8A-8915-4E10-983B-96FD4942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F5BEB8F-24F9-4A52-9443-EF546F3A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9918290-89A6-49F2-8981-BE2F000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292B54C-D2B9-4462-A5D4-A6A1670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가상환경 · JupyterLab · S3 읽기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59A12AF-BDFE-4B30-9EA1-157917BF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11B69A10-E18E-4621-BF84-318291C5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7FE50AC-5D80-4CB7-A855-57B2137C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제출 + 다음 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DBB7F6D-A5C6-4765-BEF7-62854862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3D1EEA7-A1A7-467E-A308-B8893BA3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9FD7E47-C89D-441E-916F-918707C8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타임 — 인스턴스 중지 확인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FABDE15-9E50-40F5-B63E-9A55EDB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FBE0B17-9B79-4E07-99D4-C3863A6F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45B9ADB-A8FF-4CEE-AC8C-ED5622CB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62530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836E4E0-4C7A-4853-86A7-05876CF5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84FAC7-DB8E-49D1-9C44-B95B52A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962B91-B260-484F-AA27-2AE37780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 — 서버와 EC2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C9050C5-8342-4F74-95D4-A0250137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45분 · 오늘 알아야 할 최소한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884132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BFD2FC-7F41-4852-B9CD-821A8AD3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서버는 안 꺼집니다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그리고 남이 접속합니다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243034-F788-4B55-82BB-667E641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성능이 아니라 이것이 서버의 정의입니다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316366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66F9B3-BA12-4159-9F15-0CB0FAAD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EC2는 빌리는 컴퓨터 한 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9905F77-9D9B-46F8-BA78-523ED9A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아마존이 지어놓은 서버실에서 한 대를 시간 단위로 빌린다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75B121-628B-4959-8E13-35853DC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13F404-C56D-47EC-93CE-3D3739A9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D2A353-99E6-4108-8EA3-979FF766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안 꺼진다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40D6FC-0AF7-4F8B-BDD6-1B820A1D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새벽 3시에 누가 불러도 대답할 수 있다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09CF00C-AE49-488E-A7EA-56F3534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B5925CC-E29A-4217-8B4F-468AAFD6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100DE20-3001-4636-AFE0-39DA062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고정된 주소가 있다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E2CB503-8C4F-4495-B579-73016C0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인터넷에서 찾아올 수 있는 주소를 가진다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CAAD960-4764-4304-BCA1-58A7B70B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D607C716-1C3F-4B3A-BE02-877416BD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A98E1E6-ACE7-4551-A037-789C95B5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남이 접속한다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4119DCB-A086-4D9E-AA1E-3A0181CD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내가 아닌 사람이 내 서비스를 호출할 수 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8311AFE-2F80-417E-A443-F711CF61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2DB3903-9A5E-4D67-8ABC-1692D039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D75CA22-FA06-44B6-8DC0-0B18E092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한 대를 인스턴스라고 부른다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9BDEA2-516D-4650-928F-CE22B598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만들 이름은 mlops-&lt;학번&gt;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1901E68-B0AF-4911-A5BA-FC395F8B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09F0A6-E3F3-43C9-9EB5-385A824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393F7F6-C4EF-4CFD-88EC-841FECCD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빌릴 사양은 t3.medium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2F6868A-3AA4-4025-A16A-99DB1596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vCPU 2 · RAM 4GB. 여러분 노트북보다 못하다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0CAFE5BF-6052-4F1B-8A0F-EC12F6F3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60C395E-C122-4268-9B05-3AC8B68A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쓴 만큼 나가는 돈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889EE14-C6FB-47C0-863E-7285381C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시간당 약 0.052달러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4시간 수업이면 약 0.2달러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안 끄고 한 달이면 37달러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한 학기 예산은 25달러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077403-75B8-4F95-9402-B4D72D3D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173E3E6-3D95-4226-968C-B85DF067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567218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4E210A-F56F-4C3A-9B1A-F91D093B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EC2를 하나 만들 때 정하는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9482B1-7913-48C5-8E80-FF0C42CE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컴퓨터를 조립한다고 생각하세요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96B24F5-1992-4B62-98D2-67936C4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D2ABAFE-7D3B-4897-AF8F-3F3784DA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C03760-2BD1-4F34-A8DE-3FB8A41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C57682F-5B59-4150-89E2-EAC553A1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AMI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0289C8-622C-4DC1-9594-F0AFF99C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운영체제가 미리 깔린 복사본. 우리는 Ubuntu LTS를 씁니다. 로그인 계정 이름이 ubuntu 입니다.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4C4F84-A809-474B-8776-6AA9BE14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14BEAC4-E083-4D2A-8BAF-1AE975E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61141B7-63F1-4259-9182-15AB00BB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15D9EAE-46BD-4633-B749-33FD6653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인스턴스 타입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040BD50-7443-4C21-9E83-3DCED898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CPU와 메모리 사양. t3.medium, vCPU 2개에 메모리 4GB. 그 이상은 계정에서 막혀 있습니다.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BEF598E-848A-43D6-95CB-8A00CE74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2B1FDEC-56D9-4063-B0DA-18C01016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3703CFE-1054-45F2-99DD-6420220C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D21851F-8794-442B-8569-515219E5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EBS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F45642A-08F4-4831-940B-AEF66CD1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서버에 붙은 내장 하드디스크. 30GB를 씁니다. S3가 인터넷 창고라면 EBS는 그 서버만 쓰는 하드입니다.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385DAC0-C886-4DCB-9C4D-0CB4FB44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7A5E4EC-28EB-42DE-AFED-B5E65DB7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94A49B-4DCC-459C-B3D8-CFC6DC0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DA9D9AA-5B16-4C3A-A249-2DA9FD4D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키페어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0D9517-B6BE-45FA-9DFF-D45DDB4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서버에 들어가는 열쇠. .pem 개인키는 만들 때 딱 한 번만 내려받습니다. 잃어버리면 AWS도 못 줍니다.</a:t>
            </a:r>
            <a:endParaRPr sz="12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BB57212-9635-4BF8-B987-70DEE895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6C66280-5924-45C4-81F7-21FD25D2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09093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A440058-16B7-4FAB-AA9B-7F27F2FB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중지와 종료는 다릅니다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A0A87B-93C2-4E8E-A07A-CF60ECA4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구분을 못 하면 다음 주에 처음부터 다시 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D422D0-AFC3-4C89-BBE1-14BFF535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5364328" cy="2715768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1715C17-9CB5-45B5-9EFA-AC8D3DDE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68880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5463E55-6684-49E0-864D-40951AC0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68880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중지 (Stop) — 매주 이것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1DE7D1-8489-4B55-8CDC-B5EAE6739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400"/>
            <a:ext cx="4852264" cy="1801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전원만 끈다. 서버 요금이 멈춘다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설치한 것과 파일이 그대로 남는다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EBS 30GB 요금은 계속 나간다 (월 약 3달러)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다시 켜면 퍼블릭 IP가 바뀐다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AA2FE8A-548C-46A5-A938-E0EEC8A5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68880"/>
            <a:ext cx="5364328" cy="2715768"/>
          </a:xfrm>
          <a:prstGeom xmlns:a="http://schemas.openxmlformats.org/drawingml/2006/main" prst="roundRect">
            <a:avLst>
              <a:gd name="adj" fmla="val 2694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2F7DE27-6DC3-4983-86AF-6009E489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68880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8E947A-DE43-44D0-AEFF-AB4A0654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468880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 (Terminate) — 15주차에만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AA882C9-1D9B-4AAE-A080-19B03404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200400"/>
            <a:ext cx="4852264" cy="1801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인스턴스와 EBS까지 통째로 삭제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오늘 설치한 것이 전부 사라진다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복구 불가. 처음부터 다시 만들어야 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학기 마지막에 딱 한 번만 한다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7924B84-A542-4E17-8C8F-D474C37B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D6FDDB2-B51F-4F07-8760-4B7CCAA1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525499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CD5BDC-B2CF-4219-A2AC-256DBCB1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보안그룹은 서버 출입문입니다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EBF0DC-73B3-4E9D-9E17-04B6CF14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과목에서 사고가 가장 잦은 지점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EFCB72-CDF7-4736-883A-6BA9CCE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CDA88E7-260C-4EEB-8244-F2087088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06E779E-5031-4692-AAF1-28AE8BAE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방화벽이고, 기본값은 전부 잠금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66AA42B-92FB-49A7-9401-72CF530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내가 열어주지 않으면 접속 자체가 안 된다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83ED0BC-5DA4-42CD-801D-56C5F103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FB93AA5-2F08-4523-BE7F-34F8E239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6172A52-9D9A-4652-AD75-96720D1A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포트는 건물의 문 번호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00968FC-70C7-4810-A16A-363A49D7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서버 건물에 문이 65535개 있다고 생각하면 된다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24DE19A-EC97-4DF9-9F1B-52A840ED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4B2D04A-6482-4341-9D6E-15E131EB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B22B6A-3C11-4AB2-8FC1-CC5BA899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소스는 누구에게 열어줄지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0AD8FD6-4C90-4725-B861-0714D6C8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0.0.0.0/0 은 전 세계 아무나. 22번에는 쓰지 않는다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48E06D8-C190-4C6C-B622-6937DC06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5A4773C8-B4CC-4FC9-A1CF-88D9BA2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73DF3BC-8136-43E6-9FEE-412B706C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우리 규칙은 내 IP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C2796AD-EC9E-4DE3-9522-6BB3E167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지금 이 강의실에서만 들어온다. 집에서는 다시 갱신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6AE09F7-BB2B-486C-91FB-4A36C87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BA05890-8EFE-4163-AE7F-1943826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2FEC563-AF21-483E-B974-7536ACEE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접속이 안 되면 1순위 의심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BF05D83-4A03-4480-8DA8-4954EFAA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보안그룹, 2순위는 학교망이 22번을 막은 경우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38E9F4-C897-4E72-A623-EA6D8F4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B5845C3-923B-4B33-84C4-582C133A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앞으로 열 문 번호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59DDB5B-87F2-4E3A-BBFC-28155263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22 — SSH (오늘)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8888 — JupyterLab (오늘)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8000 — FastAPI (7주차)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8501 — Streamlit (8주차)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BDDBB11-A36A-4C9B-B2D8-4C643CAB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84493EC-BBE4-488F-9D8C-7BB3951D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434235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4FAB5D-1798-4FCF-ACF6-E6454EBA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 배울 리눅스 명령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76858D-1FCD-4B55-9685-7A5500A6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15개</a:t>
            </a:r>
            <a:endParaRPr sz="9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FE406E-9C88-490F-811D-A747764A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검은 화면은 그냥 폴더 탐색기입니다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ABD605-3393-4428-B2A6-8CC95988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3대 기본기 — pwd 지금 어디 · ls 여기 뭐 있나 · cd 저기로 가자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Tab 키 자동완성과 위쪽 방향키. 오타로 안 되는 경우의 90%가 사라진다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rm 은 휴지통이 없다. rm -rf 는 오늘 쓰지 않는다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화면이 멈춘 것 같으면 Ctrl + C, 프로그램에서 나오려면 q 또는 exit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8617783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8620EA-48AA-440D-8561-C8D2A8EC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60AEA1-536F-4B34-B052-97B87321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A25688D-527D-4BC8-9DB7-15E7284B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EC2 만들고 접속하기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0A57557-F909-4FA7-850F-8E2A36DE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626141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6455E8-A2BE-4F1F-A618-0649F470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6B42AD9-40D4-44BA-B54F-1841067B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인스턴스보다 방화벽을 먼저 만듭니다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AB55CBC-E7CF-4656-9114-8FA7ABBB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2575BA5-20EF-406A-A689-911E0E17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0AE5A9A-62B2-49BC-AFA6-B042B0FB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7D2FDC-DCF3-4CC5-A497-E190949F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보안그룹 먼저 만들기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422CD03-BEA1-416F-80FA-543F1653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mlops-sg-&lt;학번&gt; · 인바운드에 22번과 8888번을 내 IP로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9C4CB73-62AD-45ED-8B92-189B84E2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4208320-CFB1-40F0-BEB0-7881FDA7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55610E-5EB0-4D76-ADD8-367B2EA6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241D860-6C0F-44C7-BC94-B3032AFC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키페어 만들기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5BDC39B-666B-43AB-8370-781051C6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mlops-key-&lt;학번&gt; · RSA · .pem — 받은 위치를 반드시 메모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EF492C05-CD4B-4E5A-AD9A-0A357C92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FA32CB0-FC46-447C-A6B0-0ECED62A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578E6FC-F6A2-4666-B377-D6550955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CA4D6737-8787-4732-AAB5-BAF8374F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인스턴스 생성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4EED861-AE9C-4ED5-950F-77F31F70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Ubuntu LTS · t3.medium · 30GiB · 상태 검사 2/2 통과까지 대기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AFFE74A-381C-48DE-9BA4-5ABE4CC3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F576857-E1CA-4D94-9DEA-3809698D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0CCFF05-E31D-4176-9E8F-577DE8B2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F69196D-B481-4A02-AFD6-5F6FC35C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접속하기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E5EB784-435A-4AC8-B98B-2405B79A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ssh -i 키파일 ubuntu@&lt;퍼블릭IP&gt;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E822AB6F-9C63-44FA-86D3-815ED8F2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2D7797B-387E-47C4-9929-7678E1CA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BBF7993-862F-403B-91ED-54EFFA7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2449616-3D15-4C90-92A3-877EB2ED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리눅스 명령과 패키지 설치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6275358-BD29-4FB2-91E3-4ECD7BFB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사양을 눈으로 확인하고 apt 로 기본 도구를 설치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5D61C63-41CD-442E-92EB-4DD70D5C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2BABCE7-68AF-4350-AFCF-3F15EDEA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968960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937812-5DB6-420D-9F3A-64F9E853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인스턴스 생성 설정값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BB18B7-D892-413F-B96D-ABDF7F34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 표 그대로 입력합니다. 다르게 고르면 권한 오류가 납니다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830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이름(Name)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mlops-&lt;학번&gt;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AMI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Ubuntu Server 24.04 LTS 또는 22.04 · 64비트 x86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인스턴스 유형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t3.medium (vCPU 2 / RAM 4GB)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 페어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mlops-key-&lt;학번&gt; · RSA · .pem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네트워크 설정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보안 그룹 선택 → mlops-sg-&lt;학번&gt;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스토리지 · 고급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 GiB gp3 · IAM 프로파일 MLOpsStudentSSMRole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A25DFFF-1295-4CAA-8BA9-FDA3F82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FFFE0AA-C961-4215-8E10-B3D76A8A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811229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3776610-18F5-49A4-ACF0-C35D205D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내 노트북에서 서버로 접속하기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251FAB-375F-4D60-A161-D1C3BA96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운영체제에 따라 첫 줄만 다릅니다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7921E01-EFC9-455A-914C-4C3188CF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C96CE3F-25E4-4BA3-8E67-7553E0E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445A045-D2E5-42FD-8913-DE0B3333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Windows — PowerShell 또는 Windows Terminal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$env:USERPROFILE\.ssh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ssh -i .\mlops-key-&lt;학번&gt;.pem ubuntu@&lt;퍼블릭IP&gt;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macOS / Linux — 터미널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chmod 400 ~/.ssh/mlops-key-&lt;학번&gt;.pem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ssh -i ~/.ssh/mlops-key-&lt;학번&gt;.pem ubuntu@&lt;퍼블릭IP&gt;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처음 접속하면 물어본다. yes 를 치고 엔터</a:t>
            </a:r>
            <a:endParaRPr sz="125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25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Are you sure you want to continue connecting? yes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8059D33-9317-487A-BBAA-12916973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프롬프트가 ubuntu@ip-172-31-x-x:~$ 로 바뀌면 접속 성공입니다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3CC0401-2C3A-4496-B5FE-515EB405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DD3E63-943C-4020-8815-845F8725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6347889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42A045-9332-4CD7-B2FE-0FFC2E56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22번이 막혔을 때 가는 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003122-5CC2-41EA-BBDF-047905F9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학교망은 SSH 포트를 막아두는 경우가 흔합니다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7D9C6D2-A52B-4E1D-9F41-CFC48CE0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98064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F9D8C9-CF2E-4650-BBCE-FFE7F2D5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3580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48E3D1-9F36-4B70-9BFE-EED8361B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03580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906B297-33C4-4E17-9C83-766F2BC8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017520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EC2 Instance Connect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7D26CB-92AF-4636-88A8-843F20ED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3529584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콘솔에서 인스턴스 선택 후 연결을 누르면 브라우저에 검은 화면이 열립니다. 키 파일도 터미널도 필요 없습니다. 사용자 이름이 ubuntu 인지만 확인합니다.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A337868-D33C-4045-9439-3F1C1986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2798064"/>
            <a:ext cx="5382616" cy="2057400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9B7C2A0-5520-4D3E-A62A-CAE4B4CF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03580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C6B815-5C5F-4A7A-B2AD-E6759B2C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303580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067B57-497E-4CF5-A209-38F337E2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3017520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Session Manager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DE5BF1-C1B5-4FFB-B481-227E4F6F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3529584"/>
            <a:ext cx="4331056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22번 포트를 아예 쓰지 않는 접속입니다. IAM 역할이 붙어 있어야 하고, 접속 후 sudo su - ubuntu 로 계정을 바꿔서 진행합니다.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AB36478-B491-4455-8CB6-BF2D13D6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D8158DD-86E9-4E13-9CBA-AC63F7AE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62213850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D624FCA-66DB-4220-9B9A-2ED73076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검은 화면에서 쳐볼 명령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BCCC2C5-525E-474C-AD78-BC0617BA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Tab 키와 위쪽 방향키를 계속 쓰세요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F690538-DF63-4108-A18A-7BA4B8AE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91A1363-9E06-46DC-A5CF-0E40A5A5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D145CCF-2359-48F4-83E5-BCE7EA2B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나는 누구, 여긴 어디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whoami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pwd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서버 사양 확인 — 주문한 대로 왔는지 눈으로 본다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nproc          # 2 가 나와야 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free -h        # 총 메모리 약 3.8Gi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 -h          # / 가 약 29G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폴더 만들고 파일 다루기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mkdir -p ~/work/data &amp;&amp; cd ~/work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echo "hello from &lt;학번&gt;" &gt; note.txt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cat note.txt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프로그램 설치 — update 먼저, 그다음 install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sudo apt update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sudo apt install -y python3-pip python3-venv unzip curl git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A1406D5-054C-44A6-9E06-61636BA9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nproc 2 · free 3.8Gi · df 29G 가 나오면 주문한 사양이 맞습니다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4705F8B-ED48-4203-984A-06D49798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7C0111-2336-4F29-8C9A-EAFDFE4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075371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AB9C027-F78F-4358-B804-229429AE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C7DFF3A-6AD4-4E46-9F6D-BA11DAD2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ssh 가 반응 없이 멈춘다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학교망이 22번 차단 또는 보안그룹에 내 IP 미등록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보안그룹에서 내 IP 다시 누르기 → 안 되면 Instance Connect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Permission denied (publickey)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이름을 root, ec2-user 로 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Ubuntu는 반드시 ubuntu@ · 키 파일 경로도 재확인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UNPROTECTED PRIVATE KEY FILE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pem 파일 권한이 열려 있음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chmod 400 ~/.ssh/mlops-key-&lt;학번&gt;.pem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pem 파일을 못 찾겠다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키페어는 재다운로드 불가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키페어부터 새로 만들어 인스턴스 재생성. 5분이면 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Instance Connect 연결 실패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연결 대역 미등록 또는 사용자명 오류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인바운드에 13.209.1.56/29 추가 · 사용자명 ubuntu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apt update 에서 lock 오류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부팅 직후 자동 업데이트가 도는 중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2분 기다렸다가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C9A8E2-89E8-48FD-9B94-C1B9748A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8E6637-E7C0-4887-8C2F-8ED4748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326861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B9C112-B536-4DEC-9CAB-28C2566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36AE42-0E66-454F-BA19-C47B019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8A70666-4C62-469E-85E5-B41FC56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개발환경 만들기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EFB2729-351C-4460-B615-7411C613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각자 직접 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28820342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6E3647D-839F-4E7F-8E10-93BA1EF3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632394-5E0F-4205-9BFB-0B535828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파이썬 방을 만들고, 주피터를 띄우고, S3를 읽습니다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74D50F5-A097-4CDA-9FFD-A91FDE8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945DBCB-7204-4543-A877-AF21395E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9CEA16-546C-4E30-BD38-E676D33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94E811E-00CA-4C1E-B67B-A237C479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파이썬 방 만들기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024CE2C-F143-4BC5-98FB-23BB163A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python3 -m venv .venv 로 프로젝트 전용 방을 판다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FA32909-DED4-4062-8AC1-685E180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1676205-44C5-4BD3-81E9-5BE0EAE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1D114E2-83DB-420A-AC39-7B1D7378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7C55C7A-7583-4E20-948F-00FA70FE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방에 들어가기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9DC2CE4-87A6-4FDD-95CA-F4365EC8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source .venv/bin/activate</a:t>
            </a:r>
            <a:endParaRPr sz="11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1F1E283-8F82-4AAF-9B91-0B29BBDC0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A215A44-A48A-484F-AF9F-371BE69F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9BA87D6-6967-4407-9F2C-2477DA1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28B8E41-B753-4E71-A555-D9CC79D9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라이브러리 설치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9386FF9-D8CA-446B-9C0F-D567AB7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jupyterlab pandas numpy scikit-learn boto3 s3fs · 2~4분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42387A7-EDED-4B99-A5DF-722811CB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2194079-66E8-4CFC-9D14-639F2D9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4979CEA-323F-4C47-8AAD-F3D0B3CC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6870BCF-9522-43E4-8D93-6A7408CE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JupyterLab 실행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C681AC9-8381-496B-BDB2-A8B1F35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28090"/>
                </a:solidFill>
                <a:latin typeface="Consolas"/>
                <a:ea typeface="Consolas"/>
                <a:cs typeface="Consolas"/>
              </a:rPr>
              <a:t>jupyter lab --ip=0.0.0.0 --port=8888 --no-browser</a:t>
            </a:r>
            <a:endParaRPr sz="11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9EE45B6-BD70-4911-B1B0-B16D9BC2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045DBDA-4EBE-43FC-83ED-4C7070AA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A7EFD84-C78E-4951-93E2-221B5EB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70BA5B1-818A-406E-B3CD-7D6E488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S3 데이터를 표로 읽기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0D94980-1B1A-4FAA-AA3D-5355AC1B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지난주에 올린 CSV를 노트북 브라우저에서 확인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2065181-274A-4E1B-8DAF-C8C8C822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3A5AFFF-C751-4FB3-8A98-AABE06B1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18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6355960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BEE741-9A97-4213-87DE-89080CB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가상환경과 JupyterLab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9A4D7-E8E6-46EC-A87C-27A8D44C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프롬프트 앞에 (.venv) 가 붙었는지 계속 확인하세요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FA87D65-9103-469C-A778-6BEC8F81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316DFD-3947-45BE-AED9-4BE0C120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7D7E10-E152-4E3D-B216-C313EAB7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작업 폴더에 파이썬 방 만들기 (최초 1회)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cd ~/work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python3 -m venv .venv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방에 들어가기 — 접속할 때마다 매번 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source .venv/bin/activate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이번 학기 내내 쓸 라이브러리 설치 (2~4분)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 install --upgrade pip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 install jupyterlab pandas numpy scikit-learn boto3 s3fs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pip freeze &gt; requirements.txt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주피터 비밀번호를 정하고 실행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jupyter lab password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jupyter lab --ip=0.0.0.0 --port=8888 --no-browser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205F3D8-2A8B-445B-A761-34720A07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--ip=0.0.0.0 을 빼면 자기 자신만 접속됩니다. 매년 절반이 여기서 막힙니다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7FA524B-A012-4112-844A-4A2D8BF9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3A42EE-625C-4DA1-AD47-4E72B0C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8862155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297B6A-EB34-4952-A1EA-C40242FF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8888번도 막혔을 때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FD3F8BA-B8C2-44EE-BE24-773C0897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브라우저에서 주피터가 안 열릴 때 쓰는 우회로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03A14F4-A17A-4291-9E6A-A02A89AF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97380"/>
            <a:ext cx="5364328" cy="3858768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11D895F-DBB8-4874-983F-81B45C91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97380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9EAA240-548A-421D-B342-808EDD97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97380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대안 A — SSH 터널링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CD7AB5A-5F14-4AD4-8C72-8FC60FA7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628900"/>
            <a:ext cx="4852264" cy="2944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22번이 열려 있을 때 쓴다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노트북에서 터미널 창을 하나 더 연다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ssh -i 키 -N -L 8888:localhost:8888 ubuntu@IP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브라우저 주소는 http://localhost:8888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78D418E-C809-4BB8-BFBB-2D82414C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1897380"/>
            <a:ext cx="5364328" cy="3858768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CC7C619-8734-4DF3-80CE-035C7FE4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1897380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7D4E030-0821-45FE-838D-7FD53C96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1897380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대안 B — 포트 포워딩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464D855-DA61-4A1F-A2B2-42CF1479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2628900"/>
            <a:ext cx="4852264" cy="2944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22번까지 막혔을 때 쓴다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노트북에 AWS CLI와 SSM 플러그인이 필요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aws ssm start-session --target &lt;인스턴스ID&gt;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 8888을 내 노트북 8888로 연결한다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브라우저 주소는 http://localhost:8888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A67F526-693C-4432-90A7-838535C9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3FB5BE4-5A1F-4ADA-BC6C-F3E3D72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74952325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9E6AEF-7462-443B-A625-E0A8A74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주피터에서 S3 데이터 읽기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49B3C5-E06D-47B3-ACFD-1B9C01F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새 노트북 w02_s3_test.ipynb 를 만들고 실행합니다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F2E435-3ABB-4712-AEDE-FFDCF659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828FB58-E772-4EAC-85E5-E0FC1B8D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python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A5CAB1-F15D-4785-A527-D959EB68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boto3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import pandas as pd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BUCKET = "mlops-2026-&lt;학번&gt;"   # 1주차에 만든 본인 버킷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내가 누구인지 확인 (코드에 키를 적지 않는다)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sts = boto3.client("sts", region_name="ap-northeast-2")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print(sts.get_caller_identity()["Arn"])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raw/ 폴더에 뭐가 있는지 보기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s3 = boto3.client("s3", region_name="ap-northeast-2")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for o in s3.list_objects_v2(Bucket=BUCKET, Prefix="raw/")["Contents"]: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print(o["Key"], o["Size"])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S3 경로를 그대로 읽어 표로 만들기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 = pd.read_csv(f"s3://{BUCKET}/raw/sample_bike.csv")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df.head()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7BB45D0-5D57-407D-98DB-0A1B4AD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BUCKET 변수를 강사 예시 그대로 두면 안 됩니다. 본인 학번을 넣으세요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C2C70E-3EA5-4F83-ACC1-230C4DAD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2064375-3723-442F-A977-B0D1C1DB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238654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19239C1-A5BB-4452-B2D0-4D10941D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노트북에는 이 파일이 없습니다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그런데 표가 떴습니다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B9C402E-ADD4-465E-9E4D-0C00F451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서울의 서버가 서울의 S3에서 읽어 화면만 보내준 것입니다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38399265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138D9F-3EF6-40CD-9461-C828EAF1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40F8AB4-CDB4-4A02-8840-97400D92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LMS 2주차 체크포인트 · 총 2.0점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29AC2A-2831-4D13-8124-80359FE4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12A6797-6583-436D-91E5-4B0305FE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6FFDF8-634D-41D1-9065-34C50937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서버 접속 성공 화면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C11A063-B0BC-420F-AF85-02CE303E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whoami · nproc · free -h · df -h 가 한 화면에 · 접속 방법은 무엇이든 인정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A17E176-7D14-4FA1-BB18-0587C0DC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1A7B49-40B0-4B85-B7B2-2A3A5318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D2DFE02-32AC-4A05-B8C2-7814A9AD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S3를 읽은 df.head() 화면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6D9625-B7D2-44D6-97DE-A4886B97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BUCKET 변수에 본인 학번이 보일 것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92D8BBD-46C8-4A7E-860F-33C2E1D6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97F3EB0-851E-46A0-B6E9-815F9A63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DB3B2EC-CFD8-4258-8C6D-1866A822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인스턴스가 중지됨 상태인 콘솔 화면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8F82240-E04A-4652-BEE3-E6C5D84F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정리 타임에 그 자리에서 촬영할 것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DB3C515-B5EE-4A2C-8773-B873A5CC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A3ECE42-E2BA-45D2-A916-DA9B7158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016030A-7155-463A-8275-4D0A93FB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파일명 규칙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40FCEAB-8125-4D5F-8586-8E5F848A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w02_&lt;학번&gt;_1.png · _2.png · _3.png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311C1B8-1FD6-4A76-8A48-1A43A36D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E539C3C-6E8A-4177-9FBB-14412B8E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4412850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29EAEF-398F-4ED7-B024-449E9285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수업 끝나기 전 반드시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F945B9-CBF1-4AFC-95D6-BE2F6D45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수업에서 제일 중요한 5분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5607809-6F71-4BBE-ACB9-30B674B4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F526A6F-4F28-48E6-951B-897BC28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2169138-2A5C-4C1A-BD92-8087CEE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804BFA-2C35-4936-A0B0-4EA41A33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지금 이 순간에도 돈이 나가고 있습니다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904EED5-9CB4-4866-B4D7-38F8C9AE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서버에서 주피터 종료 — pkill -f "jupyter lab"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콘솔 → EC2 → 인스턴스 상태 → 인스턴스 중지(Stop). 종료(Terminate) 아님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상태가 중지됨으로 바뀐 화면을 찍어 제출한다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S3 버킷은 삭제하지 않는다. 그대로 둔다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다음 주 전까지 실행 중으로 확인되면 감점 2점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24CD7F-552C-447C-AFB2-FDC27464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AD906B9-3898-4BFD-85C0-63D378A1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3018326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89B3AB-A88C-4EFC-88E2-67F37447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926A14-B359-453C-9306-6D28F912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71CDC24-725A-4F81-A404-56D7CC5E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743DEDB-B00F-48A1-9AD9-5D402043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CA1A72-E1D3-4F51-AC01-DFF01689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EC2 다섯 가지 설정 · 보안그룹은 방화벽 · pwd/ls/cd 와 Tab 키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F08430D-E206-42D4-BB99-3B8E336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BEB6019-2A6C-4456-A3AC-9B4163DA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58DF937-18AF-43F6-AE3F-23DF0786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만든 것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77EAD97-F787-4358-8725-BE6F1AD4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내 서버 안의 파이썬 방과 주피터, 그리고 S3를 읽는 한 줄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8795537-BDBA-48B1-8FA9-4B374A8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991F7DA-E6CC-4D04-9391-8D30000E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5D595C5-C259-4BCA-8A2D-25398AA4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5CA1C8A-56A1-4D72-ABBF-48B54573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프로젝트가 시작됩니다. 팀을 확정하고 전처리 스크립트를 하나 완성합니다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D8289F9-A4E0-4D70-983C-10FCA137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7E6533A-6E53-4BCE-8020-3A93030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6741258-A779-4802-B51A-7CD8396F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과제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8F5FA31-0E36-4F92-A39A-CAA3664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중지 → 재시작 → 바뀐 IP로 재접속 연습 · 명령어 정리 노트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BBDF4F9-B48D-4F26-A3D0-C0200058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308860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D7E08B9-B292-4D5D-BB4C-FB5B20C3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528316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다음 주 준비물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B2541DD-D423-4CC6-8131-C2224C32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003804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노트북 · pem 파일 위치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1주차 버킷 이름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도메인 A/B/C 설명 읽어오기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수업 전 인스턴스 Start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6F27C31-7E29-4F3E-A548-697FD07E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2주차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4C6C21C-4EF7-4015-8F18-27096178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63789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02D9D99-FB7D-4E3B-BBCF-E9CB3D8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F847C3-D70F-4AE5-8C48-8805A4D9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81315A-431C-4A8D-90FD-2CD196B2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BF64BA33-D56E-40EA-8E31-E9D790BA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안전한 접속 경로로 EC2에 들어가 Python 환경과 인스턴스 역할을 확인한다.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6C7428E4-8845-4B66-960D-365775AC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학생 PC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AB7B6633-7B35-4B0F-B7F1-890D03DC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Instance Connect / SSM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92B2FDA0-F160-45B8-A41A-81A3E587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EC2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ECB05E10-4AAE-4C2F-BD95-A9C3FBEF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Python venv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6CC23394-48FB-4A57-AD57-95DB4174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JupyterLab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B4C1A18E-D4DF-46ED-9188-B2D27C81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S3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5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6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61FDD44B-E3C3-440F-8FAF-875B7EF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D16B6CEA-5CDC-4D88-8BF4-2838042F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2584579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92b998f4234909"/>
          <a:stretch xmlns:a="http://schemas.openxmlformats.org/drawingml/2006/main"/>
        </p:blipFill>
        <p:spPr>
          <a:xfrm xmlns:a="http://schemas.openxmlformats.org/drawingml/2006/main">
            <a:off x="2069810" y="1666875"/>
            <a:ext cx="281363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 → Launch instances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fab21726bbb4bbd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c35ce6c827a404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EC2 대시보드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Dashboard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서울 리전과 실행 자원 수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222d436cf484fd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ef75f5ca04b44e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113ffc1cb4fc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EC2 인스턴스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Instances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상태·이름·인스턴스 유형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43220ee11524d5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9aeacd59607439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83cf5259f4124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인스턴스 시작: 이름과 AMI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Instances → Launch instances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Amazon Linux AMI와 이름 태그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ef06f53ce7947b9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5b35f32cc1447f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80c68e89c4bf0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인스턴스 시작: 유형과 키 페어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Launch instances → Instance type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허용 유형과 접속 방식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c919e97375f47c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c8d82602bc04bc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82084f39b4ce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인스턴스 시작: 네트워크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Launch instances → Network settings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VPC·서브넷·퍼블릭 IP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2ba9b8115ad481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65c5f7d84ad4f7f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c6b1cdc4e4b19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인스턴스 시작: 스토리지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Launch instances → Configure storage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EBS 크기와 종료 시 삭제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ea2b723fb5649e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9bf86daa28244b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6a6bf89194226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인스턴스 시작: 고급 세부 정보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Launch instances → Advanced details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IAM 역할과 사용자 데이터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e0892aff3fb414d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7b0ebe787604b4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37cb864db24b9e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EC2 보안 그룹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Security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인바운드 규칙과 연결 VPC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04449694cac4ea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e247ddb6bad4537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bf3aa0cd24fcc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EC2 키 페어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Key Pairs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키 이름과 생성 방식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e1a6e75ad734bc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2114513fc2d451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064ac6ea24a2b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7F011B02-4823-49C1-A44E-747B30CE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02주차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B70B6E-65E5-475B-9F4F-B27D251B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EBS 볼륨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B233B54-7BBB-457A-9903-DC345079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4B6E4F47-6794-49BA-82AE-1C49EE7E6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F04C96AA-F17D-48E1-8381-11CFFCDE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EC2 → Volumes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FC4F62A7-4787-4EA3-AED9-400C19B8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미연결 볼륨과 삭제 여부 확인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8CE8704B-3A17-4838-8FC3-A137E72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de97f9961bc4272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dc1d435e3be486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5A962E6B-8FF1-44BB-BF89-B3084DE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745dc5ef74bf3"/>
          <a:stretch xmlns:a="http://schemas.openxmlformats.org/drawingml/2006/main"/>
        </p:blipFill>
        <p:spPr>
          <a:xfrm xmlns:a="http://schemas.openxmlformats.org/drawingml/2006/main">
            <a:off x="571500" y="1809521"/>
            <a:ext cx="5810250" cy="371520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4456111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2026-08-24T06:36:11.8220000Z</dcterms:created>
  <dcterms:modified xsi:type="dcterms:W3CDTF">2026-08-24T06:36:11.8220000Z</dcterms:modified>
</coreProperties>
</file>