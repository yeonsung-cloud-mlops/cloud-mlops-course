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af1e0322545a3" /><Relationship Type="http://schemas.openxmlformats.org/officeDocument/2006/relationships/extended-properties" Target="/docProps/app.xml" Id="R73a0afd640cd4761" /><Relationship Type="http://schemas.openxmlformats.org/officeDocument/2006/relationships/officeDocument" Target="/ppt/presentation.xml" Id="Re6a924bc61614f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2378ed3924dd4"/>
  </p:sldMasterIdLst>
  <p:notesMasterIdLst>
    <p:notesMasterId xmlns:r="http://schemas.openxmlformats.org/officeDocument/2006/relationships" r:id="Rbe1714103b45421d"/>
  </p:notesMasterIdLst>
  <p:sldIdLst>
    <p:sldId xmlns:r="http://schemas.openxmlformats.org/officeDocument/2006/relationships" id="256" r:id="R0dc57e44a7904a35"/>
    <p:sldId xmlns:r="http://schemas.openxmlformats.org/officeDocument/2006/relationships" id="257" r:id="Reb5d667060e64d42"/>
    <p:sldId xmlns:r="http://schemas.openxmlformats.org/officeDocument/2006/relationships" id="258" r:id="R953aec6c08874b75"/>
    <p:sldId xmlns:r="http://schemas.openxmlformats.org/officeDocument/2006/relationships" id="259" r:id="R4d84bc7f5c7a4f74"/>
    <p:sldId xmlns:r="http://schemas.openxmlformats.org/officeDocument/2006/relationships" id="260" r:id="R7a570658b8454696"/>
    <p:sldId xmlns:r="http://schemas.openxmlformats.org/officeDocument/2006/relationships" id="261" r:id="R7e6e0901eaed4038"/>
    <p:sldId xmlns:r="http://schemas.openxmlformats.org/officeDocument/2006/relationships" id="262" r:id="Rb682a739d1774260"/>
    <p:sldId xmlns:r="http://schemas.openxmlformats.org/officeDocument/2006/relationships" id="263" r:id="R844ead25dd7d45b9"/>
    <p:sldId xmlns:r="http://schemas.openxmlformats.org/officeDocument/2006/relationships" id="264" r:id="Rd5264aae7e014d23"/>
    <p:sldId xmlns:r="http://schemas.openxmlformats.org/officeDocument/2006/relationships" id="265" r:id="R333fb69e1f654682"/>
    <p:sldId xmlns:r="http://schemas.openxmlformats.org/officeDocument/2006/relationships" id="266" r:id="R4a1ea95115fa437c"/>
    <p:sldId xmlns:r="http://schemas.openxmlformats.org/officeDocument/2006/relationships" id="267" r:id="R898543c874bf475a"/>
    <p:sldId xmlns:r="http://schemas.openxmlformats.org/officeDocument/2006/relationships" id="268" r:id="R60ceb286b06f47cf"/>
    <p:sldId xmlns:r="http://schemas.openxmlformats.org/officeDocument/2006/relationships" id="269" r:id="Rf5fb8d62c1044cf8"/>
    <p:sldId xmlns:r="http://schemas.openxmlformats.org/officeDocument/2006/relationships" id="270" r:id="Rff96b4a6db464485"/>
    <p:sldId xmlns:r="http://schemas.openxmlformats.org/officeDocument/2006/relationships" id="271" r:id="Ra0592d6b35124073"/>
    <p:sldId xmlns:r="http://schemas.openxmlformats.org/officeDocument/2006/relationships" id="272" r:id="R37e59197c63142d6"/>
    <p:sldId xmlns:r="http://schemas.openxmlformats.org/officeDocument/2006/relationships" id="273" r:id="R7409ba80759e4c0d"/>
    <p:sldId xmlns:r="http://schemas.openxmlformats.org/officeDocument/2006/relationships" id="274" r:id="R8021e9019dd64dd1"/>
    <p:sldId xmlns:r="http://schemas.openxmlformats.org/officeDocument/2006/relationships" id="275" r:id="Rd923b52e7c2f4f84"/>
    <p:sldId xmlns:r="http://schemas.openxmlformats.org/officeDocument/2006/relationships" id="276" r:id="Ra5008513fa874197"/>
    <p:sldId xmlns:r="http://schemas.openxmlformats.org/officeDocument/2006/relationships" id="277" r:id="Rad141cf627ee4480"/>
    <p:sldId xmlns:r="http://schemas.openxmlformats.org/officeDocument/2006/relationships" id="278" r:id="R33231ef92e5a42a0"/>
    <p:sldId xmlns:r="http://schemas.openxmlformats.org/officeDocument/2006/relationships" id="279" r:id="R5cef459c98aa44db"/>
    <p:sldId xmlns:r="http://schemas.openxmlformats.org/officeDocument/2006/relationships" id="280" r:id="R068f79bda65c4072"/>
    <p:sldId xmlns:r="http://schemas.openxmlformats.org/officeDocument/2006/relationships" id="281" r:id="R3e835519c7724085"/>
    <p:sldId xmlns:r="http://schemas.openxmlformats.org/officeDocument/2006/relationships" id="282" r:id="Reb8d654bd0434d78"/>
    <p:sldId xmlns:r="http://schemas.openxmlformats.org/officeDocument/2006/relationships" id="283" r:id="R0c19c250bd184712"/>
    <p:sldId xmlns:r="http://schemas.openxmlformats.org/officeDocument/2006/relationships" id="284" r:id="R73e1e29c0dde471d"/>
    <p:sldId xmlns:r="http://schemas.openxmlformats.org/officeDocument/2006/relationships" id="285" r:id="Re8c30ff8e7fe451a"/>
    <p:sldId xmlns:r="http://schemas.openxmlformats.org/officeDocument/2006/relationships" id="286" r:id="Rc3d7937e54624e34"/>
    <p:sldId xmlns:r="http://schemas.openxmlformats.org/officeDocument/2006/relationships" id="287" r:id="Re7c5ba4dd5994e4f"/>
    <p:sldId xmlns:r="http://schemas.openxmlformats.org/officeDocument/2006/relationships" id="288" r:id="Rdbf3790f04a34d2b"/>
    <p:sldId xmlns:r="http://schemas.openxmlformats.org/officeDocument/2006/relationships" id="289" r:id="Radf64aed89a54cef"/>
    <p:sldId xmlns:r="http://schemas.openxmlformats.org/officeDocument/2006/relationships" id="290" r:id="R62425d96ea2c44f9"/>
    <p:sldId xmlns:r="http://schemas.openxmlformats.org/officeDocument/2006/relationships" id="291" r:id="Rdc134d3b929248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ccf85fa8f644e1" /><Relationship Type="http://schemas.openxmlformats.org/officeDocument/2006/relationships/slideMaster" Target="/ppt/slideMasters/slideMaster1.xml" Id="R8392378ed3924dd4" /><Relationship Type="http://schemas.openxmlformats.org/officeDocument/2006/relationships/notesMaster" Target="/ppt/notesMasters/notesMaster1.xml" Id="Rbe1714103b45421d" /><Relationship Type="http://schemas.openxmlformats.org/officeDocument/2006/relationships/presProps" Target="/ppt/presProps.xml" Id="R04e9cc23c3aa4d3a" /><Relationship Type="http://schemas.openxmlformats.org/officeDocument/2006/relationships/viewProps" Target="/ppt/viewProps.xml" Id="R611fcd6daa7949af" /><Relationship Type="http://schemas.openxmlformats.org/officeDocument/2006/relationships/tableStyles" Target="/ppt/tableStyles.xml" Id="Rc30de911030448f0" /><Relationship Type="http://schemas.openxmlformats.org/officeDocument/2006/relationships/slide" Target="/ppt/slides/slide1.xml" Id="R0dc57e44a7904a35" /><Relationship Type="http://schemas.openxmlformats.org/officeDocument/2006/relationships/slide" Target="/ppt/slides/slide2.xml" Id="Reb5d667060e64d42" /><Relationship Type="http://schemas.openxmlformats.org/officeDocument/2006/relationships/slide" Target="/ppt/slides/slide3.xml" Id="R953aec6c08874b75" /><Relationship Type="http://schemas.openxmlformats.org/officeDocument/2006/relationships/slide" Target="/ppt/slides/slide4.xml" Id="R4d84bc7f5c7a4f74" /><Relationship Type="http://schemas.openxmlformats.org/officeDocument/2006/relationships/slide" Target="/ppt/slides/slide5.xml" Id="R7a570658b8454696" /><Relationship Type="http://schemas.openxmlformats.org/officeDocument/2006/relationships/slide" Target="/ppt/slides/slide6.xml" Id="R7e6e0901eaed4038" /><Relationship Type="http://schemas.openxmlformats.org/officeDocument/2006/relationships/slide" Target="/ppt/slides/slide7.xml" Id="Rb682a739d1774260" /><Relationship Type="http://schemas.openxmlformats.org/officeDocument/2006/relationships/slide" Target="/ppt/slides/slide8.xml" Id="R844ead25dd7d45b9" /><Relationship Type="http://schemas.openxmlformats.org/officeDocument/2006/relationships/slide" Target="/ppt/slides/slide9.xml" Id="Rd5264aae7e014d23" /><Relationship Type="http://schemas.openxmlformats.org/officeDocument/2006/relationships/slide" Target="/ppt/slides/slide10.xml" Id="R333fb69e1f654682" /><Relationship Type="http://schemas.openxmlformats.org/officeDocument/2006/relationships/slide" Target="/ppt/slides/slide11.xml" Id="R4a1ea95115fa437c" /><Relationship Type="http://schemas.openxmlformats.org/officeDocument/2006/relationships/slide" Target="/ppt/slides/slide12.xml" Id="R898543c874bf475a" /><Relationship Type="http://schemas.openxmlformats.org/officeDocument/2006/relationships/slide" Target="/ppt/slides/slide13.xml" Id="R60ceb286b06f47cf" /><Relationship Type="http://schemas.openxmlformats.org/officeDocument/2006/relationships/slide" Target="/ppt/slides/slide14.xml" Id="Rf5fb8d62c1044cf8" /><Relationship Type="http://schemas.openxmlformats.org/officeDocument/2006/relationships/slide" Target="/ppt/slides/slide15.xml" Id="Rff96b4a6db464485" /><Relationship Type="http://schemas.openxmlformats.org/officeDocument/2006/relationships/slide" Target="/ppt/slides/slide16.xml" Id="Ra0592d6b35124073" /><Relationship Type="http://schemas.openxmlformats.org/officeDocument/2006/relationships/slide" Target="/ppt/slides/slide17.xml" Id="R37e59197c63142d6" /><Relationship Type="http://schemas.openxmlformats.org/officeDocument/2006/relationships/slide" Target="/ppt/slides/slide18.xml" Id="R7409ba80759e4c0d" /><Relationship Type="http://schemas.openxmlformats.org/officeDocument/2006/relationships/slide" Target="/ppt/slides/slide19.xml" Id="R8021e9019dd64dd1" /><Relationship Type="http://schemas.openxmlformats.org/officeDocument/2006/relationships/slide" Target="/ppt/slides/slide20.xml" Id="Rd923b52e7c2f4f84" /><Relationship Type="http://schemas.openxmlformats.org/officeDocument/2006/relationships/slide" Target="/ppt/slides/slide21.xml" Id="Ra5008513fa874197" /><Relationship Type="http://schemas.openxmlformats.org/officeDocument/2006/relationships/slide" Target="/ppt/slides/slide22.xml" Id="Rad141cf627ee4480" /><Relationship Type="http://schemas.openxmlformats.org/officeDocument/2006/relationships/slide" Target="/ppt/slides/slide23.xml" Id="R33231ef92e5a42a0" /><Relationship Type="http://schemas.openxmlformats.org/officeDocument/2006/relationships/slide" Target="/ppt/slides/slide24.xml" Id="R5cef459c98aa44db" /><Relationship Type="http://schemas.openxmlformats.org/officeDocument/2006/relationships/slide" Target="/ppt/slides/slide25.xml" Id="R068f79bda65c4072" /><Relationship Type="http://schemas.openxmlformats.org/officeDocument/2006/relationships/slide" Target="/ppt/slides/slide26.xml" Id="R3e835519c7724085" /><Relationship Type="http://schemas.openxmlformats.org/officeDocument/2006/relationships/slide" Target="/ppt/slides/slide27.xml" Id="Reb8d654bd0434d78" /><Relationship Type="http://schemas.openxmlformats.org/officeDocument/2006/relationships/slide" Target="/ppt/slides/slide28.xml" Id="R0c19c250bd184712" /><Relationship Type="http://schemas.openxmlformats.org/officeDocument/2006/relationships/slide" Target="/ppt/slides/slide29.xml" Id="R73e1e29c0dde471d" /><Relationship Type="http://schemas.openxmlformats.org/officeDocument/2006/relationships/slide" Target="/ppt/slides/slide30.xml" Id="Re8c30ff8e7fe451a" /><Relationship Type="http://schemas.openxmlformats.org/officeDocument/2006/relationships/slide" Target="/ppt/slides/slide31.xml" Id="Rc3d7937e54624e34" /><Relationship Type="http://schemas.openxmlformats.org/officeDocument/2006/relationships/slide" Target="/ppt/slides/slide32.xml" Id="Re7c5ba4dd5994e4f" /><Relationship Type="http://schemas.openxmlformats.org/officeDocument/2006/relationships/slide" Target="/ppt/slides/slide33.xml" Id="Rdbf3790f04a34d2b" /><Relationship Type="http://schemas.openxmlformats.org/officeDocument/2006/relationships/slide" Target="/ppt/slides/slide34.xml" Id="Radf64aed89a54cef" /><Relationship Type="http://schemas.openxmlformats.org/officeDocument/2006/relationships/slide" Target="/ppt/slides/slide35.xml" Id="R62425d96ea2c44f9" /><Relationship Type="http://schemas.openxmlformats.org/officeDocument/2006/relationships/slide" Target="/ppt/slides/slide36.xml" Id="Rdc134d3b929248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a897dd85f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8a8947828451e" /><Relationship Type="http://schemas.openxmlformats.org/officeDocument/2006/relationships/notesMaster" Target="/ppt/notesMasters/notesMaster1.xml" Id="R899b7d588a23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0fb0ccdf654a32" /><Relationship Type="http://schemas.openxmlformats.org/officeDocument/2006/relationships/notesMaster" Target="/ppt/notesMasters/notesMaster1.xml" Id="R171f0dcf15f6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0c0c2f03c40ab" /><Relationship Type="http://schemas.openxmlformats.org/officeDocument/2006/relationships/notesMaster" Target="/ppt/notesMasters/notesMaster1.xml" Id="Rf99c4db02e6640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98ea34c7164bf3" /><Relationship Type="http://schemas.openxmlformats.org/officeDocument/2006/relationships/notesMaster" Target="/ppt/notesMasters/notesMaster1.xml" Id="R9e8aae4f4c0340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91cce340044bb9" /><Relationship Type="http://schemas.openxmlformats.org/officeDocument/2006/relationships/notesMaster" Target="/ppt/notesMasters/notesMaster1.xml" Id="R59bb6d2289db40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3e84cb17824916" /><Relationship Type="http://schemas.openxmlformats.org/officeDocument/2006/relationships/notesMaster" Target="/ppt/notesMasters/notesMaster1.xml" Id="Rb473e6f2247e4c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ec647408714614" /><Relationship Type="http://schemas.openxmlformats.org/officeDocument/2006/relationships/notesMaster" Target="/ppt/notesMasters/notesMaster1.xml" Id="Re81bce138ad64f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5238223f54407d" /><Relationship Type="http://schemas.openxmlformats.org/officeDocument/2006/relationships/notesMaster" Target="/ppt/notesMasters/notesMaster1.xml" Id="R793802d4779544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0ea24147a84fe4" /><Relationship Type="http://schemas.openxmlformats.org/officeDocument/2006/relationships/notesMaster" Target="/ppt/notesMasters/notesMaster1.xml" Id="R83d8ba04a01644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e566a5c7ce42aa" /><Relationship Type="http://schemas.openxmlformats.org/officeDocument/2006/relationships/notesMaster" Target="/ppt/notesMasters/notesMaster1.xml" Id="Re9f44916c07f41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81c606a29c4d50" /><Relationship Type="http://schemas.openxmlformats.org/officeDocument/2006/relationships/notesMaster" Target="/ppt/notesMasters/notesMaster1.xml" Id="Rcab3aa742ab94c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85e1a0ff154af1" /><Relationship Type="http://schemas.openxmlformats.org/officeDocument/2006/relationships/notesMaster" Target="/ppt/notesMasters/notesMaster1.xml" Id="R8ab619442ca64a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641ed672034257" /><Relationship Type="http://schemas.openxmlformats.org/officeDocument/2006/relationships/notesMaster" Target="/ppt/notesMasters/notesMaster1.xml" Id="R8efa793456ef46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dc6ecf7a9e4f35" /><Relationship Type="http://schemas.openxmlformats.org/officeDocument/2006/relationships/notesMaster" Target="/ppt/notesMasters/notesMaster1.xml" Id="R3132584885ae43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0507f49aae48ce" /><Relationship Type="http://schemas.openxmlformats.org/officeDocument/2006/relationships/notesMaster" Target="/ppt/notesMasters/notesMaster1.xml" Id="R04fd6576275a43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68959a863341b2" /><Relationship Type="http://schemas.openxmlformats.org/officeDocument/2006/relationships/notesMaster" Target="/ppt/notesMasters/notesMaster1.xml" Id="R829bff1d7c6446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c6d30b65ce49b9" /><Relationship Type="http://schemas.openxmlformats.org/officeDocument/2006/relationships/notesMaster" Target="/ppt/notesMasters/notesMaster1.xml" Id="R77dc2abd8f2f45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c257f9e89942cb" /><Relationship Type="http://schemas.openxmlformats.org/officeDocument/2006/relationships/notesMaster" Target="/ppt/notesMasters/notesMaster1.xml" Id="R923ebfc00af142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f2ead271244cad" /><Relationship Type="http://schemas.openxmlformats.org/officeDocument/2006/relationships/notesMaster" Target="/ppt/notesMasters/notesMaster1.xml" Id="R3ddb4891e27549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bfe92d8ea843f6" /><Relationship Type="http://schemas.openxmlformats.org/officeDocument/2006/relationships/notesMaster" Target="/ppt/notesMasters/notesMaster1.xml" Id="Rbd301c69e5494f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d7697106024cd7" /><Relationship Type="http://schemas.openxmlformats.org/officeDocument/2006/relationships/notesMaster" Target="/ppt/notesMasters/notesMaster1.xml" Id="R6f8a2f634ea64b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d1bddf6a8146b9" /><Relationship Type="http://schemas.openxmlformats.org/officeDocument/2006/relationships/notesMaster" Target="/ppt/notesMasters/notesMaster1.xml" Id="Rb044796f7afd49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c6691642c94632" /><Relationship Type="http://schemas.openxmlformats.org/officeDocument/2006/relationships/notesMaster" Target="/ppt/notesMasters/notesMaster1.xml" Id="R9ab7d6fd10c847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14015c34df4c7d" /><Relationship Type="http://schemas.openxmlformats.org/officeDocument/2006/relationships/notesMaster" Target="/ppt/notesMasters/notesMaster1.xml" Id="R4b6ac21e1a0543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3ef4e7f7b44bda" /><Relationship Type="http://schemas.openxmlformats.org/officeDocument/2006/relationships/notesMaster" Target="/ppt/notesMasters/notesMaster1.xml" Id="R6fb1e66960db49d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d4000027c4445e9" /><Relationship Type="http://schemas.openxmlformats.org/officeDocument/2006/relationships/notesMaster" Target="/ppt/notesMasters/notesMaster1.xml" Id="R15c0d66d133842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af344a7a4b44ab" /><Relationship Type="http://schemas.openxmlformats.org/officeDocument/2006/relationships/notesMaster" Target="/ppt/notesMasters/notesMaster1.xml" Id="R60477e9c768a47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1b62c06dc3b4b12" /><Relationship Type="http://schemas.openxmlformats.org/officeDocument/2006/relationships/notesMaster" Target="/ppt/notesMasters/notesMaster1.xml" Id="Rc6f19b37e2c340e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2de0a3bdb33472f" /><Relationship Type="http://schemas.openxmlformats.org/officeDocument/2006/relationships/notesMaster" Target="/ppt/notesMasters/notesMaster1.xml" Id="R669e5a202721492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f8540aba01486e" /><Relationship Type="http://schemas.openxmlformats.org/officeDocument/2006/relationships/notesMaster" Target="/ppt/notesMasters/notesMaster1.xml" Id="R79c7ef6494264b8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851a9d2f4ef42f5" /><Relationship Type="http://schemas.openxmlformats.org/officeDocument/2006/relationships/notesMaster" Target="/ppt/notesMasters/notesMaster1.xml" Id="R6f2c954453e1442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bc897f64204ebe" /><Relationship Type="http://schemas.openxmlformats.org/officeDocument/2006/relationships/notesMaster" Target="/ppt/notesMasters/notesMaster1.xml" Id="R18a1147bf067413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019d6e807f54703" /><Relationship Type="http://schemas.openxmlformats.org/officeDocument/2006/relationships/notesMaster" Target="/ppt/notesMasters/notesMaster1.xml" Id="R3cc868e496ed45f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209c07fec1542ec" /><Relationship Type="http://schemas.openxmlformats.org/officeDocument/2006/relationships/notesMaster" Target="/ppt/notesMasters/notesMaster1.xml" Id="R6434e80a76b3466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1e30fe07a374de6" /><Relationship Type="http://schemas.openxmlformats.org/officeDocument/2006/relationships/notesMaster" Target="/ppt/notesMasters/notesMaster1.xml" Id="Rd124f6ad3672437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02f0048b4ea40b5" /><Relationship Type="http://schemas.openxmlformats.org/officeDocument/2006/relationships/notesMaster" Target="/ppt/notesMasters/notesMaster1.xml" Id="R307bac0061a442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시작하자마자 인스턴스 Start부터 시키세요. 부팅에 2~3분, 접속 복구에 5분이 걸리니 복습 퀴즈와 데모를 그동안 진행합니다. 칠판 첫 줄에 콘솔에서 인스턴스 시작하고 새 퍼블릭 IP를 적으라고 써두세요.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프로젝트 착수 회차라고 시작할 때 선언하세요. 실습 B에서 팀, 도메인, 데이터, 문제 정의 네 가지가 확정됩니다. 팀은 오늘 이후로 바꿀 수 없다는 것도 미리 말해두세요.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물어보세요. 정확도를 5%p 올려야 하는데 하루가 주어졌다면 뭘 하겠냐고요. 대부분 모델 얘기를 합니다. 실무에서 답은 거의 항상 데이터라고 말하고 시작하세요.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대여 건수가 -1인 행이 0건인지 측정 실패인지 물어보세요. 둘은 완전히 다릅니다. 기온 999를 그대로 학습시키면 모델이 기온 999도일 때 대여량이 폭증한다고 배운다는 예가 학생들에게 잘 먹힙니다.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CSV를 열어서 이상한 행 몇 개를 지우고 저장한 뒤 3주가 지나면 뭘 지웠는지 절대 기억나지 않는다는 이야기를 해주세요. processed 폴더는 통째로 지워도 스크립트를 다시 돌리면 나와야 정상입니다. 못 만든다면 사람 손이 숨어 있는 겁니다.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따릉이 데이터로 뭔가 재밌는 걸 해보겠다는 문장은 주제가 아니라고 못을 박으세요. 이 상태로는 모델을 만들 수도, 잘했는지 판단할 수도 없습니다. 입력에 미래 정보를 넣는 실수는 4주차에 데이터 누수라는 이름으로 다시 다룬다고 예고하세요.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불량이 1%인 공정에서 전부 정상이라고 찍는 모델의 정확도가 99%라는 예를 반드시 들어주세요. 아무것도 안 하는 모델이 99점을 받습니다. 지표는 여러 개를 봐도 되지만 판정용 주 지표는 하나여야 한다고 정리하세요.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문장을 칠판에 적어두고 수업 내내 지우지 마세요. 실습 B에서 순회할 때 각 팀에게 이 문장을 소리 내어 읽게 하면 빈칸이 어디인지 바로 드러납니다.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공공데이터포털에 올라와 있으니 괜찮지 않냐는 질문이 반드시 나옵니다. 공개된 데이터라도 이용약관이 있고 개인 식별 컬럼은 지우거나 익명화해야 한다고 답하세요. 애매하면 진행하지 말고 물어보라고 하세요.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주피터 셀을 위에서부터 스무 번 클릭하는 게 아니라 명령 한 줄로 다시 돌린다는 점이 핵심입니다. 50분이 지나면 스크립트가 오류 없이 끝나고 processed에 파일이 생긴 것까지만 확인하고 넘어갑니다. 데이터 카드는 과제로 돌립니다.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가상환경을 켜는 두 줄은 접속할 때마다 매번 쳐야 한다고 다시 상기시키세요. 지난주에 배웠지만 오늘 인스턴스를 새로 켠 학생 절반이 잊어버립니다. 프롬프트 앞의 표시를 눈으로 확인하게 하세요.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결과를 다 같이 보면서 temp_c 의 최댓값이 뭐냐고 물어보세요. 999가 나옵니다. 서울 기온이 999도인 날이 있었냐고 되물으면 학생들이 스스로 답을 찾습니다. rental_count 의 최솟값 -1도 같은 방식으로 짚어주세요.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번 돌려 같은 결과가 나오는 게 당연해 보이지만 주피터에서 셀 순서를 바꿔가며 작업하면 절대 이렇게 안 된다고 말해주세요. 이게 오늘 실습 A의 진짜 목표입니다.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결측은 평균으로 채우면 되지 않냐는 질문이 나오면 왜 비었는지를 먼저 봐야 한다고 답하세요. 센서 고장이면 채워도 되지만 그날 운영을 안 해서 빈 거면 0이 맞습니다. 판단 근거를 카드에 적는 게 오늘 과제입니다.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행은 원본 덮어쓰기 사고입니다. 발견하면 강사 버킷에서 원본을 다시 받게 하고, 왜 raw를 성역이라고 했는지 그 자리에서 다시 짚어주세요.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솔직하게 난이도를 말해주세요. A는 시간 순서를 지켜 나눠야 하고 미래 정보를 입력에 넣는 실수가 흔합니다. C는 대형 언어모델을 직접 학습하면 안 되고 TF-IDF와 로지스틱회귀로 분류한 뒤 요약만 API를 부르는 구조라고 못을 박으세요.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자유주제 승인은 오늘 실습 B 시간 안에 대면으로 받게 하세요. 이미지 딥러닝은 학습 시간과 비용 때문에 원칙적으로 비권장이고, 하려면 특징 추출만 쓰는 조건으로 승인합니다.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내는 건 완성본이 아니라 초안입니다. 빈칸이 있어도 제출하게 하세요. 최종본은 4주차 M1이고 10점입니다. 순회할 때는 각 팀에게 그 입력값을 예측하는 순간에 진짜로 알 수 있냐고 반드시 물어보세요.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이런 걸 하면 재밌겠다는 45분 뒤에 버리고 이 링크의 이 파일로 하겠다만 남긴다고 말하세요. 검색에 시간 쓰지 말고 사전 검증 목록에서 고르라고 하세요. 매년 가장 많은 실패 원인이 데이터를 못 구해서입니다.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작성한 문제정의서 초안이 4주차 M1의 골격입니다. 그리고 오늘 확보한 데이터가 12주 내내 쓰는 데이터라는 점을 강조하세요. 오늘 잘못 고르면 5주차쯤 갈아엎게 되고 그게 매년 실패의 1번 원인입니다.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태그를 실제 팀 번호로 바꿨는지 S3와 EC2 양쪽에서 확인시키세요. 학기 내내 비용 추적에 씁니다. 그리고 5주차 첫 시간에 팀별 3분 발표가 있다는 것도 지금 예고해두면 준비를 시작합니다.</a:t>
            </a:r>
            <a:endParaRPr/>
          </a:p>
          <a:p xmlns:a="http://schemas.openxmlformats.org/drawingml/2006/main">
            <a:r>
              <a:t>
[Sources]
- https://docs.aws.amazon.com/AmazonS3/latest/userguide/using-folders.html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https://docs.aws.amazon.com/AmazonS3/latest/userguide/using-folders.html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https://docs.aws.amazon.com/AmazonS3/latest/userguide/using-folders.html</a:t>
            </a:r>
          </a:p>
          <a:p xmlns:a="http://schemas.openxmlformats.org/drawingml/2006/main">
            <a:r>
              <a:t>- https://console.aws.amazon.com/s3/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Buckets</a:t>
            </a:r>
          </a:p>
          <a:p xmlns:a="http://schemas.openxmlformats.org/drawingml/2006/main">
            <a:r>
              <a:t>- 확인: 팀 버킷 이름 규칙 준비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https://console.aws.amazon.com/s3/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Create bucket</a:t>
            </a:r>
          </a:p>
          <a:p xmlns:a="http://schemas.openxmlformats.org/drawingml/2006/main">
            <a:r>
              <a:t>- 확인: 서울 리전과 버킷 이름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Create bucket → Object Ownership</a:t>
            </a:r>
          </a:p>
          <a:p xmlns:a="http://schemas.openxmlformats.org/drawingml/2006/main">
            <a:r>
              <a:t>- 확인: ACL 비활성화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Create bucket → Block Public Access</a:t>
            </a:r>
          </a:p>
          <a:p xmlns:a="http://schemas.openxmlformats.org/drawingml/2006/main">
            <a:r>
              <a:t>- 확인: 원본 데이터 공개 차단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Create bucket → Bucket Versioning</a:t>
            </a:r>
          </a:p>
          <a:p xmlns:a="http://schemas.openxmlformats.org/drawingml/2006/main">
            <a:r>
              <a:t>- 확인: 원본 보호를 위한 버전 관리 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Create bucket → Default encryption</a:t>
            </a:r>
          </a:p>
          <a:p xmlns:a="http://schemas.openxmlformats.org/drawingml/2006/main">
            <a:r>
              <a:t>- 확인: SSE-S3 또는 KMS 선택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IAM Access Analyzer</a:t>
            </a:r>
          </a:p>
          <a:p xmlns:a="http://schemas.openxmlformats.org/drawingml/2006/main">
            <a:r>
              <a:t>- 확인: 외부 공개 가능 항목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https://s3.console.aws.amazon.com/s3/access?region=ap-northeast-2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Access Points</a:t>
            </a:r>
          </a:p>
          <a:p xmlns:a="http://schemas.openxmlformats.org/drawingml/2006/main">
            <a:r>
              <a:t>- 확인: 팀별 접근 경로 분리 개념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https://s3.console.aws.amazon.com/s3/ap?region=ap-northeast-2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Storage Lens</a:t>
            </a:r>
          </a:p>
          <a:p xmlns:a="http://schemas.openxmlformats.org/drawingml/2006/main">
            <a:r>
              <a:t>- 확인: 객체 수와 저장 용량 지표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https://s3.console.aws.amazon.com/s3/lens?region=ap-northeast-2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Batch Operations</a:t>
            </a:r>
          </a:p>
          <a:p xmlns:a="http://schemas.openxmlformats.org/drawingml/2006/main">
            <a:r>
              <a:t>- 확인: 여러 객체 작업과 매니페스트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https://s3.console.aws.amazon.com/s3/jobs?region=ap-northeast-2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fc1b959e4440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6993fd4c14e60" /><Relationship Type="http://schemas.openxmlformats.org/officeDocument/2006/relationships/slideLayout" Target="/ppt/slideLayouts/slideLayout1.xml" Id="R8922aff944f44e1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22aff944f44e1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105fbc6b14dd9" /><Relationship Type="http://schemas.openxmlformats.org/officeDocument/2006/relationships/notesSlide" Target="/ppt/notesSlides/notesSlide1.xml" Id="Rea9c7c2441994a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f2208493544db" /><Relationship Type="http://schemas.openxmlformats.org/officeDocument/2006/relationships/notesSlide" Target="/ppt/notesSlides/notesSlide2.xml" Id="R943b5997b53b48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bf95dab274951" /><Relationship Type="http://schemas.openxmlformats.org/officeDocument/2006/relationships/notesSlide" Target="/ppt/notesSlides/notesSlide3.xml" Id="R4c5ca0b3cbd54e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ca28a51514879" /><Relationship Type="http://schemas.openxmlformats.org/officeDocument/2006/relationships/notesSlide" Target="/ppt/notesSlides/notesSlide4.xml" Id="R1f8d34cdb032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62f7db4d6463f" /><Relationship Type="http://schemas.openxmlformats.org/officeDocument/2006/relationships/notesSlide" Target="/ppt/notesSlides/notesSlide5.xml" Id="Raf639bdcb42243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15ac5a71f42ec" /><Relationship Type="http://schemas.openxmlformats.org/officeDocument/2006/relationships/notesSlide" Target="/ppt/notesSlides/notesSlide6.xml" Id="R3653b916a70e4e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dcc5e227a46e3" /><Relationship Type="http://schemas.openxmlformats.org/officeDocument/2006/relationships/notesSlide" Target="/ppt/notesSlides/notesSlide7.xml" Id="R43c620f928784f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40a99e0254885" /><Relationship Type="http://schemas.openxmlformats.org/officeDocument/2006/relationships/notesSlide" Target="/ppt/notesSlides/notesSlide8.xml" Id="R704159829fd740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cc802eb3a47a8" /><Relationship Type="http://schemas.openxmlformats.org/officeDocument/2006/relationships/notesSlide" Target="/ppt/notesSlides/notesSlide9.xml" Id="R60038c03926042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34c07cc66486a" /><Relationship Type="http://schemas.openxmlformats.org/officeDocument/2006/relationships/notesSlide" Target="/ppt/notesSlides/notesSlide10.xml" Id="Rb874e8c395c844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009d474b34b0f" /><Relationship Type="http://schemas.openxmlformats.org/officeDocument/2006/relationships/notesSlide" Target="/ppt/notesSlides/notesSlide11.xml" Id="R497940369ae344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7f45422244433" /><Relationship Type="http://schemas.openxmlformats.org/officeDocument/2006/relationships/notesSlide" Target="/ppt/notesSlides/notesSlide12.xml" Id="R58a7ae5fec094c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6e10da330462d" /><Relationship Type="http://schemas.openxmlformats.org/officeDocument/2006/relationships/notesSlide" Target="/ppt/notesSlides/notesSlide13.xml" Id="R3d21580bba704b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65d2bc44b4712" /><Relationship Type="http://schemas.openxmlformats.org/officeDocument/2006/relationships/notesSlide" Target="/ppt/notesSlides/notesSlide14.xml" Id="Rff491c31c26c4c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19bfcc63847cb" /><Relationship Type="http://schemas.openxmlformats.org/officeDocument/2006/relationships/notesSlide" Target="/ppt/notesSlides/notesSlide15.xml" Id="Rf35e0fff3e3d4c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1da8ef7fb4edf" /><Relationship Type="http://schemas.openxmlformats.org/officeDocument/2006/relationships/notesSlide" Target="/ppt/notesSlides/notesSlide16.xml" Id="Ra48abf1ec8e54e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9f2dc3f5c41d6" /><Relationship Type="http://schemas.openxmlformats.org/officeDocument/2006/relationships/notesSlide" Target="/ppt/notesSlides/notesSlide17.xml" Id="R2096c30fcfbd48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7810edbb245b5" /><Relationship Type="http://schemas.openxmlformats.org/officeDocument/2006/relationships/notesSlide" Target="/ppt/notesSlides/notesSlide18.xml" Id="R19dfc93a9a0f44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253de5cbf42e4" /><Relationship Type="http://schemas.openxmlformats.org/officeDocument/2006/relationships/notesSlide" Target="/ppt/notesSlides/notesSlide19.xml" Id="Rc427e1a83a6a42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3885109bc4726" /><Relationship Type="http://schemas.openxmlformats.org/officeDocument/2006/relationships/notesSlide" Target="/ppt/notesSlides/notesSlide20.xml" Id="R85d2cbe0fb8449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2cdd4a14a4238" /><Relationship Type="http://schemas.openxmlformats.org/officeDocument/2006/relationships/notesSlide" Target="/ppt/notesSlides/notesSlide21.xml" Id="R4bc5abfab22b4d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d65d2ca2f44e3" /><Relationship Type="http://schemas.openxmlformats.org/officeDocument/2006/relationships/notesSlide" Target="/ppt/notesSlides/notesSlide22.xml" Id="Ra1f298a9389646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bff9cb7394122" /><Relationship Type="http://schemas.openxmlformats.org/officeDocument/2006/relationships/notesSlide" Target="/ppt/notesSlides/notesSlide23.xml" Id="R0d7c7653f45a48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2ad2626f24c33" /><Relationship Type="http://schemas.openxmlformats.org/officeDocument/2006/relationships/notesSlide" Target="/ppt/notesSlides/notesSlide24.xml" Id="Rf133dddd6fcf428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d94326bdd4863" /><Relationship Type="http://schemas.openxmlformats.org/officeDocument/2006/relationships/notesSlide" Target="/ppt/notesSlides/notesSlide25.xml" Id="R59b210514ee84f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fc45cbbf04405" /><Relationship Type="http://schemas.openxmlformats.org/officeDocument/2006/relationships/image" Target="/ppt/media/image.jpeg" Id="R34b2f8e4be744096" /><Relationship Type="http://schemas.openxmlformats.org/officeDocument/2006/relationships/hyperlink" Target="https://console.aws.amazon.com/s3/" TargetMode="External" Id="R5ea8d9cd00b740a2" /><Relationship Type="http://schemas.openxmlformats.org/officeDocument/2006/relationships/hyperlink" Target="https://docs.aws.amazon.com/AmazonS3/latest/userguide/using-folders.html" TargetMode="External" Id="R30e02d7189484b69" /><Relationship Type="http://schemas.openxmlformats.org/officeDocument/2006/relationships/notesSlide" Target="/ppt/notesSlides/notesSlide26.xml" Id="Ra066b265181c4c7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c668987ea4f41" /><Relationship Type="http://schemas.openxmlformats.org/officeDocument/2006/relationships/hyperlink" Target="https://console.aws.amazon.com/s3/" TargetMode="External" Id="R9b5b79915aa6448c" /><Relationship Type="http://schemas.openxmlformats.org/officeDocument/2006/relationships/hyperlink" Target="https://docs.aws.amazon.com/AmazonS3/latest/userguide/create-bucket-overview.html" TargetMode="External" Id="R035000d553154618" /><Relationship Type="http://schemas.openxmlformats.org/officeDocument/2006/relationships/image" Target="/ppt/media/image2.jpeg" Id="R9221937aada54413" /><Relationship Type="http://schemas.openxmlformats.org/officeDocument/2006/relationships/notesSlide" Target="/ppt/notesSlides/notesSlide27.xml" Id="R4310ddbcd38949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d8c40c900448d" /><Relationship Type="http://schemas.openxmlformats.org/officeDocument/2006/relationships/hyperlink" Target="https://s3.console.aws.amazon.com/s3/bucket/create?region=ap-northeast-2" TargetMode="External" Id="R15ce051bc07448f9" /><Relationship Type="http://schemas.openxmlformats.org/officeDocument/2006/relationships/hyperlink" Target="https://docs.aws.amazon.com/AmazonS3/latest/userguide/create-bucket-overview.html" TargetMode="External" Id="Rd8b40f24f08c4eeb" /><Relationship Type="http://schemas.openxmlformats.org/officeDocument/2006/relationships/image" Target="/ppt/media/image3.jpeg" Id="R8db9b75c7fc543b0" /><Relationship Type="http://schemas.openxmlformats.org/officeDocument/2006/relationships/notesSlide" Target="/ppt/notesSlides/notesSlide28.xml" Id="R68c786febf0a4fb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2db04a49242b2" /><Relationship Type="http://schemas.openxmlformats.org/officeDocument/2006/relationships/hyperlink" Target="https://s3.console.aws.amazon.com/s3/bucket/create?region=ap-northeast-2" TargetMode="External" Id="Rdd0a943dbead4948" /><Relationship Type="http://schemas.openxmlformats.org/officeDocument/2006/relationships/hyperlink" Target="https://docs.aws.amazon.com/AmazonS3/latest/userguide/create-bucket-overview.html" TargetMode="External" Id="Rd75d38417db64a24" /><Relationship Type="http://schemas.openxmlformats.org/officeDocument/2006/relationships/image" Target="/ppt/media/image4.jpeg" Id="R9cfa0ae750f14278" /><Relationship Type="http://schemas.openxmlformats.org/officeDocument/2006/relationships/notesSlide" Target="/ppt/notesSlides/notesSlide29.xml" Id="Ra4acef37d167424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a976b64714fa9" /><Relationship Type="http://schemas.openxmlformats.org/officeDocument/2006/relationships/hyperlink" Target="https://s3.console.aws.amazon.com/s3/bucket/create?region=ap-northeast-2" TargetMode="External" Id="Re88221d079c344c2" /><Relationship Type="http://schemas.openxmlformats.org/officeDocument/2006/relationships/hyperlink" Target="https://docs.aws.amazon.com/AmazonS3/latest/userguide/create-bucket-overview.html" TargetMode="External" Id="R52a26ddab1b9419b" /><Relationship Type="http://schemas.openxmlformats.org/officeDocument/2006/relationships/image" Target="/ppt/media/image5.jpeg" Id="Rfef0326dfd97478a" /><Relationship Type="http://schemas.openxmlformats.org/officeDocument/2006/relationships/notesSlide" Target="/ppt/notesSlides/notesSlide30.xml" Id="Rac79b933f22143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fceea199a45b4" /><Relationship Type="http://schemas.openxmlformats.org/officeDocument/2006/relationships/hyperlink" Target="https://s3.console.aws.amazon.com/s3/bucket/create?region=ap-northeast-2" TargetMode="External" Id="Rc202999f603d4ff5" /><Relationship Type="http://schemas.openxmlformats.org/officeDocument/2006/relationships/hyperlink" Target="https://docs.aws.amazon.com/AmazonS3/latest/userguide/create-bucket-overview.html" TargetMode="External" Id="R23d43254f0b24641" /><Relationship Type="http://schemas.openxmlformats.org/officeDocument/2006/relationships/image" Target="/ppt/media/image6.jpeg" Id="Rb2038e37ef9342ea" /><Relationship Type="http://schemas.openxmlformats.org/officeDocument/2006/relationships/notesSlide" Target="/ppt/notesSlides/notesSlide31.xml" Id="Re63a040ae362485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1f03a957446ec" /><Relationship Type="http://schemas.openxmlformats.org/officeDocument/2006/relationships/hyperlink" Target="https://s3.console.aws.amazon.com/s3/bucket/create?region=ap-northeast-2" TargetMode="External" Id="R28211d938e7541fc" /><Relationship Type="http://schemas.openxmlformats.org/officeDocument/2006/relationships/hyperlink" Target="https://docs.aws.amazon.com/AmazonS3/latest/userguide/create-bucket-overview.html" TargetMode="External" Id="R8dd66650117f488c" /><Relationship Type="http://schemas.openxmlformats.org/officeDocument/2006/relationships/image" Target="/ppt/media/image7.jpeg" Id="R4ab45c350628456f" /><Relationship Type="http://schemas.openxmlformats.org/officeDocument/2006/relationships/notesSlide" Target="/ppt/notesSlides/notesSlide32.xml" Id="R3c763cf5f6a346f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ab28437bc417c" /><Relationship Type="http://schemas.openxmlformats.org/officeDocument/2006/relationships/hyperlink" Target="https://s3.console.aws.amazon.com/s3/access?region=ap-northeast-2" TargetMode="External" Id="R3b0abdeb108a4515" /><Relationship Type="http://schemas.openxmlformats.org/officeDocument/2006/relationships/hyperlink" Target="https://docs.aws.amazon.com/AmazonS3/latest/userguide/create-bucket-overview.html" TargetMode="External" Id="R518f5ec08f274766" /><Relationship Type="http://schemas.openxmlformats.org/officeDocument/2006/relationships/image" Target="/ppt/media/image8.jpeg" Id="R8a59d7695b5548eb" /><Relationship Type="http://schemas.openxmlformats.org/officeDocument/2006/relationships/notesSlide" Target="/ppt/notesSlides/notesSlide33.xml" Id="R5480387e40914be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5921cb5d64604" /><Relationship Type="http://schemas.openxmlformats.org/officeDocument/2006/relationships/hyperlink" Target="https://s3.console.aws.amazon.com/s3/ap?region=ap-northeast-2" TargetMode="External" Id="R3b70f830d4934964" /><Relationship Type="http://schemas.openxmlformats.org/officeDocument/2006/relationships/hyperlink" Target="https://docs.aws.amazon.com/AmazonS3/latest/userguide/create-bucket-overview.html" TargetMode="External" Id="R5660d79abc3b4997" /><Relationship Type="http://schemas.openxmlformats.org/officeDocument/2006/relationships/image" Target="/ppt/media/image9.jpeg" Id="R81feb9cc9b0c4a78" /><Relationship Type="http://schemas.openxmlformats.org/officeDocument/2006/relationships/notesSlide" Target="/ppt/notesSlides/notesSlide34.xml" Id="R7ca26e47b7314e6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9d6d93238473d" /><Relationship Type="http://schemas.openxmlformats.org/officeDocument/2006/relationships/hyperlink" Target="https://s3.console.aws.amazon.com/s3/lens?region=ap-northeast-2" TargetMode="External" Id="R6c0c48228942422b" /><Relationship Type="http://schemas.openxmlformats.org/officeDocument/2006/relationships/hyperlink" Target="https://docs.aws.amazon.com/AmazonS3/latest/userguide/create-bucket-overview.html" TargetMode="External" Id="R0a838402c5334344" /><Relationship Type="http://schemas.openxmlformats.org/officeDocument/2006/relationships/image" Target="/ppt/media/image10.jpeg" Id="Rca6f5854cd3a412b" /><Relationship Type="http://schemas.openxmlformats.org/officeDocument/2006/relationships/notesSlide" Target="/ppt/notesSlides/notesSlide35.xml" Id="R557bade0616e4d6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2d99a00b34797" /><Relationship Type="http://schemas.openxmlformats.org/officeDocument/2006/relationships/hyperlink" Target="https://s3.console.aws.amazon.com/s3/jobs?region=ap-northeast-2" TargetMode="External" Id="R9fa1ebbf1a834bce" /><Relationship Type="http://schemas.openxmlformats.org/officeDocument/2006/relationships/hyperlink" Target="https://docs.aws.amazon.com/AmazonS3/latest/userguide/create-bucket-overview.html" TargetMode="External" Id="R53425f44aa624e71" /><Relationship Type="http://schemas.openxmlformats.org/officeDocument/2006/relationships/image" Target="/ppt/media/image11.jpeg" Id="Rb047fa7fc00a4d9c" /><Relationship Type="http://schemas.openxmlformats.org/officeDocument/2006/relationships/notesSlide" Target="/ppt/notesSlides/notesSlide36.xml" Id="R0ad5b28c238640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BD4581C-D34A-45A8-90F1-97D87D77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094A023-922F-473B-A59D-C81F0E55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4F0F107-12C6-49C5-B4DC-05D02166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03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B49B2A-C36F-4CEB-BE74-13488D54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파이프라인과 문제 정의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721FB8-7ABB-4AE3-AC62-35FD4CFC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다시 돌릴 수 있는 전처리 스크립트를 만들고, 팀 주제를 ML 문제로 정의할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A798687-C4FC-46EB-A635-8F426595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E851CB-6B48-422D-A3EC-50EC5CED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EC98C6-9F22-4B70-9938-42C9ACEF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2001070301_19v1.1   2001070301_19v1.2   2001070303_19v1.3   2001070304_19v1.1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492017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C8F6C0-F996-4133-A1B3-7483961D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462397-009E-4B59-8E48-E47D3640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오늘부터 팀 프로젝트가 시작됩니다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132ACB-9A54-4391-9B5B-CB8AE386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906D0B6-709B-463F-9086-6DBFB10A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복습 + 결과물 데모 (인스턴스 Start 동시)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11701C0-81E7-4BFD-A795-D6278BC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DBB2AE-F88D-472B-B1BC-15C81DF4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0B2CBB-707D-4ADA-B999-EB63F4BF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데이터 품질 · 저장 규칙 · ML 문제 · 데이터 카드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01D266C-5723-4551-B157-15C0953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3F6AD18-9ECD-4DC0-8501-E64885A3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C4590DF-6075-4F34-968F-C52A3EEA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C777A17-8885-406A-B7E4-56341313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CDF131B-3D80-4D1D-85B2-30559B1B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3BF3D16-D925-43E8-827F-EE5244E9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전처리 스크립트 1개 완성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85E7275-D9E2-4607-ABAC-174A73CE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FA1012B-6A39-44B5-8295-73132BE3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7134C44-CEEA-4974-907E-6DEC5ED0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08EB533-D260-4DCB-A57F-B69C5E53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C554F6E-7579-40F4-8AC3-66FD9497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9A21633-3E68-4F84-8B09-6923AA3B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팀 확정 · 도메인 · 데이터 · 문제정의서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D05694-2160-440D-9A27-24F07B20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70555C1-C1F9-4BB8-96AC-398415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96D16E8-66C2-4521-9465-563E46A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제출 + 다음 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E256C59-7EFC-4F5C-9AC2-036F4962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239DA99-412F-4558-AF56-D2E9501D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5877484-B880-4EC0-B213-415DE959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 정리 타임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53AD539-EC3F-4B2B-ABB3-0DD7E530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F16B9AA-70F0-4D31-BB55-E9C48D78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E51ED4D-8117-4F44-AD47-3565BCC9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48796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E2B6C5-38F5-4E26-A1DC-113C3102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889672-C935-4F10-9A56-73A79714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F5143EC-9B6D-4832-99C3-630EADD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데이터가 먼저다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307A8B-3869-404B-ABBA-10F52EFC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오늘 이론이 M1 문제정의서의 뼈대입니다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91331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702AD4-4022-441D-B7D2-D3900A4E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정확도 92%가 나와도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92%가 뭘 뜻하는지 모릅니다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8C79B7-4428-4374-8410-7067B801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데이터를 안 보고 모델부터 돌리면 생기는 일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897029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EB377-C50E-46FA-849C-072C04EB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모델보다 데이터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A0633E-55E5-4EE7-BDC5-2DE3EF7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성능을 가르는 건 대개 데이터 품질입니다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DE9196-E095-4492-A357-F986DDDB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F18574D-7D04-4397-B8B9-5256A4AB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D9E630-575E-4DF0-B68E-F3990D9E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모델을 바꾸면 잘해야 1~2%p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360863-6992-452E-9F60-E52AEA1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결측이 -1로 채워진 걸 발견해 고치면 10%p가 오른다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5521D2F-F1BD-49F5-90CD-215F7F5D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03EF8CE-2DCE-4F8E-AB71-C679F5E2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85B0741-ADAA-4822-94FB-8B25EBF6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함정 1 — 의미 있는 이상값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26B515-FFE0-4C3F-917D-07BE5639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기온 999는 센서 고장 표시다. 그대로 학습하면 안 된다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30AFBFF-B147-4E08-9D8D-90830444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3A54C31-4DFD-4AB0-AB04-C0D1E659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D1AC091-BA56-4967-9634-0677545B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함정 2 — 결측의 의미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73B2C2E-21EA-4DAA-AFF4-BA93F96F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0인가 미측정인가. 둘은 완전히 다르다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D4EACD0-36E2-4225-A7F5-CD70B2E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525EB6C-9390-43A6-B979-4D551CE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DF687C5-92FE-49BA-BF12-D8553F38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함정 3 — 단위·시간대 불일치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EC661A7-9715-49A3-91B2-3804E392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같은 컬럼인데 단위가 섞여 들어온 경우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DC89381-80A0-4FE1-ADFB-948BF51A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908251-4E91-41F5-91B5-B21CF9D3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7F3FDE6-F13B-46C7-ADB1-95D8B3B7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이 과목의 평가 기준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3986443-1DAB-4ADF-B770-015678FF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정확도가 아니라 재현성과 설명 가능성이다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655E7C4-CF95-4C31-8BBD-A12A6114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453F54F-F3A5-4A15-A412-E448F49F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새 데이터를 만나면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E895095-33B6-4B67-AE13-1CAEC54D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describe() 를 먼저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isna() 를 그다음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min/max에서 함정이 잡힌다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3B33893-5764-413A-95CC-12784404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466701E-C16A-4C73-A3D5-A6A41E02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330412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A81E8B4-2D2C-42F0-8D4E-26FA383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데이터가 흘러가는 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79F4E1-0483-441E-AD8C-1BDA7AF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화살표에 붙은 것은 사람 손이 아니라 스크립트입니다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C65582F-0084-4390-BA95-814B8C2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5BBC34E-12B8-4BA6-B4A9-93ED881A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177EA6-1898-4BB7-9215-37962298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F00BEB0-CA20-4088-80FB-5540562B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raw/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E9A09A-E4DA-4459-917B-E3EAAB7A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받은 그대로. 수정·덮어쓰기·삭제 금지인 성역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882C98E-3A95-4E7B-B40B-8C21313A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0E2B13-C41C-4ECB-9439-F1A74E3F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2E9A98-3D93-4D8C-95AD-5C638259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69D89C8-A1FF-482C-94DF-A880AE9F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preprocess.py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A106DB6-A590-4C7B-8022-64BA166B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결측·이상치 처리, 타입 변환, 파생변수 생성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5E65C2E-8BDB-4D21-AC26-0058CA6D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F73468-57D8-4558-8E49-D639861E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C452790-B933-47CF-8DD2-D2879379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129A5B-7FB4-41E2-8F4B-18279346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processed/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079FBD4-7AFB-4AA6-8465-92022A82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학습에 바로 쓸 수 있는 상태. 스크립트로만 만들어진다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EA3DE4-B8EE-448C-B491-1D9B47A5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D560924-1822-4747-8B03-2396AEF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6C825FC-BA9D-423F-94B5-AA6D9717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5F12CA6-7FE2-42A5-B14C-AFA97D4F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build_features.py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1A861C7-D775-4AC4-BC08-B11FE4DE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인코딩·스케일링·집계 (4~5주차에 붙는다)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71E6A3D-3EBB-49E3-8419-892A0BDB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115A9F7-6C24-4AA9-BB22-C97232C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6F07A4A-FE21-47F8-8FF3-188D28ED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8C1F7DB-88E2-4B56-BED7-135C173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features/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D8505D2-4B72-4EC5-BF57-DC069BC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 입력 직전의 숫자 행렬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1445B11-4C29-4466-AFD3-0291F50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DA33C27-EE33-4602-A9FD-9C964493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10141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DD9E46-0B98-4D0E-9636-370A6BAD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주제를 ML 문제로 바꾸는 네 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8DC2DD-6CC8-4CE4-B2F3-CF819D81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네 칸을 못 채우면 그건 아직 주제가 아닙니다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7CDB5EC-F670-4242-930C-1D877583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42B9AB-C859-4FAF-91CE-86F7AD61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B37BF8C-964B-47B3-A44E-3DAEF695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7B36130-2514-426D-B75E-A8DF0E96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입력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53748A-C5E2-4DD9-9076-DEAA01F3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예측하는 순간에 실제로 알 수 있는 값만 입력이 됩니다. 내일 대여량을 예측하면서 내일 실제 기온을 넣으면 안 됩니다.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90463F2-FD16-49E1-8426-C1D47C1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0BF503-199C-4568-B955-34924EE5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202D57-4470-4BB7-B10D-5FBD234E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6C4FC-28EC-4524-A570-0DB63239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출력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EA26BA8-64CF-450B-AAED-4BBA5FA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숫자를 맞히면 회귀, 어느 그룹인지 맞히면 분류입니다. 단위와 범위까지 적습니다. 1시간 동안의 대여 건수, 0 이상 정수.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C95413C-2F2C-472E-AAC2-810A57EF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1EC5ACC-D504-4FC8-AA46-2F73A597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67444AA-B36C-43B7-884E-D50308D6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88E8BD-1F6E-4ACC-8950-DA32CA4F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평가지표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057014-CB78-441E-814B-62A64098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무엇으로 잘했다고 판단할지입니다. 회귀에는 정확도가 없고, 불균형 분류에서는 정확도가 위험합니다.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37455D1-1917-4A54-8827-4F714662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66D7074-65BE-45F0-B77F-FB883383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2A662F-0E13-4F04-B5EE-1FDF5B67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5F81ED1-C84C-428E-9365-2C6B5CF3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성공 기준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6176966-D4FC-492C-873C-CB69886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잘 되면 좋겠다가 아니라 RMSE 15 이하처럼 숫자로 적습니다. 근거는 4주차에 만들 베이스라인에서 나옵니다.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C6D8076-BC4C-4F42-AD6D-F5BE4822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A479C93-6E91-424A-94BC-19F3E307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431127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3A02E0-8359-4D33-A87C-791B64B3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지표는 문제가 정합니다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BD864A-5B0B-444E-A4D9-FDE65CD5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습관적으로 정확도를 쓰지 않습니다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유형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지표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언제 쓰나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RMSE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큰 오차가 특히 치명적일 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MAE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오차를 똑같이 세고 싶을 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MAPE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오차를 퍼센트로 말해야 할 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 (균형)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Accuracy, F1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클래스가 고르게 있을 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 (불균형)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F1, Recall, PR-AUC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불량·이탈·사기처럼 소수 클래스가 중요할 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71AE99E-CB02-4815-BA1D-93DDE0E6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BA0417E-F472-47B6-8387-A9471F45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18008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425FFA-E8FA-442C-959A-4BEC8F95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우리는 [입력]을 받아 [출력]을 예측하고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[지표]로 [기준] 이상이면 성공이다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311682-BCF4-4E3F-BD89-28D495D8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오늘 팀이 채워야 할 문장은 이것 하나입니다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58356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B064FD-85A6-4597-9CD6-27A54F2D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데이터 카드는 데이터의 신분증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CC8B51-0853-4171-A0E8-18483F0C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만들 두 번째 산출물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AC9D47-B466-4E35-991B-08DDE36A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84E4D4-3C31-4ACF-8A39-548E3957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E04C15-B50D-4E9B-90D2-ADBBBE46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세 사람을 위해 쓴다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B341A9-2936-4956-8A0B-22DF36E2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3주 뒤의 나 · 팀원 · 그리고 법적 안전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04E7058-385D-4E81-9455-9016792E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E6B1B9-A06F-4602-9729-7F139F58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9E34D7-A688-48FD-AD02-265F72AA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필수 세 항목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7E12E59-920A-4E9A-B7A5-EF492271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출처 URL · 라이선스 · 개인정보 포함 여부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9AED95E-8D00-4464-A5A1-09206EA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8E9F393-7CB6-4D50-8301-C89AA4E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E129E4-14DD-46F3-BCB3-26974B2B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처리 이력에는 왜 를 적는다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C63B679-F500-4297-BAA2-B4BB4897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무엇을 바꿨는지만 적으면 절반만 쓴 것이다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1B470D7-EB1E-4F45-86BF-8586C964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F7C3FF-738E-4FAB-9B66-F401097C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B0C125E-4DEC-4342-97BF-33F8F7A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알려진 품질 문제를 전부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5BC54CD-E060-442B-ABAB-5863DD09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찾은 -1, 999, 결측을 건수까지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63B607A-6A10-47C1-8568-3D273C88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400BE6-FD7A-4184-B94B-12FD9D2F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C94EF71-10FF-408A-A243-F0877CFD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개인정보는 지우거나 익명화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71DBBBA-4F81-4BBF-B2D3-67B76CA9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위반 데이터를 쓰면 프로젝트 점수 0점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D8CECF3-728D-41FD-B273-E993C07A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F390E54-B361-4223-ADEB-36C18074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컬럼 사전에 적을 것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3135AB8-FD52-4B0A-AB4D-21C7301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컬럼명과 타입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의미와 단위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결측률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목표 변수 표시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9A8460C-004F-4EA1-B5AE-2F5B7EA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41DC1B3-E188-4C34-BE5C-20FC609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8174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592105-F115-4B9A-A31D-30D209CD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6CE10E-ACE0-40CD-99FB-9D2E03ED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E720656-E61F-43A0-9213-906CF443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전처리 스크립트 완성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8AEBE6C-9261-4ABA-A352-BB019390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622596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555A93-7794-4CD1-9C07-BDF1AA29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0931B5-53A9-4500-825D-CD8CDF9F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오늘의 목표는 명령어 한 줄로 다시 돌아가는 스크립트입니다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D65C6E-6681-4E7D-90D0-9F2FE6F5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4C65965-A958-47A2-8215-A8AD5FE5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41D0BB2-CF46-41F9-AA2E-581E71E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1A67FA-E0DB-459C-B332-5E9ED71B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서버 준비와 데이터 적재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B65EFF-0C56-47F4-A1EF-E019B98E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인스턴스 Start → 접속 → 가상환경 → raw/ 에 업로드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12AB2B8-5422-49D7-AB5B-95A0480B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C0B92F2-6512-4B6F-B7BF-A20C95C5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189A40-12D5-45F0-A3A8-D74A631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FFDC05-176F-4153-9031-10E6AE83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데이터 훑어보기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4E017AF-8353-4CC4-9FCA-1331133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describe() 와 isna() 로 -1, 999, 결측을 찾아낸다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0A5A9A5-BD4A-4B30-AFD9-1D101B46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8B4C267-7E66-4707-9703-ACB92DA9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71BA37-2E3C-49E4-A272-D7093A6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8343760-9258-4BEA-87D4-DAFFB23A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전처리 스크립트 작성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EA6689-1444-43A7-AE98-B5BABAEB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배포된 골격에서 TODO 다섯 곳만 직접 채운다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AC7645D-3301-492E-80E8-8F250DE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F7C0F2E-1BF3-41CB-86F5-F5AFD555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6A1CF5D-1D71-42AF-82C4-AC9E941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4DC3FE3-1F33-412F-82BD-E2B8298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두 번 실행해 결과 비교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D51C418-6B1D-4D34-8452-6FD694E5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행 수가 똑같아야 재현성이 확보된 것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4BC31E5-9F93-40AC-B335-D29545C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6BC09CB-B59E-43D6-A8E4-8994DD4D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EC62690-B498-4868-B409-F2289C8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52EF4A2-2B83-4EC7-AD4C-D2FECE2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데이터 카드 작성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3111408-9AC3-4EB4-8ED1-B92D47EA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스크립트가 출력한 숫자를 그대로 옮겨 적는다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4EAE93F-6BC7-4FF2-8CDF-A4B40830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896D095-C853-481F-918F-4539975E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438060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196ABC-DFD5-4DC2-8B30-BD0884EB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데이터를 raw/ 에 올리고 스크립트 돌리기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25CDC9-5EF1-49E5-BDC4-2DB525A1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원본은 올려두고 그다음부터 손대지 않습니다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B4BB8D-714A-4B30-B2AF-518244D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32C17C-FA87-4A56-A6CA-A1F04818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E5CE9D-A80D-4C51-8AA8-B760EEA0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매 수업 시작 루틴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cd ~/work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source .venv/bin/activate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configure get region        # ap-northeast-2 가 나와야 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공통 데이터를 받아 눈으로 먼저 확인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mkdir -p ~/work/w03 &amp;&amp; cd ~/work/w03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-o bike_rental_2024.csv "&lt;강사 배포 URL&gt;"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head -3 bike_rental_2024.csv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raw/ 에 올린다. 원본은 여기 두고 손대지 않는다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cp bike_rental_2024.csv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s3://mlops-2026-&lt;학번&gt;/raw/bike_rental_2024.csv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스크립트를 두 번 돌려 결과가 같은지 본다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 preprocess.py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 preprocess.py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8CF0228-B384-4EB6-A48C-1E17B9C7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두 번째 실행의 행 수가 첫 번째와 같으면 재현성이 확보된 것입니다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1C9AA8-D07E-4C92-87EE-5177FB0E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FDE491-8118-4506-A9E5-7300603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26810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0BE041-D773-47A7-896B-CA772CDE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새 데이터를 만나면 이 다섯 줄부터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1B4742-1D04-415C-9D1A-8B160293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데이터에서도 제일 먼저 돌릴 코드입니다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E94246D-E46B-4C66-8795-0D217B66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3C9BAA0-7ED6-4337-A124-E6942CD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51FC0D5-FB63-4EA5-BFE7-C254060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pandas as pd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BUCKET = "mlops-2026-&lt;학번&gt;"          # 본인 버킷으로 수정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 = pd.read_csv(f"s3://{BUCKET}/raw/bike_rental_2024.csv")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df.shape                 # 행, 열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df.columns.tolist()      # 컬럼 이름 목록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df.info()                # 타입 + 결측 개수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df.isna().mean() * 100   # 컬럼별 결측 비율(%)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df.describe().T          # 숫자 요약 — 여기서 -1, 999 가 잡힌다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df.duplicated().sum()    # 중복 행 개수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이상 패턴이 몇 건인지 세어본다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print((df["rental_count"] &lt; 0).sum())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print((df["temp_c"] &gt;= 900).sum())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901DDBD-F297-4970-8EC5-2E410114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한글이 깨지면 encoding="cp949" 를 붙입니다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A37FF9-80FF-47E2-9614-F2C594DC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E5FEBE-017C-4F4A-881B-9F3122B0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720978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204BAF-C566-4FCD-99E4-9DF50AE7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재현성 확인 방법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ED5550-3F59-413A-B6AE-0F586D23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두 번</a:t>
            </a:r>
            <a:endParaRPr sz="9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2D1D147-7382-4529-A39B-A6937B2A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돌려서 행 수가 같으면 확보된 것입니다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B5F00BB-DB99-4979-9FB4-8DD5C16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다르다면 raw/ 를 건드렸거나 코드에 무작위성이 섞인 것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processed/ 는 통째로 지워도 스크립트로 다시 만들 수 있어야 정상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지웠는데 다시 못 만드는 폴더가 있다면 사람 손이 숨어 있다는 뜻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파일명은 데이터셋_기간_단계 규칙. 최종_진짜최종 은 만들지 않는다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3269368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677B95-B612-4E5D-AA79-26EE1944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정제 함수의 핵심 — 무엇을 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D76A0C-0829-4A86-98D9-1FB6C457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 줄의 이유를 데이터 카드에 그대로 옮겨 적습니다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742245-544C-401E-BB8F-11D0FCF2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7AAC095-3595-4C54-A629-837AD7EA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ED1D0E-1EC0-4807-8B26-777E9187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def clean(df):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df = df.copy()   # 원본 DataFrame을 건드리지 않는다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# 센서 오류값 999 는 결측으로 바꾼다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df.loc[df["temp_c"] &gt;= 900, "temp_c"] = np.nan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# 목표 변수의 음수(-1 = 미집계)는 행 자체를 버린다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df = df[df["rental_count"] &gt;= 0]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# 강수량 결측은 0 으로 (미보고 = 무강수로 판단)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df["precip_mm"] = df["precip_mm"].fillna(0.0)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# 기온은 앞뒤 값으로 보간 (연속적으로 변하는 값)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df = df.sort_values("rent_dt")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df["temp_c"] = df["temp_c"].interpolate(limit_direction="both")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assert df.isna().sum().sum() == 0, "결측이 남아 있다"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return df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21BFF4-4185-45DE-9C6C-0FDCC7A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목표 변수의 결측은 채우지 않고 행을 버립니다. 가짜 패턴을 배우기 때문입니다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4C3A7A6-2DA6-4F38-8F68-466BCD86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3A2D20A-BFA8-4AE2-8F3B-6360596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88400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AFA507-2773-451B-9DC9-4CAEAA1D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A294BD-6197-44DF-A4BE-91EA57CE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ModuleNotFoundError: pandas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가상환경을 안 켠 상태로 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 ~/work 후 source .venv/bin/activate 하고 재실행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NoCredentialsError / AccessDenied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IAM 역할 미연결 또는 버킷 이름 오타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aws sts get-caller-identity 로 신원 확인 후 BUCKET 재확인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FileNotFoundError: s3://.../raw/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업로드가 안 됐거나 키 경로 오타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aws s3 ls 로 실제 파일명 확인. 대소문자까지 일치해야 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SettingWithCopyWarning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필터링한 DataFrame을 다시 수정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clean 첫 줄에 df = df.copy() 가 있는지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assert 에서 결측 남음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보간이 양 끝값을 못 채움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limit_direction 옵션 확인. 남으면 dropna 후 카드에 기록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번 돌렸는데 행 수가 다름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raw/ 대신 processed/ 를 읽고 있음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읽는 경로가 raw/ 를 가리키는지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8642D88-8325-4269-AAF9-2AF27766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3E8200-30EE-44DA-BC95-480A285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528291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D77AEB9-39B7-403A-9DDC-579DF7F7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F4CBFF-58E1-4272-8D99-C28E137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E95D309-9A16-424B-8EE9-3D31691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팀 프로젝트 착수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B20410-C810-4220-A89A-85202254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팀, 도메인, 데이터, 문제 정의를 오늘 확정합니다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719194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152B552-3705-46F6-A21F-511CDF8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도메인 세 가지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5ECD91-B3BC-4CC0-A778-0726D4C8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 안에 고릅니다. 결정 못 하면 B로 배정합니다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6E9AA3-62C5-4E94-958A-26BD2616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3060"/>
            <a:ext cx="5382616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46EB61-DA74-4CDF-A0ED-5DBF4EFA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608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6FE56A-1097-41F8-A65F-5FFC65BC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608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88518E-7271-44F3-A0DF-FF0D2C71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1842516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수요·가격 예측 (회귀)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8E6F34F-1AEE-4565-9222-8C0C6999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354580"/>
            <a:ext cx="433105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따릉이 대여량, 전력 수요, 농산물 가격. 오늘 실습 A와 구조가 같아 코드 재활용이 가장 쉽습니다. 지표는 RMSE 또는 MAE.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0388234-E200-49B0-8904-3A413ABB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623060"/>
            <a:ext cx="5382616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6C8C40-801A-44B0-B730-4F1310CB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18608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E5187BB-8FE9-4115-88A3-22B89884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18608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1B5F8C7-FE8A-45E2-B8A4-A8DF5FC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1842516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이탈·불량 분류 (분류)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CB3D52-85D8-4ACB-97A9-EB1D8CB8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354580"/>
            <a:ext cx="433105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고객 이탈, 공정 불량, 대출 상환. 가장 쉽습니다. 자신 없으면 이걸 고르세요. 지표는 F1과 Recall.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1F0089E-CE0A-429F-9DC2-FCCA15B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037DCBC-1D17-4D4E-AC67-B02EE4D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6EC2560-BC2B-49C3-A9A6-EC0162A3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14C46E-4719-417F-86D4-9C2A99B2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텍스트 리뷰 + 생성형 AI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106A7B4-1A7A-4292-9A3C-D77496F7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리뷰 감성 분류에 요약을 붙입니다. 11주차 Bedrock과 가장 잘 붙고 발표 반응이 좋습니다. 난이도는 가장 높습니다.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01D810F-B628-4B81-AC7A-95A5354F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FC8840A-6113-46B0-A250-9A0C1AF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745302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6244F2-5585-4503-8693-09EE0462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자유주제는 승인 조건 다섯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044D242-E6BF-4AD2-A75E-F3D54201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하나라도 빠지면 A·B·C 중에서 골라야 합니다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8309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조건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확인하는 방법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데이터를 오늘 실제로 확보 가능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다운로드 링크를 제시하고 그 자리에서 파일을 받아본다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정답(라벨)이 존재하거나 정의 가능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어느 컬럼이 목표 변수인지 손으로 지목한다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개인정보·저작권 문제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표기와 개인식별 컬럼 유무를 확인해 적는다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크기 500MB 이하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용량을 확인해 적는다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CPU로 10분 이내 학습 가능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 수와 열 수 규모로 판단. 대형 딥러닝 학습 금지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65DF23-3C55-45F0-8DDF-ABBCE4FA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A6C28C-993B-409B-AD47-4AF546FC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0435616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5A60BD-B1F3-4434-81F2-C94B95BB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문제정의서 작성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382DD0-9C4E-404A-8B77-40E4F741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순서대로 채워야 막히지 않습니다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DCB3294-0B69-4CFF-9AD6-36FE5DF9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012DB0-2471-4007-BFD5-B4278ACD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D582AE-FA8B-4F16-9813-A135F83B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3DCD79-A013-4B6E-AE7B-91A5E4BF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출력부터 정한다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CCC5233-B3F9-4E18-9A6C-A5730D6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맞히려는 값 하나를 단위와 범위까지 문장으로 쓴다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03128AF-AEB3-4266-9935-F1A95FA1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E9B4D6A-870C-4D6F-A7CC-BA6AC9E2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9B5B9A-1346-4887-93D8-21DD327A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03CDE47-44E6-4D70-AFD2-E249DCB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그 값이 어느 컬럼인지 지목한다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E067BAF-A55E-413A-8FEF-A4612FFE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없으면 만들 수 있는지 본다. 못 만들면 데이터를 바꾼다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3F3A5D3-9519-4A2C-8DB9-5772E8B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47012AF-C545-4529-B70F-3EE094C2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E700D29-933B-4309-B140-A25EBA6D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EF18F4F-1255-464B-B7BC-12BDBB96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입력을 나열한다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3ADAF4-7315-415F-87E4-EF8A9F42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각각에 대해 예측 시점에 알 수 있는지 자문하고 아니면 지운다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F12E5B-BDCB-41A1-9915-3ECEBD7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9D0B435-AC92-41ED-95AE-BFC3809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130C079-FD6B-4A08-B840-DBA0FE78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9E558D-7FFD-42F6-9235-598573AC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평가지표를 고른다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E9053F8-E984-4DAC-9196-CAB38BA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주 지표는 반드시 하나. 보조 지표는 따로 적는다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313A37C-FF9B-4B0E-881E-DD586E6C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3313C2D-AB76-464A-839E-DEDA4488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7A9931-A2DC-422D-BF72-CE2CFFA7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676A7E9-3C5F-477C-977D-55D0286D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성공 기준을 숫자로 적는다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959386E-D2E6-42AD-B88F-19BE82A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지금은 잠정치. 4주차 베이스라인 이후 확정한다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BFC200-5A1F-496F-A32E-3747E293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C5F9310-E8DF-4256-8465-6FF9DB81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3364448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62E949-BA5E-452E-8D9A-7F57B618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데이터 합격 기준 다섯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C76182-D40E-485D-9274-B0A4492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하나라도 실패하면 다음 후보로 넘어갑니다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8EBDA7-A2E5-4904-8712-590B0C63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D4CFADC-340C-4F61-959F-AFC849C2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ACB1617-0EE0-466F-9C2C-F4216873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다운로드가 된다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3D47B8-151D-461C-806B-9F61BA4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좋아 보인다로 끝내지 않는다. 파일을 실제로 받아본다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305E722-B9B9-4A4F-8C8E-320AEA56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C6D992-7D5D-4362-9988-5D74360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F3244C1-28C4-4830-86A5-51D93B0C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목표 변수가 컬럼으로 있다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7E0CD3D-1C70-40A5-A9F6-099E349C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컬럼명을 손가락으로 지목할 수 있어야 한다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6F629EC-81DB-43C0-AD66-EDBA0B72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2444EC-62CB-45DF-A83E-AAB81225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BE00DC3-5897-43E2-B4B7-9C6544CE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행 수 1,000 이상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C8DEEE-A146-4809-9DEF-DFC0363D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df.shape 로 확인한다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5F2DA3F-EACE-426A-A862-40C24644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6FEF65E-59EA-4859-B95C-0443B36A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02DDC3A-CB84-4038-AD09-F0887F78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용량 500MB 이하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58ED6BC-92CB-40E9-9967-A5AD219A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ls -lh 로 확인한다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D0861AF-7ADF-4AE9-9E41-3FC87D1F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0559EED-BCB2-49EC-BEB0-F7BED31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570BB0-F195-4E40-B6C0-8068E076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라이선스·개인정보 확인 완료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69AB9C0-1D28-43A2-8ED8-158509D6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출처 페이지의 이용조건을 캡처해 둔다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1DB9026-FC62-478B-9771-92081B4B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BBE9871-9477-437D-8D9A-77708AB6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순회 때 물어볼 세 가지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3E30BEF-B4B3-4B3B-A38E-D7EB5B03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그 입력, 예측 순간에 아나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라벨이 어느 컬럼인가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지금 받아서 열어봤나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23E2EA6-499E-4C23-885D-A5B6C2DC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F584CBF-35D5-4418-963A-28DD4FAA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0894390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84E9F2-BDC1-4C26-9F64-8B46E3B1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556C34-CDA3-4812-A5F5-4D47BCE6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개인 2건 + 팀 2건 · 총 2.0점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19B235A-9775-4A89-A14C-1CACF02E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B49E06F-7CE9-4CFB-BE09-D765FAC3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628AB5-A547-48A3-8659-A29DB70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preprocess.py 실행 화면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C896B6F-2044-4845-89AE-4A8AC4D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5단계 로그 전체 · 두 번 실행한 행 수가 같음이 보일 것 (개인)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A91424C-D39A-4D8B-8AFD-610B3FC5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0A92D9C-2CFF-4D8A-806E-91D2E16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A4C2752-CF33-4F09-80DD-4B1AFFE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data_card.md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41983EE-A56C-48BA-A71C-A809CE3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출처 URL · 라이선스 · 개인정보 · 처리 이력의 왜 (개인)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BBBC63B-C357-4D35-863E-B9684852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96E2738-8A60-4C8E-BD66-52AC7457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2EC131-6AB7-4813-8ADD-DCD5443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problem_statement_T&lt;NN&gt;.md 초안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929F46-C6D6-4BB0-84C9-A6CF7056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구성 · 도메인 · 데이터 링크 · 입출력 · 지표 · 성공기준 (팀)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2CF31F5-A3A5-488B-B932-AEA679A2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37AD7EC-916F-4214-8E92-5EFC1C3E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BEB9B6A-0D8E-4798-9FDB-015953E8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데이터가 올라간 raw/team/ 목록 화면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133060-1511-411E-BED7-59536917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(팀 대표 1인)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80C4CF3-2E7A-45AE-8144-60DF7BA3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C93819-4634-40C5-AA13-CE0B0928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477671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8A9B26-4749-41F3-9012-9C07B86D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4CA1C-0648-456F-9155-B118EE6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17F4B2-9289-490C-882C-2CDC2138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B36033-F012-4DCC-9297-4306D181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A72BD6C-BA94-48AF-A613-8098CEEB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describe 두 줄이 함정을 잡는다 · raw는 성역 · ML 문제는 네 칸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099676C-A27D-412F-BBE0-21CA7F80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243832-F345-4134-84E1-4AF222C8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34FBF62-805B-443C-8665-D8327EAF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만든 것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8ECB046-E37D-41D4-A26C-1435DD39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두 번 돌려도 같은 결과가 나오는 전처리 스크립트 하나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1A41B12-1A8E-4BA6-A6C6-0A97345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9A9EF6-EEBF-479E-A5AA-352DC937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70669DA-AE8F-4DE4-8AE5-8EE17900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4560EA-C137-472F-BE8D-F5B5D826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첫 모델을 학습해 S3에 저장하고, M1 문제정의서 최종본을 제출합니다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FA3E056-1D1A-4AEF-85DD-A70413D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19212C7-C9B6-49BC-ADEC-CE76E668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80DFBF-57A1-4613-8DB3-B293B1A2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과제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58953D-C3EF-4550-B4AE-C5EB8C07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문제정의서 v0.9 · 팀 데이터용 전처리 스크립트 초안 · 데이터 카드 완성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D55B563-3845-495F-AD50-1E552FC0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308860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5FEE7CB-59C6-455E-9FF2-4A41C34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528316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정리 타임 확인 사항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852FABE-24B6-495D-A900-3B8226B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003804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주피터 종료 후 인스턴스 중지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raw/ 원본이 그대로인지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 태그 갱신 여부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작업 파일을 S3에 백업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8CB194B-84A1-4CB4-94FB-57AE3E1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3주차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F3903DA-EA99-47C1-9798-0D0C6FA8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006425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E5C5514-236F-4658-A7E1-4F06200A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1D4549-7C99-498D-812E-C127A35B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64FB2B7-D667-4BBC-BFA9-58F220DE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8B898A69-6F85-43E2-958B-38A8334F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원본과 가공 데이터를 분리하고 다시 실행 가능한 전처리 흐름을 만든다.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69A10544-2EED-4C8C-86AF-DA9C2BE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raw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EAA69774-146F-4190-8D93-20B311F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preprocess.py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41B32A25-2D5A-465C-8582-6F01EF08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processed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D82D044F-F7BB-4F01-9D23-ED162A0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data card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6157420A-EF36-4468-9CB1-4A37BFEC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문제정의서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842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394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0946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6498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4" name="read-order">
            <a:extLst xmlns:a="http://schemas.openxmlformats.org/drawingml/2006/main">
              <a:ext uri="{FF2B5EF4-FFF2-40B4-BE49-F238E27FC236}">
                <a16:creationId xmlns:a16="http://schemas.microsoft.com/office/drawing/2014/main" id="{346BAB50-2097-461D-8378-4E09940C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07208DE4-750D-43F4-86EC-9499D70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9652717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2f8e4be744096"/>
          <a:stretch xmlns:a="http://schemas.openxmlformats.org/drawingml/2006/main"/>
        </p:blipFill>
        <p:spPr>
          <a:xfrm xmlns:a="http://schemas.openxmlformats.org/drawingml/2006/main">
            <a:off x="2069810" y="1666875"/>
            <a:ext cx="281363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팀 버킷 → raw / processed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ea8d9cd00b740a2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0e02d7189484b6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S3 버킷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Buckets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팀 버킷 이름 규칙 준비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b5b79915aa6448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35000d55315461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1937aada54413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S3 버킷 일반 구성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Create bucket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서울 리전과 버킷 이름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5ce051bc07448f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8b40f24f08c4ee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9b75c7fc543b0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S3 객체 소유권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Create bucket → Object Ownership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ACL 비활성화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d0a943dbead494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75d38417db64a2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a0ae750f14278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S3 퍼블릭 액세스 차단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Create bucket → Block Public Access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원본 데이터 공개 차단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88221d079c344c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2a26ddab1b9419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0326dfd97478a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S3 버전 관리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Create bucket → Bucket Versioning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원본 보호를 위한 버전 관리 결정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202999f603d4ff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3d43254f0b2464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38e37ef9342ea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S3 기본 암호화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Create bucket → Default encryption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SSE-S3 또는 KMS 선택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8211d938e7541f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dd66650117f488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45c350628456f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S3 IAM Access Analyzer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IAM Access Analyzer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외부 공개 가능 항목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b0abdeb108a451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18f5ec08f27476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9d7695b5548eb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S3 액세스 지점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Access Points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팀별 접근 경로 분리 개념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b70f830d493496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660d79abc3b499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eb9cc9b0c4a78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S3 Storage Lens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Storage Lens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객체 수와 저장 용량 지표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c0c48228942422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a838402c533434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f5854cd3a412b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B07F6F6-DE23-4B60-8019-5235D7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3D110-3911-4D90-88F9-8C5C456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S3 배치 작업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3BB5A5-236B-44E6-8099-FA48161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6C4937D-412F-43E8-8E47-978CD25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C0D01A9-B9C4-4F6F-9C8F-659B091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Batch Operations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CF0FBFC7-9352-40D2-BAB0-422765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여러 객체 작업과 매니페스트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698271A-C22A-4EA7-9E0C-8214EBB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fa1ebbf1a834bc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3425f44aa624e7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42D8DACD-324B-4FAF-9454-5000EC7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7fa7fc00a4d9c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527977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2026-08-24T06:36:14.7280000Z</dcterms:created>
  <dcterms:modified xsi:type="dcterms:W3CDTF">2026-08-24T06:36:14.7280000Z</dcterms:modified>
</coreProperties>
</file>