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2899d11274570" /><Relationship Type="http://schemas.openxmlformats.org/officeDocument/2006/relationships/extended-properties" Target="/docProps/app.xml" Id="R531c429d36ad4305" /><Relationship Type="http://schemas.openxmlformats.org/officeDocument/2006/relationships/officeDocument" Target="/ppt/presentation.xml" Id="R2d015bbe7895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21382a2224499f"/>
  </p:sldMasterIdLst>
  <p:notesMasterIdLst>
    <p:notesMasterId xmlns:r="http://schemas.openxmlformats.org/officeDocument/2006/relationships" r:id="Rdb833d032cf74afd"/>
  </p:notesMasterIdLst>
  <p:sldIdLst>
    <p:sldId xmlns:r="http://schemas.openxmlformats.org/officeDocument/2006/relationships" id="256" r:id="R7c6da4a5815b4e15"/>
    <p:sldId xmlns:r="http://schemas.openxmlformats.org/officeDocument/2006/relationships" id="257" r:id="Rade86aba12ff4346"/>
    <p:sldId xmlns:r="http://schemas.openxmlformats.org/officeDocument/2006/relationships" id="258" r:id="R947c94fdf8ae42a1"/>
    <p:sldId xmlns:r="http://schemas.openxmlformats.org/officeDocument/2006/relationships" id="259" r:id="Rf1d7a15250fa40d1"/>
    <p:sldId xmlns:r="http://schemas.openxmlformats.org/officeDocument/2006/relationships" id="260" r:id="Rae6e8ef05b5b4e7f"/>
    <p:sldId xmlns:r="http://schemas.openxmlformats.org/officeDocument/2006/relationships" id="261" r:id="R36322943d3724c44"/>
    <p:sldId xmlns:r="http://schemas.openxmlformats.org/officeDocument/2006/relationships" id="262" r:id="R78fc0b08b86e4d08"/>
    <p:sldId xmlns:r="http://schemas.openxmlformats.org/officeDocument/2006/relationships" id="263" r:id="Rb377e4092bc94e6c"/>
    <p:sldId xmlns:r="http://schemas.openxmlformats.org/officeDocument/2006/relationships" id="264" r:id="R4ba5f99ee61f4de1"/>
    <p:sldId xmlns:r="http://schemas.openxmlformats.org/officeDocument/2006/relationships" id="265" r:id="Raf0ac04e74f84769"/>
    <p:sldId xmlns:r="http://schemas.openxmlformats.org/officeDocument/2006/relationships" id="266" r:id="R3cdb66d049354d5e"/>
    <p:sldId xmlns:r="http://schemas.openxmlformats.org/officeDocument/2006/relationships" id="267" r:id="Rf2f0b64a19ab4029"/>
    <p:sldId xmlns:r="http://schemas.openxmlformats.org/officeDocument/2006/relationships" id="268" r:id="R3411c8f3871a4256"/>
    <p:sldId xmlns:r="http://schemas.openxmlformats.org/officeDocument/2006/relationships" id="269" r:id="Ra9017b98064446fc"/>
    <p:sldId xmlns:r="http://schemas.openxmlformats.org/officeDocument/2006/relationships" id="270" r:id="R0a7dbfe030484b72"/>
    <p:sldId xmlns:r="http://schemas.openxmlformats.org/officeDocument/2006/relationships" id="271" r:id="Rd3bb60c9685f45cf"/>
    <p:sldId xmlns:r="http://schemas.openxmlformats.org/officeDocument/2006/relationships" id="272" r:id="Rddb9a151cc694f8f"/>
    <p:sldId xmlns:r="http://schemas.openxmlformats.org/officeDocument/2006/relationships" id="273" r:id="Rcafd7c12e89749d0"/>
    <p:sldId xmlns:r="http://schemas.openxmlformats.org/officeDocument/2006/relationships" id="274" r:id="R03cc441342f049e8"/>
    <p:sldId xmlns:r="http://schemas.openxmlformats.org/officeDocument/2006/relationships" id="275" r:id="Rf1890ef7a3d64d64"/>
    <p:sldId xmlns:r="http://schemas.openxmlformats.org/officeDocument/2006/relationships" id="276" r:id="R04b0459a504f4257"/>
    <p:sldId xmlns:r="http://schemas.openxmlformats.org/officeDocument/2006/relationships" id="277" r:id="R4c40a59abd134cef"/>
    <p:sldId xmlns:r="http://schemas.openxmlformats.org/officeDocument/2006/relationships" id="278" r:id="Rd020710adf2f4bad"/>
    <p:sldId xmlns:r="http://schemas.openxmlformats.org/officeDocument/2006/relationships" id="279" r:id="R6f5fd2bb031b4ee9"/>
    <p:sldId xmlns:r="http://schemas.openxmlformats.org/officeDocument/2006/relationships" id="280" r:id="R6468350b0dc6484e"/>
    <p:sldId xmlns:r="http://schemas.openxmlformats.org/officeDocument/2006/relationships" id="281" r:id="R3114b7bded834bb7"/>
    <p:sldId xmlns:r="http://schemas.openxmlformats.org/officeDocument/2006/relationships" id="282" r:id="R2e4a6582273341c3"/>
    <p:sldId xmlns:r="http://schemas.openxmlformats.org/officeDocument/2006/relationships" id="283" r:id="Rdc45662cda364bb7"/>
    <p:sldId xmlns:r="http://schemas.openxmlformats.org/officeDocument/2006/relationships" id="284" r:id="R5af024b99e9943c6"/>
    <p:sldId xmlns:r="http://schemas.openxmlformats.org/officeDocument/2006/relationships" id="285" r:id="R7b8c093559214d8b"/>
    <p:sldId xmlns:r="http://schemas.openxmlformats.org/officeDocument/2006/relationships" id="286" r:id="Rc3ae7704a72e48ae"/>
    <p:sldId xmlns:r="http://schemas.openxmlformats.org/officeDocument/2006/relationships" id="287" r:id="Re47b66c197b54153"/>
    <p:sldId xmlns:r="http://schemas.openxmlformats.org/officeDocument/2006/relationships" id="288" r:id="Re42df52b818e4796"/>
    <p:sldId xmlns:r="http://schemas.openxmlformats.org/officeDocument/2006/relationships" id="289" r:id="R7ade7a7e07a14c80"/>
    <p:sldId xmlns:r="http://schemas.openxmlformats.org/officeDocument/2006/relationships" id="290" r:id="Rc5f241a24977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32ca0909d54839" /><Relationship Type="http://schemas.openxmlformats.org/officeDocument/2006/relationships/slideMaster" Target="/ppt/slideMasters/slideMaster1.xml" Id="R0221382a2224499f" /><Relationship Type="http://schemas.openxmlformats.org/officeDocument/2006/relationships/notesMaster" Target="/ppt/notesMasters/notesMaster1.xml" Id="Rdb833d032cf74afd" /><Relationship Type="http://schemas.openxmlformats.org/officeDocument/2006/relationships/presProps" Target="/ppt/presProps.xml" Id="R3396839d6aa642a3" /><Relationship Type="http://schemas.openxmlformats.org/officeDocument/2006/relationships/viewProps" Target="/ppt/viewProps.xml" Id="R237ce32cda4647d2" /><Relationship Type="http://schemas.openxmlformats.org/officeDocument/2006/relationships/tableStyles" Target="/ppt/tableStyles.xml" Id="Rb210ad55a7454044" /><Relationship Type="http://schemas.openxmlformats.org/officeDocument/2006/relationships/slide" Target="/ppt/slides/slide1.xml" Id="R7c6da4a5815b4e15" /><Relationship Type="http://schemas.openxmlformats.org/officeDocument/2006/relationships/slide" Target="/ppt/slides/slide2.xml" Id="Rade86aba12ff4346" /><Relationship Type="http://schemas.openxmlformats.org/officeDocument/2006/relationships/slide" Target="/ppt/slides/slide3.xml" Id="R947c94fdf8ae42a1" /><Relationship Type="http://schemas.openxmlformats.org/officeDocument/2006/relationships/slide" Target="/ppt/slides/slide4.xml" Id="Rf1d7a15250fa40d1" /><Relationship Type="http://schemas.openxmlformats.org/officeDocument/2006/relationships/slide" Target="/ppt/slides/slide5.xml" Id="Rae6e8ef05b5b4e7f" /><Relationship Type="http://schemas.openxmlformats.org/officeDocument/2006/relationships/slide" Target="/ppt/slides/slide6.xml" Id="R36322943d3724c44" /><Relationship Type="http://schemas.openxmlformats.org/officeDocument/2006/relationships/slide" Target="/ppt/slides/slide7.xml" Id="R78fc0b08b86e4d08" /><Relationship Type="http://schemas.openxmlformats.org/officeDocument/2006/relationships/slide" Target="/ppt/slides/slide8.xml" Id="Rb377e4092bc94e6c" /><Relationship Type="http://schemas.openxmlformats.org/officeDocument/2006/relationships/slide" Target="/ppt/slides/slide9.xml" Id="R4ba5f99ee61f4de1" /><Relationship Type="http://schemas.openxmlformats.org/officeDocument/2006/relationships/slide" Target="/ppt/slides/slide10.xml" Id="Raf0ac04e74f84769" /><Relationship Type="http://schemas.openxmlformats.org/officeDocument/2006/relationships/slide" Target="/ppt/slides/slide11.xml" Id="R3cdb66d049354d5e" /><Relationship Type="http://schemas.openxmlformats.org/officeDocument/2006/relationships/slide" Target="/ppt/slides/slide12.xml" Id="Rf2f0b64a19ab4029" /><Relationship Type="http://schemas.openxmlformats.org/officeDocument/2006/relationships/slide" Target="/ppt/slides/slide13.xml" Id="R3411c8f3871a4256" /><Relationship Type="http://schemas.openxmlformats.org/officeDocument/2006/relationships/slide" Target="/ppt/slides/slide14.xml" Id="Ra9017b98064446fc" /><Relationship Type="http://schemas.openxmlformats.org/officeDocument/2006/relationships/slide" Target="/ppt/slides/slide15.xml" Id="R0a7dbfe030484b72" /><Relationship Type="http://schemas.openxmlformats.org/officeDocument/2006/relationships/slide" Target="/ppt/slides/slide16.xml" Id="Rd3bb60c9685f45cf" /><Relationship Type="http://schemas.openxmlformats.org/officeDocument/2006/relationships/slide" Target="/ppt/slides/slide17.xml" Id="Rddb9a151cc694f8f" /><Relationship Type="http://schemas.openxmlformats.org/officeDocument/2006/relationships/slide" Target="/ppt/slides/slide18.xml" Id="Rcafd7c12e89749d0" /><Relationship Type="http://schemas.openxmlformats.org/officeDocument/2006/relationships/slide" Target="/ppt/slides/slide19.xml" Id="R03cc441342f049e8" /><Relationship Type="http://schemas.openxmlformats.org/officeDocument/2006/relationships/slide" Target="/ppt/slides/slide20.xml" Id="Rf1890ef7a3d64d64" /><Relationship Type="http://schemas.openxmlformats.org/officeDocument/2006/relationships/slide" Target="/ppt/slides/slide21.xml" Id="R04b0459a504f4257" /><Relationship Type="http://schemas.openxmlformats.org/officeDocument/2006/relationships/slide" Target="/ppt/slides/slide22.xml" Id="R4c40a59abd134cef" /><Relationship Type="http://schemas.openxmlformats.org/officeDocument/2006/relationships/slide" Target="/ppt/slides/slide23.xml" Id="Rd020710adf2f4bad" /><Relationship Type="http://schemas.openxmlformats.org/officeDocument/2006/relationships/slide" Target="/ppt/slides/slide24.xml" Id="R6f5fd2bb031b4ee9" /><Relationship Type="http://schemas.openxmlformats.org/officeDocument/2006/relationships/slide" Target="/ppt/slides/slide25.xml" Id="R6468350b0dc6484e" /><Relationship Type="http://schemas.openxmlformats.org/officeDocument/2006/relationships/slide" Target="/ppt/slides/slide26.xml" Id="R3114b7bded834bb7" /><Relationship Type="http://schemas.openxmlformats.org/officeDocument/2006/relationships/slide" Target="/ppt/slides/slide27.xml" Id="R2e4a6582273341c3" /><Relationship Type="http://schemas.openxmlformats.org/officeDocument/2006/relationships/slide" Target="/ppt/slides/slide28.xml" Id="Rdc45662cda364bb7" /><Relationship Type="http://schemas.openxmlformats.org/officeDocument/2006/relationships/slide" Target="/ppt/slides/slide29.xml" Id="R5af024b99e9943c6" /><Relationship Type="http://schemas.openxmlformats.org/officeDocument/2006/relationships/slide" Target="/ppt/slides/slide30.xml" Id="R7b8c093559214d8b" /><Relationship Type="http://schemas.openxmlformats.org/officeDocument/2006/relationships/slide" Target="/ppt/slides/slide31.xml" Id="Rc3ae7704a72e48ae" /><Relationship Type="http://schemas.openxmlformats.org/officeDocument/2006/relationships/slide" Target="/ppt/slides/slide32.xml" Id="Re47b66c197b54153" /><Relationship Type="http://schemas.openxmlformats.org/officeDocument/2006/relationships/slide" Target="/ppt/slides/slide33.xml" Id="Re42df52b818e4796" /><Relationship Type="http://schemas.openxmlformats.org/officeDocument/2006/relationships/slide" Target="/ppt/slides/slide34.xml" Id="R7ade7a7e07a14c80" /><Relationship Type="http://schemas.openxmlformats.org/officeDocument/2006/relationships/slide" Target="/ppt/slides/slide35.xml" Id="Rc5f241a24977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8df444b934c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7f5cfd97f4867" /><Relationship Type="http://schemas.openxmlformats.org/officeDocument/2006/relationships/notesMaster" Target="/ppt/notesMasters/notesMaster1.xml" Id="R44e2b53e7ced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2d7edb9de4010" /><Relationship Type="http://schemas.openxmlformats.org/officeDocument/2006/relationships/notesMaster" Target="/ppt/notesMasters/notesMaster1.xml" Id="Rf5367d607ec6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08be76c504f8e" /><Relationship Type="http://schemas.openxmlformats.org/officeDocument/2006/relationships/notesMaster" Target="/ppt/notesMasters/notesMaster1.xml" Id="R2630c8b46d0f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95a3d5b9eb4f5a" /><Relationship Type="http://schemas.openxmlformats.org/officeDocument/2006/relationships/notesMaster" Target="/ppt/notesMasters/notesMaster1.xml" Id="R25c3412bcaf943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aeb7112bb4815" /><Relationship Type="http://schemas.openxmlformats.org/officeDocument/2006/relationships/notesMaster" Target="/ppt/notesMasters/notesMaster1.xml" Id="R488a6fc56ec3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131746430d437d" /><Relationship Type="http://schemas.openxmlformats.org/officeDocument/2006/relationships/notesMaster" Target="/ppt/notesMasters/notesMaster1.xml" Id="Rbc3b8bbc93a0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8f00917f045ea" /><Relationship Type="http://schemas.openxmlformats.org/officeDocument/2006/relationships/notesMaster" Target="/ppt/notesMasters/notesMaster1.xml" Id="Rf6e55be4f2294d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e8305ab8ab4ba2" /><Relationship Type="http://schemas.openxmlformats.org/officeDocument/2006/relationships/notesMaster" Target="/ppt/notesMasters/notesMaster1.xml" Id="Rbb392ef3fdc749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afe63886f4e98" /><Relationship Type="http://schemas.openxmlformats.org/officeDocument/2006/relationships/notesMaster" Target="/ppt/notesMasters/notesMaster1.xml" Id="Reb8da7c8be4248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cf081795ef43f3" /><Relationship Type="http://schemas.openxmlformats.org/officeDocument/2006/relationships/notesMaster" Target="/ppt/notesMasters/notesMaster1.xml" Id="R7c531f7c5e1240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56603f0ad44e98" /><Relationship Type="http://schemas.openxmlformats.org/officeDocument/2006/relationships/notesMaster" Target="/ppt/notesMasters/notesMaster1.xml" Id="Rd7f0a81cbe3b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ff3af7bcca4fbd" /><Relationship Type="http://schemas.openxmlformats.org/officeDocument/2006/relationships/notesMaster" Target="/ppt/notesMasters/notesMaster1.xml" Id="R195f84821e7649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232fd4b56d4ea5" /><Relationship Type="http://schemas.openxmlformats.org/officeDocument/2006/relationships/notesMaster" Target="/ppt/notesMasters/notesMaster1.xml" Id="Rb5003514bfc143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c5a5bd90014f2e" /><Relationship Type="http://schemas.openxmlformats.org/officeDocument/2006/relationships/notesMaster" Target="/ppt/notesMasters/notesMaster1.xml" Id="R9c136d834c324d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51d2ab5ac448e1" /><Relationship Type="http://schemas.openxmlformats.org/officeDocument/2006/relationships/notesMaster" Target="/ppt/notesMasters/notesMaster1.xml" Id="R35d879b7c3eb42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2f2e3aaf73413d" /><Relationship Type="http://schemas.openxmlformats.org/officeDocument/2006/relationships/notesMaster" Target="/ppt/notesMasters/notesMaster1.xml" Id="R5801acc6cd4642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3e3be23b884a89" /><Relationship Type="http://schemas.openxmlformats.org/officeDocument/2006/relationships/notesMaster" Target="/ppt/notesMasters/notesMaster1.xml" Id="Rf8d64dcd7cc741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f556e902654ccb" /><Relationship Type="http://schemas.openxmlformats.org/officeDocument/2006/relationships/notesMaster" Target="/ppt/notesMasters/notesMaster1.xml" Id="Raedbab459ff943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4a9ca81308489e" /><Relationship Type="http://schemas.openxmlformats.org/officeDocument/2006/relationships/notesMaster" Target="/ppt/notesMasters/notesMaster1.xml" Id="Rf2d2e94e230540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e9e4789892474e" /><Relationship Type="http://schemas.openxmlformats.org/officeDocument/2006/relationships/notesMaster" Target="/ppt/notesMasters/notesMaster1.xml" Id="Re7e96eba80884c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b0f10b677b4365" /><Relationship Type="http://schemas.openxmlformats.org/officeDocument/2006/relationships/notesMaster" Target="/ppt/notesMasters/notesMaster1.xml" Id="R675f44b4ea324e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d5ddd40a934a4e" /><Relationship Type="http://schemas.openxmlformats.org/officeDocument/2006/relationships/notesMaster" Target="/ppt/notesMasters/notesMaster1.xml" Id="Reeaf42d963734b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3e14b2e1c24fc8" /><Relationship Type="http://schemas.openxmlformats.org/officeDocument/2006/relationships/notesMaster" Target="/ppt/notesMasters/notesMaster1.xml" Id="R7d6a1306b8fc45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40363da216e4c75" /><Relationship Type="http://schemas.openxmlformats.org/officeDocument/2006/relationships/notesMaster" Target="/ppt/notesMasters/notesMaster1.xml" Id="R71bf2bc39c994b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84e4cad1fb47c4" /><Relationship Type="http://schemas.openxmlformats.org/officeDocument/2006/relationships/notesMaster" Target="/ppt/notesMasters/notesMaster1.xml" Id="R1a65e6f855154f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dbb361a9bd47fb" /><Relationship Type="http://schemas.openxmlformats.org/officeDocument/2006/relationships/notesMaster" Target="/ppt/notesMasters/notesMaster1.xml" Id="R26243d831b004b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a6b0b047a14966" /><Relationship Type="http://schemas.openxmlformats.org/officeDocument/2006/relationships/notesMaster" Target="/ppt/notesMasters/notesMaster1.xml" Id="R7e4dafd009244c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327e901c15943d4" /><Relationship Type="http://schemas.openxmlformats.org/officeDocument/2006/relationships/notesMaster" Target="/ppt/notesMasters/notesMaster1.xml" Id="R6a561a2ed9ca42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e0a6e4ad264f39" /><Relationship Type="http://schemas.openxmlformats.org/officeDocument/2006/relationships/notesMaster" Target="/ppt/notesMasters/notesMaster1.xml" Id="Re261119ef167407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4236d36c774701" /><Relationship Type="http://schemas.openxmlformats.org/officeDocument/2006/relationships/notesMaster" Target="/ppt/notesMasters/notesMaster1.xml" Id="Rcdc0650a5ee14d3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57cca502ca433f" /><Relationship Type="http://schemas.openxmlformats.org/officeDocument/2006/relationships/notesMaster" Target="/ppt/notesMasters/notesMaster1.xml" Id="R835455e5ab6040f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2aefbe29b34f37" /><Relationship Type="http://schemas.openxmlformats.org/officeDocument/2006/relationships/notesMaster" Target="/ppt/notesMasters/notesMaster1.xml" Id="R13e6f9c9e6d242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bcbff271144f04" /><Relationship Type="http://schemas.openxmlformats.org/officeDocument/2006/relationships/notesMaster" Target="/ppt/notesMasters/notesMaster1.xml" Id="R4070d63a185841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442792fea00487c" /><Relationship Type="http://schemas.openxmlformats.org/officeDocument/2006/relationships/notesMaster" Target="/ppt/notesMasters/notesMaster1.xml" Id="Rb76016adfe4941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f350e155df4129" /><Relationship Type="http://schemas.openxmlformats.org/officeDocument/2006/relationships/notesMaster" Target="/ppt/notesMasters/notesMaster1.xml" Id="Ree62fef298e6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 과제에서 max_depth를 4, 12, 30으로 바꿔봤죠. 어느 값이 제일 좋았는지 지금 바로 말할 수 있는 사람 있나요. 이 침묵이 오늘 수업의 출발점입니다. 오늘은 여러분 대신 기억해 주는 서버를 세웁니다.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 발표는 도입 10분 안에 다 못 넣습니다. 팀당 1분 핵심에 제 코멘트 30초로 압축하고, 못 한 팀은 다음 주 도입으로 넘기겠습니다. 실습 A와 B 시간은 절대 건드리지 않습니다.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상황극을 하나 해봅시다. 취업했는데 3주 전에 91.2% 나왔다고 보고했고, 오늘 팀장님이 그 코드를 달라고 합니다. 폴더를 여니 train_final_진짜최종.py가 있습니다. 다시 돌리니 89.7%가 나옵니다. 이 순간이 여러분 신뢰가 무너지는 순간입니다.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엑셀에 적으면 되지 않냐고 생각한 사람 있죠. 좋은 발상이고 실제로 많은 회사가 그렇게 시작합니다. 그런데 실패한 실험을 안 적는 순간 무너집니다. 같은 실패를 두 번 하게 되거든요.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네 개를 외우면 오늘 실습은 절반 끝난 겁니다. 그리고 이걸 담는 그릇이 두 개예요. 학습 한 번이 run이고, run들을 담는 폴더가 experiment입니다.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max_depth는 제가 정하죠. 파라미터입니다. RMSE는 돌려봐야 알죠. 메트릭입니다. 그리고 rmse_valid만 기록하면 과적합이 안 보입니다. rmse_train도 반드시 같이 남기세요.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도서관으로 비유하면 SQLite가 검색 목록이고 S3가 서고입니다. 12MB짜리 pkl을 DB에 넣을 이유가 없죠. 실무에서는 SQLite 대신 RDS의 PostgreSQL을 쓰지만 우리는 1인 1서버라 SQLite로 충분합니다.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카카오톡 버전이 계속 올라가도 여러분은 카카오톡만 누르면 최신이 뜨죠. 레지스트리가 그걸 해줍니다. 옛날 회사 코드에서는 Production 같은 스테이지를 만날 텐데 개념은 별칭과 똑같습니다.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과학 시간에 배운 통제 변인이랑 똑같습니다. 그리고 오늘 눈으로 확인할 게 하나 있어요. depth를 키우면 학습 성능은 계속 좋아지는데 검증 성능은 어느 순간부터 나빠집니다. 그 꺾이는 지점을 차트에서 직접 찾을 겁니다.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서버를 띄우는 창과 학습을 돌리는 창은 따로 씁니다. 서버가 도는 tmux 창은 절대 건드리지 마세요. 학습은 새 SSH 창에서 돌립니다.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겁을 주는 게 아니라 습관을 만드는 겁니다. 열었으면 닫는다, 이게 오늘 하나만 가져가야 할 운영 원칙입니다. 정리 화면 캡처가 체크포인트 제출물에 들어 있습니다.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Listening at 0.0.0.0:5000이 뜨면 성공입니다. 크롬이 주소를 자동으로 https로 바꿔버리는 경우가 있으니 http를 직접 쳐 넣으라고 미리 말해주세요. tmux는 터미널을 화면 밖에 붙잡아 두는 도구라고만 설명하면 충분합니다.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 손으로 s3.upload_file 했던 걸 log_model 한 줄이 대신합니다. 그리고 학습을 돌리기 전에 export MLFLOW_TRACKING_URI를 반드시 확인시키세요. 비어 있으면 서버가 아니라 로컬 mlruns 폴더에 쌓입니다.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줄이 오늘 가장 많이 나올 문제입니다. 표를 먼저 보고 그래도 안 되면 손 들라고 하세요. tmux가 낯선 학생에게는 nohup 대체 명령을 유인물에서 찾게 하면 됩니다.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팀원이 서로 다른 실험 이름을 쓰는 게 가장 흔한 사고입니다. 순회하면서 이름부터 확인하세요. 흩어진 run은 UI에서 실험을 옮길 수 있습니다.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성능이 제일 좋은 게 항상 정답은 아닙니다. RMSE가 1퍼센트 좋은데 추론이 10배 느리고 pkl이 500MB면 다음 주 컨테이너에 못 넣습니다. 순회할 때 기준 문서를 먼저 보여달라고 하세요.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등록하고 끝내지 말고 마지막 확인까지 시키세요. 여기서 성공한 한 줄이 7주차 FastAPI 안에 그대로 들어갑니다. 팀 README에 이 주소를 적어두라고 말해주세요.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번째 항목이 오늘 NCS 평가의 핵심입니다. 기준을 쓴 시각이 등록보다 앞서야 한다고 다시 한번 못 박으세요. 못 낸 학생은 정리 시간에 개별로 봐줍니다.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n_estimators를 1000 이상으로 올린 학생은 pkl 하나가 수백 MB가 됩니다. 실험할 때 크기를 의식하라고 말해주세요. 다음 주 Docker 실습을 위해 디스크 여유 10GB도 지금 확인시킵니다.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여러분은 이 모델이 제일 좋다까지 왔습니다. 그런데 그 모델은 지금 여러분 EC2 안에서만 돕니다. 다음 주에 만들 상자가 7주차에 여러분의 API가 됩니다. 디스크가 10GB 미만인 학생은 수업 전에 꼭 알려주세요.</a:t>
            </a:r>
            <a:endParaRPr/>
          </a:p>
          <a:p xmlns:a="http://schemas.openxmlformats.org/drawingml/2006/main">
            <a:r>
              <a:t>
[Sources]
- https://mlflow.org/docs/latest/ml/tracking/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https://mlflow.org/docs/latest/ml/tracking/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https://mlflow.org/docs/latest/ml/tracking/</a:t>
            </a:r>
          </a:p>
          <a:p xmlns:a="http://schemas.openxmlformats.org/drawingml/2006/main">
            <a:r>
              <a:t>- https://console.aws.amazon.com/ec2/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Studio</a:t>
            </a:r>
          </a:p>
          <a:p xmlns:a="http://schemas.openxmlformats.org/drawingml/2006/main">
            <a:r>
              <a:t>- 확인: 도메인과 시작 방법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https://console.aws.amazon.com/sagemaker/home?region=ap-northeast-2#/studio-landing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Domains</a:t>
            </a:r>
          </a:p>
          <a:p xmlns:a="http://schemas.openxmlformats.org/drawingml/2006/main">
            <a:r>
              <a:t>- 확인: MLflow를 사용할 도메인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https://console.aws.amazon.com/sagemaker/home?region=ap-northeast-2#/studio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Role Manager</a:t>
            </a:r>
          </a:p>
          <a:p xmlns:a="http://schemas.openxmlformats.org/drawingml/2006/main">
            <a:r>
              <a:t>- 확인: MLflow 활동 권한이 있는 역할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https://console.aws.amazon.com/sagemaker/home?region=ap-northeast-2#/role-manager-landing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Dashboard → MLflow tracking servers</a:t>
            </a:r>
          </a:p>
          <a:p xmlns:a="http://schemas.openxmlformats.org/drawingml/2006/main">
            <a:r>
              <a:t>- 확인: 추적 서버 목록 진입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https://console.aws.amazon.com/sagemaker/home?region=ap-northeast-2#/dashboard/mlflow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Deployable models</a:t>
            </a:r>
          </a:p>
          <a:p xmlns:a="http://schemas.openxmlformats.org/drawingml/2006/main">
            <a:r>
              <a:t>- 확인: 모델 버전 관리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https://console.aws.amazon.com/sagemaker/home?region=ap-northeast-2#/models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</a:t>
            </a:r>
          </a:p>
          <a:p xmlns:a="http://schemas.openxmlformats.org/drawingml/2006/main">
            <a:r>
              <a:t>- 확인: S3·SageMaker 권한이 있는 역할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https://console.aws.amazon.com/iam/home#/roles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Create bucket</a:t>
            </a:r>
          </a:p>
          <a:p xmlns:a="http://schemas.openxmlformats.org/drawingml/2006/main">
            <a:r>
              <a:t>- 확인: 추적 서버와 같은 리전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Log groups</a:t>
            </a:r>
          </a:p>
          <a:p xmlns:a="http://schemas.openxmlformats.org/drawingml/2006/main">
            <a:r>
              <a:t>- 확인: SageMaker 관련 로그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https://console.aws.amazon.com/cloudwatch/home?region=ap-northeast-2#logsV2:log-groups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CloudTrail → Event history</a:t>
            </a:r>
          </a:p>
          <a:p xmlns:a="http://schemas.openxmlformats.org/drawingml/2006/main">
            <a:r>
              <a:t>- 확인: 인프라 변경 주체와 시간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https://console.aws.amazon.com/cloudtrail/home?region=ap-northeast-2#/events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</a:t>
            </a:r>
          </a:p>
          <a:p xmlns:a="http://schemas.openxmlformats.org/drawingml/2006/main">
            <a:r>
              <a:t>- 확인: SageMaker CLI와 서울 리전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https://docs.aws.amazon.com/sagemaker/latest/dg/mlflow-create-tracking-server-studio.html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27b653c684e4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beecec8594192" /><Relationship Type="http://schemas.openxmlformats.org/officeDocument/2006/relationships/slideLayout" Target="/ppt/slideLayouts/slideLayout1.xml" Id="R57a5f62e14ce47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a5f62e14ce47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74a2b31ea4cbb" /><Relationship Type="http://schemas.openxmlformats.org/officeDocument/2006/relationships/notesSlide" Target="/ppt/notesSlides/notesSlide1.xml" Id="Rf740c64741a7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b4f8c602043cd" /><Relationship Type="http://schemas.openxmlformats.org/officeDocument/2006/relationships/notesSlide" Target="/ppt/notesSlides/notesSlide2.xml" Id="R75400e74749e4b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e7e2b94f641ca" /><Relationship Type="http://schemas.openxmlformats.org/officeDocument/2006/relationships/notesSlide" Target="/ppt/notesSlides/notesSlide3.xml" Id="R707b42429c2c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ce25de6044b9" /><Relationship Type="http://schemas.openxmlformats.org/officeDocument/2006/relationships/notesSlide" Target="/ppt/notesSlides/notesSlide4.xml" Id="R260a99724aab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26307f81f4a5f" /><Relationship Type="http://schemas.openxmlformats.org/officeDocument/2006/relationships/notesSlide" Target="/ppt/notesSlides/notesSlide5.xml" Id="R0d0449d0fa70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3471a1014ef5" /><Relationship Type="http://schemas.openxmlformats.org/officeDocument/2006/relationships/notesSlide" Target="/ppt/notesSlides/notesSlide6.xml" Id="Rd1a2971bc7fe41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02625f21b49f9" /><Relationship Type="http://schemas.openxmlformats.org/officeDocument/2006/relationships/notesSlide" Target="/ppt/notesSlides/notesSlide7.xml" Id="R08ff093e2a5541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d90f541ff41a4" /><Relationship Type="http://schemas.openxmlformats.org/officeDocument/2006/relationships/notesSlide" Target="/ppt/notesSlides/notesSlide8.xml" Id="Redef54ac1ffe4a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6c3cc340a4aee" /><Relationship Type="http://schemas.openxmlformats.org/officeDocument/2006/relationships/notesSlide" Target="/ppt/notesSlides/notesSlide9.xml" Id="R112f395eff7b47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8903304444199" /><Relationship Type="http://schemas.openxmlformats.org/officeDocument/2006/relationships/notesSlide" Target="/ppt/notesSlides/notesSlide10.xml" Id="R1ea576fd7c1147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baebddca4dcc" /><Relationship Type="http://schemas.openxmlformats.org/officeDocument/2006/relationships/notesSlide" Target="/ppt/notesSlides/notesSlide11.xml" Id="R35d2837e23a4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f490c104f4f96" /><Relationship Type="http://schemas.openxmlformats.org/officeDocument/2006/relationships/notesSlide" Target="/ppt/notesSlides/notesSlide12.xml" Id="Red2c92591dfe4d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bbd2a53424733" /><Relationship Type="http://schemas.openxmlformats.org/officeDocument/2006/relationships/notesSlide" Target="/ppt/notesSlides/notesSlide13.xml" Id="R27d1b246b69743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e55dff2024940" /><Relationship Type="http://schemas.openxmlformats.org/officeDocument/2006/relationships/notesSlide" Target="/ppt/notesSlides/notesSlide14.xml" Id="R0c7a16fb986a48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cbe104fdc4bea" /><Relationship Type="http://schemas.openxmlformats.org/officeDocument/2006/relationships/notesSlide" Target="/ppt/notesSlides/notesSlide15.xml" Id="Rc980d6e81adf46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4c14de3b243b4" /><Relationship Type="http://schemas.openxmlformats.org/officeDocument/2006/relationships/notesSlide" Target="/ppt/notesSlides/notesSlide16.xml" Id="Rc36fac327ddb4b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a5ed98f634bd8" /><Relationship Type="http://schemas.openxmlformats.org/officeDocument/2006/relationships/notesSlide" Target="/ppt/notesSlides/notesSlide17.xml" Id="Rfacd6803130747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345ab8d8243ed" /><Relationship Type="http://schemas.openxmlformats.org/officeDocument/2006/relationships/notesSlide" Target="/ppt/notesSlides/notesSlide18.xml" Id="R13455faa564541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d68471bec4f04" /><Relationship Type="http://schemas.openxmlformats.org/officeDocument/2006/relationships/notesSlide" Target="/ppt/notesSlides/notesSlide19.xml" Id="R5d50b75eb8c74a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1e401f62645cb" /><Relationship Type="http://schemas.openxmlformats.org/officeDocument/2006/relationships/notesSlide" Target="/ppt/notesSlides/notesSlide20.xml" Id="R42fa9d92e10942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dca244a184dff" /><Relationship Type="http://schemas.openxmlformats.org/officeDocument/2006/relationships/notesSlide" Target="/ppt/notesSlides/notesSlide21.xml" Id="Ra18f62bdde734c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2e094fe864c8f" /><Relationship Type="http://schemas.openxmlformats.org/officeDocument/2006/relationships/notesSlide" Target="/ppt/notesSlides/notesSlide22.xml" Id="R76517676971b45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594c4385345df" /><Relationship Type="http://schemas.openxmlformats.org/officeDocument/2006/relationships/notesSlide" Target="/ppt/notesSlides/notesSlide23.xml" Id="R6ff730c30af848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53147c4bd499a" /><Relationship Type="http://schemas.openxmlformats.org/officeDocument/2006/relationships/notesSlide" Target="/ppt/notesSlides/notesSlide24.xml" Id="R2813b182e0a640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7f4e6fd84c8c" /><Relationship Type="http://schemas.openxmlformats.org/officeDocument/2006/relationships/image" Target="/ppt/media/image.jpeg" Id="R7b3ba2fe884c4ca2" /><Relationship Type="http://schemas.openxmlformats.org/officeDocument/2006/relationships/hyperlink" Target="https://console.aws.amazon.com/ec2/" TargetMode="External" Id="R36a52a868918460b" /><Relationship Type="http://schemas.openxmlformats.org/officeDocument/2006/relationships/hyperlink" Target="https://mlflow.org/docs/latest/ml/tracking/" TargetMode="External" Id="R34f59a3219934e30" /><Relationship Type="http://schemas.openxmlformats.org/officeDocument/2006/relationships/notesSlide" Target="/ppt/notesSlides/notesSlide25.xml" Id="R0b822ae0221f48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6e84cb52248ce" /><Relationship Type="http://schemas.openxmlformats.org/officeDocument/2006/relationships/hyperlink" Target="https://console.aws.amazon.com/sagemaker/home?region=ap-northeast-2#/studio-landing" TargetMode="External" Id="Rccb3567fdcae471e" /><Relationship Type="http://schemas.openxmlformats.org/officeDocument/2006/relationships/hyperlink" Target="https://docs.aws.amazon.com/sagemaker/latest/dg/mlflow-create-tracking-server-studio.html" TargetMode="External" Id="R5f56ae6138584372" /><Relationship Type="http://schemas.openxmlformats.org/officeDocument/2006/relationships/image" Target="/ppt/media/image2.jpeg" Id="R55d09695eed44a4a" /><Relationship Type="http://schemas.openxmlformats.org/officeDocument/2006/relationships/notesSlide" Target="/ppt/notesSlides/notesSlide26.xml" Id="R017ffa91a54646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7700275d8413d" /><Relationship Type="http://schemas.openxmlformats.org/officeDocument/2006/relationships/hyperlink" Target="https://console.aws.amazon.com/sagemaker/home?region=ap-northeast-2#/studio" TargetMode="External" Id="R6a5754659e7c4713" /><Relationship Type="http://schemas.openxmlformats.org/officeDocument/2006/relationships/hyperlink" Target="https://docs.aws.amazon.com/sagemaker/latest/dg/mlflow-create-tracking-server-studio.html" TargetMode="External" Id="Rd12b008daef345a9" /><Relationship Type="http://schemas.openxmlformats.org/officeDocument/2006/relationships/image" Target="/ppt/media/image3.jpeg" Id="Rd0e50514964040b6" /><Relationship Type="http://schemas.openxmlformats.org/officeDocument/2006/relationships/notesSlide" Target="/ppt/notesSlides/notesSlide27.xml" Id="R8f28eb572d4742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bc43c3e5f4587" /><Relationship Type="http://schemas.openxmlformats.org/officeDocument/2006/relationships/hyperlink" Target="https://console.aws.amazon.com/sagemaker/home?region=ap-northeast-2#/role-manager-landing" TargetMode="External" Id="R050b1ac1d16140c6" /><Relationship Type="http://schemas.openxmlformats.org/officeDocument/2006/relationships/hyperlink" Target="https://docs.aws.amazon.com/sagemaker/latest/dg/mlflow-create-tracking-server-studio.html" TargetMode="External" Id="Rb4a79672bf314a95" /><Relationship Type="http://schemas.openxmlformats.org/officeDocument/2006/relationships/image" Target="/ppt/media/image4.jpeg" Id="Rb5c73fb70db24e57" /><Relationship Type="http://schemas.openxmlformats.org/officeDocument/2006/relationships/notesSlide" Target="/ppt/notesSlides/notesSlide28.xml" Id="Rf101b21bb83045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6ee8590d4b44" /><Relationship Type="http://schemas.openxmlformats.org/officeDocument/2006/relationships/hyperlink" Target="https://console.aws.amazon.com/sagemaker/home?region=ap-northeast-2#/dashboard/mlflow" TargetMode="External" Id="R2d3f3f6085704b22" /><Relationship Type="http://schemas.openxmlformats.org/officeDocument/2006/relationships/hyperlink" Target="https://docs.aws.amazon.com/sagemaker/latest/dg/mlflow-create-tracking-server-studio.html" TargetMode="External" Id="R470a0da2a77b466a" /><Relationship Type="http://schemas.openxmlformats.org/officeDocument/2006/relationships/image" Target="/ppt/media/image5.jpeg" Id="R932b7b7ce73b47d8" /><Relationship Type="http://schemas.openxmlformats.org/officeDocument/2006/relationships/notesSlide" Target="/ppt/notesSlides/notesSlide29.xml" Id="Ra1b7ff707045447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dd86fb75e4072" /><Relationship Type="http://schemas.openxmlformats.org/officeDocument/2006/relationships/hyperlink" Target="https://console.aws.amazon.com/sagemaker/home?region=ap-northeast-2#/models" TargetMode="External" Id="R967676f251a24c44" /><Relationship Type="http://schemas.openxmlformats.org/officeDocument/2006/relationships/hyperlink" Target="https://docs.aws.amazon.com/sagemaker/latest/dg/mlflow-create-tracking-server-studio.html" TargetMode="External" Id="R6b2fc433359641ef" /><Relationship Type="http://schemas.openxmlformats.org/officeDocument/2006/relationships/image" Target="/ppt/media/image6.jpeg" Id="R0f2598f62dcb4d99" /><Relationship Type="http://schemas.openxmlformats.org/officeDocument/2006/relationships/notesSlide" Target="/ppt/notesSlides/notesSlide30.xml" Id="Rb43cc1b99e9d48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f8630200743b9" /><Relationship Type="http://schemas.openxmlformats.org/officeDocument/2006/relationships/hyperlink" Target="https://console.aws.amazon.com/iam/home#/roles" TargetMode="External" Id="R9dc502253f9f415d" /><Relationship Type="http://schemas.openxmlformats.org/officeDocument/2006/relationships/hyperlink" Target="https://docs.aws.amazon.com/sagemaker/latest/dg/mlflow-create-tracking-server-studio.html" TargetMode="External" Id="R758823c486a14051" /><Relationship Type="http://schemas.openxmlformats.org/officeDocument/2006/relationships/image" Target="/ppt/media/image7.jpeg" Id="Re7a3651902804a45" /><Relationship Type="http://schemas.openxmlformats.org/officeDocument/2006/relationships/notesSlide" Target="/ppt/notesSlides/notesSlide31.xml" Id="R642938fcc4924b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aff5cb8cc4167" /><Relationship Type="http://schemas.openxmlformats.org/officeDocument/2006/relationships/hyperlink" Target="https://s3.console.aws.amazon.com/s3/bucket/create?region=ap-northeast-2" TargetMode="External" Id="Ra48804e5e9c34194" /><Relationship Type="http://schemas.openxmlformats.org/officeDocument/2006/relationships/hyperlink" Target="https://docs.aws.amazon.com/sagemaker/latest/dg/mlflow-create-tracking-server-studio.html" TargetMode="External" Id="R76e9ee3cf0464e96" /><Relationship Type="http://schemas.openxmlformats.org/officeDocument/2006/relationships/image" Target="/ppt/media/image8.jpeg" Id="R785d4baa95b048e5" /><Relationship Type="http://schemas.openxmlformats.org/officeDocument/2006/relationships/notesSlide" Target="/ppt/notesSlides/notesSlide32.xml" Id="R81cad08dbd9745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e05d3fb904cdc" /><Relationship Type="http://schemas.openxmlformats.org/officeDocument/2006/relationships/hyperlink" Target="https://console.aws.amazon.com/cloudwatch/home?region=ap-northeast-2#logsV2:log-groups" TargetMode="External" Id="Rb0cb754f6d5c43ac" /><Relationship Type="http://schemas.openxmlformats.org/officeDocument/2006/relationships/hyperlink" Target="https://docs.aws.amazon.com/sagemaker/latest/dg/mlflow-create-tracking-server-studio.html" TargetMode="External" Id="R576a950ed2b64deb" /><Relationship Type="http://schemas.openxmlformats.org/officeDocument/2006/relationships/image" Target="/ppt/media/image9.jpeg" Id="Rf3a97ecf4c7c46c5" /><Relationship Type="http://schemas.openxmlformats.org/officeDocument/2006/relationships/notesSlide" Target="/ppt/notesSlides/notesSlide33.xml" Id="R31316a9b9fd040f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3d642a6fd47cc" /><Relationship Type="http://schemas.openxmlformats.org/officeDocument/2006/relationships/hyperlink" Target="https://console.aws.amazon.com/cloudtrail/home?region=ap-northeast-2#/events" TargetMode="External" Id="R6bf88ee437c347cc" /><Relationship Type="http://schemas.openxmlformats.org/officeDocument/2006/relationships/hyperlink" Target="https://docs.aws.amazon.com/sagemaker/latest/dg/mlflow-create-tracking-server-studio.html" TargetMode="External" Id="R920019f301e14d85" /><Relationship Type="http://schemas.openxmlformats.org/officeDocument/2006/relationships/image" Target="/ppt/media/image10.jpeg" Id="R8e26ac078ebc41ae" /><Relationship Type="http://schemas.openxmlformats.org/officeDocument/2006/relationships/notesSlide" Target="/ppt/notesSlides/notesSlide34.xml" Id="R3586fadb9d6f4c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1efd52f1f4f96" /><Relationship Type="http://schemas.openxmlformats.org/officeDocument/2006/relationships/hyperlink" Target="https://ap-northeast-2.console.aws.amazon.com/cloudshell/home?region=ap-northeast-2" TargetMode="External" Id="R656a7916fec24c59" /><Relationship Type="http://schemas.openxmlformats.org/officeDocument/2006/relationships/hyperlink" Target="https://docs.aws.amazon.com/sagemaker/latest/dg/mlflow-create-tracking-server-studio.html" TargetMode="External" Id="R06d019d663bc41f4" /><Relationship Type="http://schemas.openxmlformats.org/officeDocument/2006/relationships/image" Target="/ppt/media/image11.jpeg" Id="Re8e3e69278f44004" /><Relationship Type="http://schemas.openxmlformats.org/officeDocument/2006/relationships/notesSlide" Target="/ppt/notesSlides/notesSlide35.xml" Id="R74603f12ed0f4e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D7B0CB-3CBA-4924-AADF-E4611719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D26257C-D1FA-4BF6-9B52-BADFB9CA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8731BB8-8F6B-4955-892A-770836E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05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89C792-7A4A-4DBF-AEC0-2E0263C8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 관리 (MLflow)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9DA1D2-EB4C-46AE-B084-2B559B5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MLflow 서버에 실험을 기록·비교하고 근거를 가지고 최고 모델을 등록할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926D5EA-8022-4C02-9823-ECEC889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FEF4A4-B354-48DC-B773-6126E24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D2F0A7-637A-425F-919C-581E0FD1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2001070306_19v1.3   2001070307_19v1.2   2001070307_19v1.3   2001070308_19v1.1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190516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6A04C-EF47-4637-A694-1C58C87E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614BD2-0592-4EF3-A66A-FDDE6B2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ACF093-4C6E-46D8-84F2-8910AB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E9B1E7-23BB-4AF0-82D4-2F07E6CE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M1 팀 발표 + 오늘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1F1F11-1278-42B1-B446-7281C5B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4C5286F-E9B5-48A3-BBDF-3F18496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123ECF-789B-40E9-9B51-B27C5C0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재현성 / 실험 추적 4요소 / 레지스트리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E69415-73AD-44E3-BD01-4EE2F1B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03ADAF8-6067-491D-AE93-EF0D7105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825A34-C19D-4883-BBBF-BDEB49EC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7E5C57-3509-4198-84F8-B81306C0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0C48F97-EA62-40D4-B18A-66BE7C1F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F20047-2450-470D-BE3F-703DBC1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MLflow 서버 기동 + 5조합 비교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6DF0A7-D1DA-4B6C-8BB7-60BC7BC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DA3DFDD-857E-42FE-8CF6-670276BB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2DBC82-A88F-40DB-B854-A68D449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4FD820-6C0D-4DC4-B81A-C806F8B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E4413EA-DDAF-4E42-9E1D-8F49AFA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8D05D7A-EF70-4AFB-AEB7-BD1817B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팀 실험 기록 + 최고 모델 등록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575401E-9E76-4AAC-B41B-C8DA68B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6C5F272-BB87-48DC-AE93-D26C7F97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9F2318-7E52-4442-B318-B10A57C9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473BDF1-B20A-4D6A-A8C4-2EF49ED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D36461E-AF29-471E-9EA7-70150C5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06BAABA-36D4-4ED4-B7F2-7C5E43E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— 보안그룹 5000 회수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2E00C35-2E80-4B9D-91B3-8559282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AC7468-EB4C-4F8E-B9AD-7B6A20A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28EFCE8-1DD2-4E30-BF8B-F36B1B3E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23189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449D8F-EB4C-4911-8569-CA17991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22D1FC-B4A8-4B6E-812E-FF39961A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49AA8D-4FA3-4D65-8C3A-AFBD2A15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왜 기록해야 하는가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6D23010-3D0B-410A-A889-F5DAF97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실습의 절반은 여기서 끝납니다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56160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DE6B99-6729-4EB1-98D8-212B903F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3주 전 그 결과,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어떻게 냈더라?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7DA224-8A55-4DC5-98CC-08A5014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이 질문에 답하지 못하면 신뢰가 무너집니다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046976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B003C9-DCD9-49C8-8A0D-4BC0DD6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재현성은 기억력 문제가 아니다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2780C9-9A07-4F2C-A160-3E5CADC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인간의 기억으로는 원래 불가능한 일입니다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C0D413-1614-4960-80AC-484B8FF4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C454AB-9818-44FB-A006-8F88DC5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6BA987-F719-4502-A106-99CF54EB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 이름으로 관리하다 무너진다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28127E-4EE5-47E2-A2C5-8F66FBE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train_final.py / model_best.pkl 중 어느 것인지 모른다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FA5B026-A5EB-457F-A1B8-12D8E73E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0D146F4-4262-43D9-BA7E-723C96E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EE44089-964C-48AC-A08C-4E3B69CA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랜덤 시드를 안 고정했다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DB889E-AE17-4C48-8898-944B7A2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코드를 돌려도 숫자가 조금씩 달라진다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5894C5-3CD1-4F47-A28B-928B1559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F942E1-641C-4CC7-A253-1A92EE2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21DFCBA-7717-4E29-81D6-3DD54936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 버전이 바뀌었다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E3013F-2B11-4E7B-8A2C-1ABA670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몇 월 버전으로 학습했는지 남아 있지 않다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3192A4-973B-4CBF-ACC1-CAEAB93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9BFBA8-D86F-4F92-BF55-8AF2AE47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5579F79-A6DD-47D9-86F1-4D32649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설정값을 어디에도 안 적었다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3800C6-7A9A-4326-8DFE-494EBAE2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실험 30번이면 조합도 30개, 머리로는 관리 불가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0860973-A83A-46D0-B298-886D244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E42F113-59E8-4067-8187-F568841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엑셀 기록이 무너지는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41F990E-2D15-44F4-933D-1E9FD067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적는 걸 까먹는다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특히 실패 실험을 안 적는다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모델 파일과 따로 논다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팀원과 공유가 안 된다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AB5BEC3-AFBC-4183-80AC-184B0C6F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9AABC66-ADE0-4945-9AB9-0CEF708F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67549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6CF3D5-B452-409A-846F-6A78B8A7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실험 하나를 기억한다는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849BCC-C934-4BE9-873F-A2CFC52B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네 가지를 기억한다는 뜻입니다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7E249F-2D56-4F99-867E-A81918AA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2E28F0-BD60-480C-BEF9-361BAA74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2E432F-2190-4290-85A8-8A8A4D9A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E2AD440-8020-4C5A-AF25-6632054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파라미터 (parameter)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1040EE1-3785-415E-978E-EC0A27B9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내가 미리 정한 설정값. max_depth, seed, 분할 비율. log_param()으로 기록합니다.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A6A5784-8F3F-4DF8-8A35-E66B4BF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33FFBF-0915-403B-B9C8-CA60358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24D857-4D49-4756-84CD-DC187EB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0E9008-CD32-4A2E-80EA-CDB1A2C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메트릭 (metric)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D66498-DEDF-42D1-9E06-9C743D2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돌려봐야 아는 결과 숫자. RMSE, F1, 학습 시간. log_metric()으로 기록합니다.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E959B94-44E8-44BD-B37C-07CE26C7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A3D487D-5E3B-45A7-84CB-16BCD22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F531E5-AE76-4386-895F-FFE6B14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8871B5-BB1B-4F31-9CA7-8968B90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아티팩트 (artifact)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4ECB9A-8095-4863-A452-FBA0DAE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학습이 만들어낸 파일. 모델 pkl, 그래프 이미지. log_model()이 S3에 올려줍니다.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03C6720-022A-47CD-B6E3-5096F3F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8E312D-850E-4760-AE47-226F0CB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810DC97-467B-40C9-9ABF-DBAA446A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F66710-8A6A-4EE2-836A-7D36732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코드 버전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FD71E58-0438-4166-960A-D3FB0F0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어느 커밋으로 돌렸는가. Git 저장소 안에서 실행하면 자동으로 기록됩니다.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27469B1-D988-4899-A240-8938D49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5460C3-B8F0-4C13-984D-2805561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654198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09B070-DA36-487A-B9BF-FEE213E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제일 많이 헷갈리는 두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768976-2D6D-4EF6-AC61-4C8F944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구분법은 한 줄이면 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960DD1-A6FD-4432-B58A-E2C8EDF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08BB39-2A03-4765-8785-81D2A91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95DB2F-CC01-4EAF-843E-6D3B5AA7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파라미터 — 미리 정할 수 있는 것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FA09EC-12DA-4BCC-85D7-A56C9978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max_depth = 12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n_estimators = 200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random_state = 42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데이터 분할 비율 0.6 / 0.2 / 0.2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입력 쪽 설정값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85DEAB-3E5A-413E-9A0A-D23CC57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89D73A-76E1-4A6D-AC94-B69A682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E2A4F2-53A9-4D94-88A5-CAE5D494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메트릭 — 돌려봐야 아는 것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F10D8EA-866E-4112-AD99-A074A97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rmse_valid = 412.7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f1_valid = 0.812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train_seconds = 24.3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학습 성능과 검증 성능 둘 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출력 쪽 성적표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AA1C7D3-E5DC-45F5-AC41-4CE912E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700B394-F622-408B-9BB6-10D5A4A0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705610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7658AC-349F-4D43-9F38-D028805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MLflow 서버가 쓰는 저장소 두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3AD6C1-B8CE-468F-9993-52AA12F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작은 숫자와 큰 파일은 있을 곳이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E4F897-C19B-48AF-B0BC-A2B88AE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150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BC655A-D7A2-4FF3-993B-7AA6865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92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68EC7B-D1FB-4C4F-8817-82D3ECA3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92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90C140-9A1A-49D0-BD98-0E551E2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14096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백엔드 스토어 — SQLite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B093300-2197-454B-AD06-3DFC7856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65302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파라미터·메트릭 같은 작은 숫자를 담는 데이터베이스. 검색하고 정렬해야 하니 DB가 맞습니다. 파일 한 개짜리라 비용 0원.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C88C008-06D1-46EF-9DAB-81FCC901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92150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2447CC5-A5ED-472A-AF9E-EDE951F0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1592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0E5325-AFEE-4830-A9A5-413DD57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1592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4D6AB9-BFCA-48E0-A08C-7D8A124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14096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아티팩트 스토어 — S3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580B05-2742-410F-8ED3-F2B16C90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65302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모델 pkl 같은 큰 덩어리를 담는 곳. DB에는 그 파일이 S3 어디 있는지 주소만 저장됩니다.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1F1B43-30E5-4610-9DC8-CF3ABC96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8B6A1B-9449-475A-9929-BFDEB59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3377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BFA5B9-E2D0-4AEB-8E13-60E4AA3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레지스트리 — 실험과 서비스를 잇는 다리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6FD216-0BDC-4EF4-BC8D-8123A2D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파일 경로가 아니라 이름으로 부릅니다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C9B653B-8589-4FE8-AE32-7577D14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02C9BE-8171-415A-BA8D-BADA1426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EF4DB14-7028-4EE4-985C-73D8FBC8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이름에 버전을 붙여 관리한다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807389E-5A56-4A85-BB75-C699E237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team-T01-model 버전 1, 2, 3 … 덮어쓰지 않고 쌓입니다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139804-DEB9-4BE4-8139-B63BF9E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CDA3DA-A37B-42A3-9D3C-AA7E6D2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6168A-D66F-4836-8275-64E4266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서빙 코드는 이름만 안다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4A61A99-B010-4BD5-8FEC-74BAA99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models:/team-T01-model@champion 한 줄이면 끝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36B761C-3D68-4245-8B97-3373EDD8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810F9D7-D3D9-4189-BE9F-D31E91CC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B8969A-1BBB-45AD-96FB-7804E6D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별칭을 옮기면 되돌리기가 5초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BAEF575-972B-49E8-9B1B-92CD243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 모델이 이상하면 champion을 이전 버전에 다시 붙입니다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69E7CBF-AB6E-4E2F-A3EA-C0A6C6B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6A98D62-71A8-41BD-97E5-838D4B7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CF4098-4FCB-4895-8B11-DB48E21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등록할 때 선정 근거를 함께 남긴다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FAE4A13-1ACB-4641-8341-D71132DF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description에 왜 이 모델인지 한 문단. 오늘 평가의 핵심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DBBCB54-A2C2-4B24-9538-58DE391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4BF5CA9-3DE3-4D6D-AEA6-2A445D6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스테이지와 별칭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0CDAC11-DDEF-42A6-8AA2-EE968C88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None / Staging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Production / Archived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MLflow 2.9+는 별칭 권장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@champion, @challenger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94C097-367E-44F9-BE62-5B648AF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AF7A219-6C30-461D-A627-1DFDC5A3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81331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03B689-74FE-497F-96F9-0240505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하이퍼파라미터 조율 3원칙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34038B-3283-4F7B-B76C-63AD373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5개 조합을 어떻게 고를 것인가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5F18A12-625D-4626-BDEF-719536D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F120844-F913-4AD8-A1A9-EAA6F892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1165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70050CC-9222-452D-9D5E-0077FA0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11655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FD312E-2CFF-4064-A991-A372C2EF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한 번에 하나씩 바꾼다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4FE665-BBA0-4F55-AFA7-E40F977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개를 동시에 바꾸면 뭐 때문에 좋아졌는지 모릅니다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5590D61-D5B3-4BCB-A4ED-7459CDB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4046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6AD6EA-95FF-493A-B016-08B04BA0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8437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F962B1-F6E9-442A-89FE-6A12BD1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8437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DAAE8D-DD91-43F6-8DD5-F70D3633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206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넓게 시작해서 좁힌다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B91D4A1-8BEE-4A61-872F-BF759EDE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7822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4, 8, 12, 16, 20으로 훑고 좋은 구간 주변을 촘촘히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25B4CA9-3E61-4F5D-BE2B-BD0834D4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AAEC98-280C-411D-8000-7FDEA1D1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15709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BFD547D-FD84-4F75-9063-2F96589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15709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18C42C6-4F08-4D01-B98F-ED4141D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54780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안 변하면 놓아준다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9070278-52F0-4B4A-9DAD-F90FB21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0540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값을 바꿔도 성능이 그대로면 그 파라미터는 버립니다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A71B546-A524-402A-BF79-FCF44307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9482"/>
            <a:ext cx="11057839" cy="1044702"/>
          </a:xfrm>
          <a:prstGeom xmlns:a="http://schemas.openxmlformats.org/drawingml/2006/main" prst="roundRect">
            <a:avLst>
              <a:gd name="adj" fmla="val 525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9D9F15-EC0B-4E26-AAE6-6EED9AF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32980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5DA1E28-3D8D-45EF-8C54-7667056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329809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E4394D4-0BD7-4695-88A4-832A845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749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5조합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E3C5CB0-9E99-4B9E-9C4C-33F59E18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93258"/>
            <a:ext cx="9960559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max_depth = 4 / 8 / 12 / 16 / 20 · n_estimators는 200 고정</a:t>
            </a:r>
            <a:endParaRPr sz="11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F37EBD4-0D71-4779-8DB4-3E5EE17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F7FFA1C-1B45-40AC-BE45-91230A8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24730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31CCC7-C6E5-43EC-B51B-4AC1AB5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FA0F2B-B6C7-4CB9-9648-5F8B522C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F832F0-148D-499E-BE8A-9FB28CDC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서버 세우고 5건 비교하기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2C0F15-9063-40AC-9194-60AFA57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379191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9448FE-6919-41D0-99A7-D02A565A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490690-BDF6-4F5A-AA07-EC9FCA9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 단계씩. 안 되면 바로 손 드세요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E9BAE6-BCE3-47ED-88D5-FCE2B66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3D3A60-BDBD-451E-A5AE-6CE13F4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59DF20-0660-4B0D-B5CA-302A727D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454308-D1B6-494B-BD68-AFDC8ACF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 접속 · MLflow 설치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5B28C5-DD69-4CD2-9A1C-C258591C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pip install -r requirements-week05.txt 후 mlflow --version 확인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6323513-885C-4DC3-A528-1BA7372B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A44D590-30C0-487F-9F53-49105B5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8E367C-2E47-489A-9BC6-A8ADCC1A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D4FEB8-562A-4D60-9B61-9D3E369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 5000 포트 열기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9D739AC-23AA-4DE0-933B-A83102DA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소스는 반드시 내 IP. 설명란에 mlflow-ui-week05-학번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94FB6CF-BD9B-4417-970D-1C084DD7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51931A7-26AB-4CCB-B909-188E476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B105D9-54B7-441C-A24F-194B56D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6D3DF70-D52E-431A-9094-B08FC3A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tmux 안에서 서버 기동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A83D69-4B02-40CD-A2B8-FFC2CDBD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백엔드는 SQLite, 아티팩트는 내 S3 버킷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A8FC874-0DB4-45EE-ACA9-B02951C4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735F147-8692-4935-8D65-5D19B83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E51A6F-1FA1-4469-A853-AF7071BA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A0C8D5-8204-4DAB-9FC7-F54541D0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코드에 로깅 삽입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6808651-5243-4796-9FA6-81469F4A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train_mlflow.py의 별표 표시 줄을 채웁니다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3A95734-36E6-4A4E-9C78-A261A5A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FA29B8C-A6D0-48D5-9F09-D8F52C8B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2647AAC-5610-4E11-86E4-1AA6573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5A46D83-D0C8-4FAA-9777-0585429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5조합 실행 후 UI 비교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81CAFE5-EAEF-49C7-B810-C8B9BD0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./sweep.sh 실행 → rmse_valid로 정렬 → Compare 차트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892BAA-80B6-44EA-A4D5-8D3BD9D5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380AAB3-21D7-4B0B-8ACB-AA9AFDC0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725317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50D102-8AD9-44A9-AD92-1477452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 5000번 포트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3EE3B7-4771-46AB-88B5-A9B7E13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가장 조심할 것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2E33C2-6277-4848-8C7B-9D1199E2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0B3F3C-ADAA-486B-B3AE-7DBEDB8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3F82D-97DD-4377-9D5E-AF1C0E1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41AAF83-5D33-447D-908E-932FF04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0.0.0.0/0 전체 개방은 금지합니다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A13E7A-0D00-4DC7-BA5E-88AD0580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MLflow 서버에는 로그인 기능이 없습니다. 전체 개방하면 아무나 실험 결과와 모델을 보고 지웁니다.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소스는 반드시 내 IP를 선택해 x.x.x.x/32 형태가 되게 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규칙 설명란에 mlflow-ui-week05-학번을 적으세요. 수업 끝에 이 규칙을 찾아서 지웁니다.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수업 종료 5분 전 정리 타임에 5000 규칙을 반드시 회수합니다. 남겨두면 감점입니다.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학교 무선망은 IP가 자주 바뀝니다. 안 붙으면 현재 IP를 다시 확인해 규칙을 갱신하세요.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1DFCEC-CA81-45BE-89FA-6AB990B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C97349-4D8B-4998-A204-C8FE2CE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030885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04DD35-95EF-4C82-88D8-8465430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MLflow 서버 기동 — tmux 안에서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AFED74-EF50-4E6B-8D85-04C8299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그냥 실행하면 SSH를 끊는 순간 서버가 죽습니다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864567-222E-4308-8C13-E00C08A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2ED9DE-5D48-4672-B854-CF3EB47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D189CE-6181-4586-AD7A-51FB653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tmux 설치하고 새 화면 만들기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apt-get update &amp;&amp; sudo apt-get install -y tmux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tmux new -s mlflow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tmux 화면 안에서 서버 띄우기 (&lt;학번&gt;은 본인 학번)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~/mlflow &amp;&amp; source ~/mlops/.venv/bin/activate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mlflow server \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--backend-store-uri sqlite:////home/ubuntu/mlflow/mlflow.db \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--default-artifact-root s3://mlops-2026-&lt;학번&gt;/mlflow-artifacts/ \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--host 0.0.0.0 --port 5000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Ctrl + b 를 누르고 손을 뗀 다음 d 를 누른다 (빠져나오기)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tmux ls            # mlflow 세션이 보이면 살아 있는 것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E6DA4CC-E4D6-4FCC-880E-68946AA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브라우저에서 http://&lt;EC2 퍼블릭 IP&gt;:5000 · https 가 아니라 http 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6DD61C-E575-483E-9DF1-EDC5FE8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9C4757-359A-4E0A-B02A-E9404DFE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428246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C98BAB-B4E3-4BF6-8DEE-2A078AA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코드에 넣을 다섯 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3A48D7-5B4F-4C76-8A66-231DCE6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나머지는 4주차 코드 그대로입니다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1D9B3C-45CF-4899-9B0B-B8E9447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8238C9-0622-498A-A6C0-EBC7EB40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7B6129-3C82-47E7-8827-13D7B957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mlflow, mlflow.sklearn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mlflow.set_experiment("bike-baseline")          # 실험(폴더) 지정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with mlflow.start_run(run_name="rf_d12_n200"):  # 실행 1건 시작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mlflow.log_param("max_depth", 12)           # 미리 정한 값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mlflow.log_param("n_estimators", 200)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mlflow.log_param("data_uri", f"s3://{bucket}/{key}")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pipe.fit(X_tr, y_tr)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mlflow.log_metric("rmse_train", rmse_train)  # 돌려봐야 아는 값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mlflow.log_metric("rmse_valid", rmse_valid)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mlflow.sklearn.log_model(pipe, artifact_path="model")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B346B8-57DA-4514-94EC-3F05FA9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모델이 아니라 Pipeline을 통째로 기록합니다. 4주차 원칙 그대로입니다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E22035-8B75-4054-89E4-E30405E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C789E7D-1620-4C1C-BCFC-8582A89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10920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552324-640D-4DBB-9A6A-C74A50B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40A17B-1BE6-4BC7-BEBA-3B07DAB8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SSH를 끊었다 붙으니 UI가 안 열림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 server를 그냥 실행해 SSH 종료와 함께 죽음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tmux 안에서 재기동. tmux ls 로 확인, tmux attach -t mlflow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인스턴스 중지·시작 후 서버가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tmux와 nohup은 재부팅을 못 넘긴다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systemd에 mlflow.service 등록하면 시작 시 자동 기동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저장 순간 AccessDenied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아티팩트 경로에 쓰기 권한이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버킷명 오타 확인 후 aws s3 cp 로 직접 써지는지 시험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브라우저가 계속 로딩만 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5000 미개방 또는 소스 IP 불일치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checkip.amazonaws.com 으로 현재 IP 확인 후 규칙 갱신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ERR_SSL_PROTOCOL_ERROR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브라우저가 https 로 자동 변경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주소창에 http:// 와 :5000 까지 직접 입력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서버는 뜨는데 실험이 비어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스크립트가 다른 곳에 기록 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echo $MLFLOW_TRACKING_URI 확인 후 export 다시 설정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7DBD04F-56C8-4006-BD78-2374D2F3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FE0EF2F-6E69-4094-925D-2AEFD52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84563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A16E22C-0452-4C76-A73E-EAA3DBE9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A3341D-2326-4DED-8EB9-EB8DC66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F341A3-0C67-4DFB-AAD6-3DC65E4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팀 실험과 모델 등록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CB1565-8B67-4660-99F1-C4ACACF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팀별로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237920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08A1FB-4882-4CF5-AEF7-83DD0330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B는 세 덩어리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6DCF14-802A-4E5A-AAC9-0BA4F72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85분을 이렇게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62F706-230C-48FE-ACBA-461DDE70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649DC1-FE40-4947-B13D-928851D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613EFA-649B-4BF2-8A7B-A57859A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첫 20분 — 팀 코드에 MLflow 이식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1ED5C6-D3D1-448D-B145-913933BC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1106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실험 이름은 team-T팀번호-주제 하나로 통일합니다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33FA135-B08F-44EA-8A39-C2AC7D45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EC793B-CACD-4C14-9D63-43D8912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5BB1F4-4D9B-4981-BAE0-A3AF706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6324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40분 — 실험 8건 이상 기록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B2CEF6-A683-45C6-A7A2-9575178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47288"/>
            <a:ext cx="5956347" cy="1106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A는 max_depth, B는 n_estimators, C는 피처 조합 담당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801C38-AEEF-4706-B011-B9028EC1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34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77557A-5A7F-4C88-9FC6-D8AFE29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34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375FF9-6EA6-43AB-92E5-EC64F12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2686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마지막 25분 — 기준 쓰고 모델 등록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C2835D-9124-4F83-8390-E805379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0912"/>
            <a:ext cx="5956347" cy="1106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기준을 먼저 쓰고, 그다음에 UI를 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5F0E424-63F7-476B-B36C-E342545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71A3F9-07C7-4BF3-B9C5-7CF58B9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서버는 팀에 한 대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41A7B0B-5E73-43B6-A612-EEB3553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 명만 서버를 띄운다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나머지는 그 주소를 지정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팀원 IP도 /32로 추가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실패한 실험도 지우지 않는다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9F6712-5B51-4B3E-8FBB-14D68C0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F59C882-30BE-47CC-B98B-C9DA26CB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238365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37C816-24F3-4BD1-91E3-E726299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선정 기준 세 항목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0B85E5-6C84-440D-BB29-4247B436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결과를 보고 기준을 만들면 그건 기준이 아니라 변명입니다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D239C0-46F4-4A54-90F2-7FD549CB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3CBD1B2-38A4-4DD2-B5EB-54E7F6C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5C9608-C9D3-43E8-A102-3BC1CDE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CD0A72-18E3-4154-B174-7692FDB0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 지표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B676E0-AE80-4507-AA8B-3C0308C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무엇으로 판단할 것인가. 예: 검증 F1. M1 문제정의서에서 확정한 지표를 씁니다.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6C8682A-DC43-4A8B-9146-BCC2BF44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1A6D0C-E734-4B5C-8736-290E2C0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24E36F4-A4A4-481F-BB0E-0983BF2B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E931FB-F6CB-4593-AC98-56B1C020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동점 판정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187C94-67FB-4AA6-9134-3E956A0A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차이가 0.005 이내면 학습 시간이 짧은 쪽. 미리 정해두지 않으면 그때 가서 흔들립니다.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52FE4D-3984-4233-9BC9-7FC87AB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8F932F0-B792-4585-8D69-91451445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6A6333E-3D86-4FD4-A294-69AF211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800845-2DC6-4633-99F9-4365FDCC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탈락 조건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9D67559-A9C9-44B6-9584-B2B7677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학습-검증 격차 0.15 초과, pkl 100MB 초과, 학습 10분 초과는 성능과 무관하게 탈락.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FEFF4D-8CEF-4AF2-B96D-6370BF6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4C97F05-0368-439E-9DBA-ADE1E136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986352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AC615B-EAB8-4718-954E-4D290E87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최고 모델 등록하고 이름으로 불러오기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D8EAAC-F8BA-4E83-89FE-9277C62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주소가 7주차 API가 쓸 주소입니다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8217EE-34B2-48B5-B66C-0C89D4B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4C38AC-68F9-4ED9-A3D7-9651CD1D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C6F8A1-D74A-488B-A3FA-5DE8D4D3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1) 기록은 팀 서버 한 곳으로 모읍니다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MLFLOW_TRACKING_URI=http://&lt;팀서버IP&gt;:5000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AWS_DEFAULT_REGION=ap-northeast-2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2) 최고 run을 찾아 등록하고 champion 별칭을 붙인다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register_best.py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--experiment team-T01-churn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--metric rmse_valid --mode min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--model-name team-T01-model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--note "검증 RMSE 최저 398.2, 과적합 징후 없음, pkl 18MB"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3) 이름만으로 다시 불러와지는지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- &lt;&lt; 'EOF'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mlflow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pipe = mlflow.sklearn.load_model("models:/team-T01-model@champion")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print("불러오기 성공:", type(pipe))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EOF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71AF33-9D2E-40BA-BEEC-A53599E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UI에서 Register Model 버튼으로 등록해도 결과는 같습니다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F7F085-A3AE-490F-B340-15BFBCC4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521C15-11DC-4825-9D52-FF2B977B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0021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5D4D30-5DFD-4EE5-A46B-C79DAE10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0A5C47-76A8-4F98-A5D6-659D4C8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LMS 5주차 과제방에 제출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F9D9CB-B63A-45E0-A911-FD44CE6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C26030E-5D95-4D6D-829C-C1C38D9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5735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5AE522-55E5-4049-A4B5-32A73C23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58191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실험 5건이 rmse_valid로 정렬된 UI 표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5389D4F-F7F6-4F6D-A263-8D3136E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38528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주소창에 IP:5000이 보이게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E71A93-706A-47D4-A346-F59413F8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3140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3A629F9-5207-46E1-BE34-321E881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3916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0912E46-A5C6-4198-BCC4-4FF15E2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63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성능과 검증 성능 Compare 차트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CBE6428-20BC-46DE-BC3C-1518453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20340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+ 과적합이 시작되는 지점 한 문장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FC179B-B02A-4600-BFA4-D3BF6FE1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44952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920F82-74D6-4C9A-867C-02378D6A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097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BCD4A42-82CE-4048-898A-B90CE767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4553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실험 8건 이상이 보이는 실험 목록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E5EA89-E936-410B-82F7-A162155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2152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E33EAB2-24A3-444F-9167-9116F5E5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43B6293-AA13-48D8-8841-D1749EE1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0278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65A2F4-6A77-4E84-8579-FD827FF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선정 기준 3항목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AA68DD-18E8-4913-9931-44AD9D7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텍스트 · 주 지표 / 동점 판정 / 탈락 조건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CEFB25F-F93A-4F21-AAAE-68BE7285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08576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842730F-ADEC-4F7B-85B8-F189779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8459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A098C2F-66CC-4095-A0BA-B5B8BCA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916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등록 모델 + champion 별칭 + 선정 근거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CA32492-4401-4AE4-A19A-C84CC477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065776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description이 보이게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08324B0-A714-40D9-BB2D-A5A7CBB2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0388"/>
            <a:ext cx="11057839" cy="66294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00D4D9B-E731-4B5D-96BD-36C5DB7F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6641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EEFFD31-25A2-4360-A63B-28F89AA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490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후 보안그룹 인바운드 규칙 화면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58FB8B0-0387-478A-9825-7E929066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847588"/>
            <a:ext cx="10051999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5000 규칙이 삭제되었거나 /32로 제한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2C7F73E-F6DC-47E0-AD1F-EF01CC2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39CFB58-DC21-4C59-B518-FB43731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80024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1E77F6E-BF1F-40B9-AEE5-5EE10D6D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ACEB3F-4A75-4127-A911-56E2FAD1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 · 조교가 1:1로 확인합니다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5C7323-3BE8-4C4B-A304-B060A0D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449817D-2791-4AFC-BD54-7C32AC98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42A7E8-631F-4AC1-A75E-3CAF16B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26FF311-EAA6-4E72-BF91-4BD393BE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오늘은 끄는 것보다 닫는 것이 더 중요합니다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F6E35F-DBBE-47D6-BBB4-18C846D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MLflow 서버 종료 — tmux kill-session -t mlflow 또는 kill $(cat ~/mlflow/server.pid)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보안그룹 5000 인바운드 규칙 삭제. 남겨둘 학생은 소스가 내 IP /32인지 확인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SQLite 파일 ~/mlflow/mlflow.db 는 지우지 마세요. 지우면 실험 기록이 전부 사라집니다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S3 mlflow-artifacts 용량 확인. 1GB를 넘으면 실패한 대형 모델을 정리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EC2 인스턴스 중지(Stop). 종료(Terminate)가 아닙니다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60E0F5-DD22-405C-ADFB-1D6970E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33A4B4-AF54-439D-A016-0144820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9991528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71FD82-4360-4967-9E69-589EAEB6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9A2098B-4012-4068-8D44-D04B8142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4EC09C-C49B-4663-9C79-6DF8FE4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481D9-6565-44C4-957C-24E95E4C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6BDC0A9-7482-41C7-BFFD-D9886D5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재현성은 기록 구조의 문제 · 미리 정하면 파라미터, 돌려봐야 알면 메트릭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64A95D8-8F73-45BE-A021-9D3AC372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2914B7-7D13-441B-8E81-49B1D4D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3DDBDC-3380-4AC9-BD09-6D64201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남긴 것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635AF5-BE1F-4069-81AD-7E084A1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models:/team-T01-model@champion · 모델 선정 기준 문서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6BF7D7-6909-4796-B4E0-A7FEFB5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02043F-8049-4313-B948-E0CA6D1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BE00FF0-9165-48D2-AF7A-C2A3D3FF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39C410-234A-4C9A-AA05-9A3358B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환경을 통째로 상자에 담는 기술, Docker를 배웁니다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69DC4A3-4CF2-47D5-BA42-8DE6323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352691-057D-4691-B3D3-7F74E24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8DE44B9-A049-4848-BF95-8A8B6A21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C5D37E-1F0F-40BB-9216-8A22A73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노트북 · EC2 디스크 여유 10GB 이상 · df -h / 결과 확인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E4691AA-B036-45AB-93D0-8CE4F0C6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519172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7D976C5-552C-42C8-A21A-40C92272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38628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AB6F39-23C1-41E0-97A7-84021B40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214116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피처를 바꾼 실험 3건 추가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해석 두 문장 제출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 README 실험 관리 절 갱신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1B0E87B-8F44-49BB-B5EE-93AB651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5주차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256648-83AD-4BAF-B3C6-72E83F8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89175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4F0CD1A-7792-470E-9A92-A3594606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1AECED-9562-4F39-AA6B-EF531E7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639947B-5122-46F5-A7B0-810509F6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2B4C0BD0-EF01-4C3A-8434-CEF4E79A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파라미터·메트릭·아티팩트를 한 실험으로 묶고 선택 근거를 남긴다.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B8DC1647-1651-483C-AD17-E43B2C5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학습 코드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0E7FB907-5732-4929-9027-B25E47F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MLflow Server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239680A2-7504-45F5-873C-79B59D8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SQLite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CEC92A7C-8AE9-4274-92F4-7233D22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artifacts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98D64E17-4F51-4753-B6BC-7F1A428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Model Registry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9852BAC3-BCB9-44F1-BCE8-18E2DF4C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93D521E-D126-4E4F-9AA9-E2995A4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5653910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ba2fe884c4ca2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팀 MLflow 서버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6a52a868918460b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4f59a3219934e3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SageMaker Studio 시작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Studio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도메인과 시작 방법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cb3567fdcae471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f56ae613858437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09695eed44a4a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SageMaker 도메인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Domains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MLflow를 사용할 도메인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a5754659e7c471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12b008daef345a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0514964040b6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SageMaker 역할 관리자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Role Manager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MLflow 활동 권한이 있는 역할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50b1ac1d16140c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4a79672bf314a9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73fb70db24e57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SageMaker MLflow 진입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Dashboard → MLflow tracking servers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추적 서버 목록 진입 위치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d3f3f6085704b2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70a0da2a77b466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b7b7ce73b47d8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실험 결과의 모델 관리 진입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Deployable models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 버전 관리 위치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67676f251a24c4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b2fc433359641e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598f62dcb4d99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MLflow용 IAM 역할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S3·SageMaker 권한이 있는 역할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dc502253f9f415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58823c486a1405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3651902804a45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MLflow 아티팩트 저장소용 S3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추적 서버와 같은 리전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48804e5e9c3419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6e9ee3cf0464e9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d4baa95b048e5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MLflow 관련 로그 그룹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Log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관련 로그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0cb754f6d5c43a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76a950ed2b64de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97ecf4c7c46c5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CloudTrail 이벤트 기록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CloudTrail → Event history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인프라 변경 주체와 시간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bf88ee437c347c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20019f301e14d8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6ac078ebc41ae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1F9401-1C06-4DFC-8720-F751BED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05주차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C5575-930D-478C-82D0-04EE2A4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MLflow CLI 준비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9E21E2-A765-4AED-B8D4-D284FBB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C7973FBA-40ED-4094-8EDC-A1DCFD3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92444758-E9FE-4406-8C25-7E54926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9F87ABF-4B86-49E1-90A3-8BF54C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CLI와 서울 리전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14196A66-50CC-40AB-9DA9-C518AFF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56a7916fec24c5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6d019d663bc41f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FFD7A02D-0080-43CF-8CE2-8043A4A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3e69278f4400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5187440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2026-08-24T06:36:20.5880000Z</dcterms:created>
  <dcterms:modified xsi:type="dcterms:W3CDTF">2026-08-24T06:36:20.5880000Z</dcterms:modified>
</coreProperties>
</file>