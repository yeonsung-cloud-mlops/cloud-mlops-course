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88ba4fb9349c2" /><Relationship Type="http://schemas.openxmlformats.org/officeDocument/2006/relationships/extended-properties" Target="/docProps/app.xml" Id="Rc9537ba791904a96" /><Relationship Type="http://schemas.openxmlformats.org/officeDocument/2006/relationships/officeDocument" Target="/ppt/presentation.xml" Id="Rc32885c19d654f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120e519b2c482a"/>
  </p:sldMasterIdLst>
  <p:notesMasterIdLst>
    <p:notesMasterId xmlns:r="http://schemas.openxmlformats.org/officeDocument/2006/relationships" r:id="Rf6d9cae6ca2d47ac"/>
  </p:notesMasterIdLst>
  <p:sldIdLst>
    <p:sldId xmlns:r="http://schemas.openxmlformats.org/officeDocument/2006/relationships" id="256" r:id="Rca3d956a38fa4471"/>
    <p:sldId xmlns:r="http://schemas.openxmlformats.org/officeDocument/2006/relationships" id="257" r:id="Reafb24ddfb114eaf"/>
    <p:sldId xmlns:r="http://schemas.openxmlformats.org/officeDocument/2006/relationships" id="258" r:id="R48d0968bbd144305"/>
    <p:sldId xmlns:r="http://schemas.openxmlformats.org/officeDocument/2006/relationships" id="259" r:id="Re2665b5486f84900"/>
    <p:sldId xmlns:r="http://schemas.openxmlformats.org/officeDocument/2006/relationships" id="260" r:id="R7da2fb58de1a4747"/>
    <p:sldId xmlns:r="http://schemas.openxmlformats.org/officeDocument/2006/relationships" id="261" r:id="Rd38dd7a697074521"/>
    <p:sldId xmlns:r="http://schemas.openxmlformats.org/officeDocument/2006/relationships" id="262" r:id="Ra92b3ee9d81242a4"/>
    <p:sldId xmlns:r="http://schemas.openxmlformats.org/officeDocument/2006/relationships" id="263" r:id="R9ffea31c8a614ecc"/>
    <p:sldId xmlns:r="http://schemas.openxmlformats.org/officeDocument/2006/relationships" id="264" r:id="Rb4084fcdf7344c13"/>
    <p:sldId xmlns:r="http://schemas.openxmlformats.org/officeDocument/2006/relationships" id="265" r:id="Rf7a6e43d74044cf2"/>
    <p:sldId xmlns:r="http://schemas.openxmlformats.org/officeDocument/2006/relationships" id="266" r:id="R8485281623b146fa"/>
    <p:sldId xmlns:r="http://schemas.openxmlformats.org/officeDocument/2006/relationships" id="267" r:id="R9f0b07f6f4884785"/>
    <p:sldId xmlns:r="http://schemas.openxmlformats.org/officeDocument/2006/relationships" id="268" r:id="Rcb49b1c8ee3a44f2"/>
    <p:sldId xmlns:r="http://schemas.openxmlformats.org/officeDocument/2006/relationships" id="269" r:id="R024d8bdeff4543c8"/>
    <p:sldId xmlns:r="http://schemas.openxmlformats.org/officeDocument/2006/relationships" id="270" r:id="R8dfcf419188d4a3b"/>
    <p:sldId xmlns:r="http://schemas.openxmlformats.org/officeDocument/2006/relationships" id="271" r:id="R5bd43d640495471a"/>
    <p:sldId xmlns:r="http://schemas.openxmlformats.org/officeDocument/2006/relationships" id="272" r:id="R1f0404ef6fd14a83"/>
    <p:sldId xmlns:r="http://schemas.openxmlformats.org/officeDocument/2006/relationships" id="273" r:id="R46fccf1f192a4e7a"/>
    <p:sldId xmlns:r="http://schemas.openxmlformats.org/officeDocument/2006/relationships" id="274" r:id="Rd43ef1c6154143f2"/>
    <p:sldId xmlns:r="http://schemas.openxmlformats.org/officeDocument/2006/relationships" id="275" r:id="R266bf9f8ccae4ba0"/>
    <p:sldId xmlns:r="http://schemas.openxmlformats.org/officeDocument/2006/relationships" id="276" r:id="R572aa947cb794360"/>
    <p:sldId xmlns:r="http://schemas.openxmlformats.org/officeDocument/2006/relationships" id="277" r:id="Raa76317b4b944e28"/>
    <p:sldId xmlns:r="http://schemas.openxmlformats.org/officeDocument/2006/relationships" id="278" r:id="R00d5d101aaa14450"/>
    <p:sldId xmlns:r="http://schemas.openxmlformats.org/officeDocument/2006/relationships" id="279" r:id="R7465e0d29a6d42b6"/>
    <p:sldId xmlns:r="http://schemas.openxmlformats.org/officeDocument/2006/relationships" id="280" r:id="R2bf372bfb21840f0"/>
    <p:sldId xmlns:r="http://schemas.openxmlformats.org/officeDocument/2006/relationships" id="281" r:id="R8b5cf04b64a54da0"/>
    <p:sldId xmlns:r="http://schemas.openxmlformats.org/officeDocument/2006/relationships" id="282" r:id="R08a6aa7c7717461e"/>
    <p:sldId xmlns:r="http://schemas.openxmlformats.org/officeDocument/2006/relationships" id="283" r:id="Rf6bd5f137d6a46b3"/>
    <p:sldId xmlns:r="http://schemas.openxmlformats.org/officeDocument/2006/relationships" id="284" r:id="R676f00fabcfb4c95"/>
    <p:sldId xmlns:r="http://schemas.openxmlformats.org/officeDocument/2006/relationships" id="285" r:id="Re12310357a2d4d92"/>
    <p:sldId xmlns:r="http://schemas.openxmlformats.org/officeDocument/2006/relationships" id="286" r:id="R704a88a64ba146d2"/>
    <p:sldId xmlns:r="http://schemas.openxmlformats.org/officeDocument/2006/relationships" id="287" r:id="R64517bf585a84c76"/>
    <p:sldId xmlns:r="http://schemas.openxmlformats.org/officeDocument/2006/relationships" id="288" r:id="R0b6bd9a330df4b6a"/>
    <p:sldId xmlns:r="http://schemas.openxmlformats.org/officeDocument/2006/relationships" id="289" r:id="R29a484eafdb24a50"/>
    <p:sldId xmlns:r="http://schemas.openxmlformats.org/officeDocument/2006/relationships" id="290" r:id="Rb4888b50db7f47a9"/>
    <p:sldId xmlns:r="http://schemas.openxmlformats.org/officeDocument/2006/relationships" id="291" r:id="Rfac84e99ed1741ff"/>
    <p:sldId xmlns:r="http://schemas.openxmlformats.org/officeDocument/2006/relationships" id="292" r:id="Rc29b339b87c046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0a9d8f0a4f4688" /><Relationship Type="http://schemas.openxmlformats.org/officeDocument/2006/relationships/slideMaster" Target="/ppt/slideMasters/slideMaster1.xml" Id="Rf5120e519b2c482a" /><Relationship Type="http://schemas.openxmlformats.org/officeDocument/2006/relationships/notesMaster" Target="/ppt/notesMasters/notesMaster1.xml" Id="Rf6d9cae6ca2d47ac" /><Relationship Type="http://schemas.openxmlformats.org/officeDocument/2006/relationships/presProps" Target="/ppt/presProps.xml" Id="R12eeb4e0dfb640ea" /><Relationship Type="http://schemas.openxmlformats.org/officeDocument/2006/relationships/viewProps" Target="/ppt/viewProps.xml" Id="R73f5b93d05df41ec" /><Relationship Type="http://schemas.openxmlformats.org/officeDocument/2006/relationships/tableStyles" Target="/ppt/tableStyles.xml" Id="Rdf07b2f9170147c9" /><Relationship Type="http://schemas.openxmlformats.org/officeDocument/2006/relationships/slide" Target="/ppt/slides/slide1.xml" Id="Rca3d956a38fa4471" /><Relationship Type="http://schemas.openxmlformats.org/officeDocument/2006/relationships/slide" Target="/ppt/slides/slide2.xml" Id="Reafb24ddfb114eaf" /><Relationship Type="http://schemas.openxmlformats.org/officeDocument/2006/relationships/slide" Target="/ppt/slides/slide3.xml" Id="R48d0968bbd144305" /><Relationship Type="http://schemas.openxmlformats.org/officeDocument/2006/relationships/slide" Target="/ppt/slides/slide4.xml" Id="Re2665b5486f84900" /><Relationship Type="http://schemas.openxmlformats.org/officeDocument/2006/relationships/slide" Target="/ppt/slides/slide5.xml" Id="R7da2fb58de1a4747" /><Relationship Type="http://schemas.openxmlformats.org/officeDocument/2006/relationships/slide" Target="/ppt/slides/slide6.xml" Id="Rd38dd7a697074521" /><Relationship Type="http://schemas.openxmlformats.org/officeDocument/2006/relationships/slide" Target="/ppt/slides/slide7.xml" Id="Ra92b3ee9d81242a4" /><Relationship Type="http://schemas.openxmlformats.org/officeDocument/2006/relationships/slide" Target="/ppt/slides/slide8.xml" Id="R9ffea31c8a614ecc" /><Relationship Type="http://schemas.openxmlformats.org/officeDocument/2006/relationships/slide" Target="/ppt/slides/slide9.xml" Id="Rb4084fcdf7344c13" /><Relationship Type="http://schemas.openxmlformats.org/officeDocument/2006/relationships/slide" Target="/ppt/slides/slide10.xml" Id="Rf7a6e43d74044cf2" /><Relationship Type="http://schemas.openxmlformats.org/officeDocument/2006/relationships/slide" Target="/ppt/slides/slide11.xml" Id="R8485281623b146fa" /><Relationship Type="http://schemas.openxmlformats.org/officeDocument/2006/relationships/slide" Target="/ppt/slides/slide12.xml" Id="R9f0b07f6f4884785" /><Relationship Type="http://schemas.openxmlformats.org/officeDocument/2006/relationships/slide" Target="/ppt/slides/slide13.xml" Id="Rcb49b1c8ee3a44f2" /><Relationship Type="http://schemas.openxmlformats.org/officeDocument/2006/relationships/slide" Target="/ppt/slides/slide14.xml" Id="R024d8bdeff4543c8" /><Relationship Type="http://schemas.openxmlformats.org/officeDocument/2006/relationships/slide" Target="/ppt/slides/slide15.xml" Id="R8dfcf419188d4a3b" /><Relationship Type="http://schemas.openxmlformats.org/officeDocument/2006/relationships/slide" Target="/ppt/slides/slide16.xml" Id="R5bd43d640495471a" /><Relationship Type="http://schemas.openxmlformats.org/officeDocument/2006/relationships/slide" Target="/ppt/slides/slide17.xml" Id="R1f0404ef6fd14a83" /><Relationship Type="http://schemas.openxmlformats.org/officeDocument/2006/relationships/slide" Target="/ppt/slides/slide18.xml" Id="R46fccf1f192a4e7a" /><Relationship Type="http://schemas.openxmlformats.org/officeDocument/2006/relationships/slide" Target="/ppt/slides/slide19.xml" Id="Rd43ef1c6154143f2" /><Relationship Type="http://schemas.openxmlformats.org/officeDocument/2006/relationships/slide" Target="/ppt/slides/slide20.xml" Id="R266bf9f8ccae4ba0" /><Relationship Type="http://schemas.openxmlformats.org/officeDocument/2006/relationships/slide" Target="/ppt/slides/slide21.xml" Id="R572aa947cb794360" /><Relationship Type="http://schemas.openxmlformats.org/officeDocument/2006/relationships/slide" Target="/ppt/slides/slide22.xml" Id="Raa76317b4b944e28" /><Relationship Type="http://schemas.openxmlformats.org/officeDocument/2006/relationships/slide" Target="/ppt/slides/slide23.xml" Id="R00d5d101aaa14450" /><Relationship Type="http://schemas.openxmlformats.org/officeDocument/2006/relationships/slide" Target="/ppt/slides/slide24.xml" Id="R7465e0d29a6d42b6" /><Relationship Type="http://schemas.openxmlformats.org/officeDocument/2006/relationships/slide" Target="/ppt/slides/slide25.xml" Id="R2bf372bfb21840f0" /><Relationship Type="http://schemas.openxmlformats.org/officeDocument/2006/relationships/slide" Target="/ppt/slides/slide26.xml" Id="R8b5cf04b64a54da0" /><Relationship Type="http://schemas.openxmlformats.org/officeDocument/2006/relationships/slide" Target="/ppt/slides/slide27.xml" Id="R08a6aa7c7717461e" /><Relationship Type="http://schemas.openxmlformats.org/officeDocument/2006/relationships/slide" Target="/ppt/slides/slide28.xml" Id="Rf6bd5f137d6a46b3" /><Relationship Type="http://schemas.openxmlformats.org/officeDocument/2006/relationships/slide" Target="/ppt/slides/slide29.xml" Id="R676f00fabcfb4c95" /><Relationship Type="http://schemas.openxmlformats.org/officeDocument/2006/relationships/slide" Target="/ppt/slides/slide30.xml" Id="Re12310357a2d4d92" /><Relationship Type="http://schemas.openxmlformats.org/officeDocument/2006/relationships/slide" Target="/ppt/slides/slide31.xml" Id="R704a88a64ba146d2" /><Relationship Type="http://schemas.openxmlformats.org/officeDocument/2006/relationships/slide" Target="/ppt/slides/slide32.xml" Id="R64517bf585a84c76" /><Relationship Type="http://schemas.openxmlformats.org/officeDocument/2006/relationships/slide" Target="/ppt/slides/slide33.xml" Id="R0b6bd9a330df4b6a" /><Relationship Type="http://schemas.openxmlformats.org/officeDocument/2006/relationships/slide" Target="/ppt/slides/slide34.xml" Id="R29a484eafdb24a50" /><Relationship Type="http://schemas.openxmlformats.org/officeDocument/2006/relationships/slide" Target="/ppt/slides/slide35.xml" Id="Rb4888b50db7f47a9" /><Relationship Type="http://schemas.openxmlformats.org/officeDocument/2006/relationships/slide" Target="/ppt/slides/slide36.xml" Id="Rfac84e99ed1741ff" /><Relationship Type="http://schemas.openxmlformats.org/officeDocument/2006/relationships/slide" Target="/ppt/slides/slide37.xml" Id="Rc29b339b87c046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8fdd3d769a43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3b73ac50254fd1" /><Relationship Type="http://schemas.openxmlformats.org/officeDocument/2006/relationships/notesMaster" Target="/ppt/notesMasters/notesMaster1.xml" Id="Ra2eaace5db344d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2eb8980f8c49a1" /><Relationship Type="http://schemas.openxmlformats.org/officeDocument/2006/relationships/notesMaster" Target="/ppt/notesMasters/notesMaster1.xml" Id="R89c09d15519b44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1bebed5c364b77" /><Relationship Type="http://schemas.openxmlformats.org/officeDocument/2006/relationships/notesMaster" Target="/ppt/notesMasters/notesMaster1.xml" Id="R7fca0624e60b40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33d12745ca46bf" /><Relationship Type="http://schemas.openxmlformats.org/officeDocument/2006/relationships/notesMaster" Target="/ppt/notesMasters/notesMaster1.xml" Id="Rda86bfe1188c48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3e450f46734fa6" /><Relationship Type="http://schemas.openxmlformats.org/officeDocument/2006/relationships/notesMaster" Target="/ppt/notesMasters/notesMaster1.xml" Id="R29f7313a56d447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61ca4539d14e38" /><Relationship Type="http://schemas.openxmlformats.org/officeDocument/2006/relationships/notesMaster" Target="/ppt/notesMasters/notesMaster1.xml" Id="Rf194dbe8736646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43fea5c08a4ae4" /><Relationship Type="http://schemas.openxmlformats.org/officeDocument/2006/relationships/notesMaster" Target="/ppt/notesMasters/notesMaster1.xml" Id="R6cf552af3be841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defd3fecb74eaa" /><Relationship Type="http://schemas.openxmlformats.org/officeDocument/2006/relationships/notesMaster" Target="/ppt/notesMasters/notesMaster1.xml" Id="R12a55cdf26c44e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8062a7e3fa4349" /><Relationship Type="http://schemas.openxmlformats.org/officeDocument/2006/relationships/notesMaster" Target="/ppt/notesMasters/notesMaster1.xml" Id="Ra2147c5d00d240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0f2a9ddff24a3f" /><Relationship Type="http://schemas.openxmlformats.org/officeDocument/2006/relationships/notesMaster" Target="/ppt/notesMasters/notesMaster1.xml" Id="Rc89b4261f62d4b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23ad880a384279" /><Relationship Type="http://schemas.openxmlformats.org/officeDocument/2006/relationships/notesMaster" Target="/ppt/notesMasters/notesMaster1.xml" Id="Re1d20b821bd842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0c675b85464823" /><Relationship Type="http://schemas.openxmlformats.org/officeDocument/2006/relationships/notesMaster" Target="/ppt/notesMasters/notesMaster1.xml" Id="R042f6f96ce1344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f04bb6830d43e2" /><Relationship Type="http://schemas.openxmlformats.org/officeDocument/2006/relationships/notesMaster" Target="/ppt/notesMasters/notesMaster1.xml" Id="Raae223f3153c41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93ee57fb354446" /><Relationship Type="http://schemas.openxmlformats.org/officeDocument/2006/relationships/notesMaster" Target="/ppt/notesMasters/notesMaster1.xml" Id="R9428204daf2c4d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42dd5af79b4eaf" /><Relationship Type="http://schemas.openxmlformats.org/officeDocument/2006/relationships/notesMaster" Target="/ppt/notesMasters/notesMaster1.xml" Id="R7b50f32accb841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c938fc1ba64997" /><Relationship Type="http://schemas.openxmlformats.org/officeDocument/2006/relationships/notesMaster" Target="/ppt/notesMasters/notesMaster1.xml" Id="R75396ea7a3934a2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43e6077d7c4f96" /><Relationship Type="http://schemas.openxmlformats.org/officeDocument/2006/relationships/notesMaster" Target="/ppt/notesMasters/notesMaster1.xml" Id="Raad56abaa26948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b3bdbe434747ab" /><Relationship Type="http://schemas.openxmlformats.org/officeDocument/2006/relationships/notesMaster" Target="/ppt/notesMasters/notesMaster1.xml" Id="R1c819f10b0df4b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e6fdc2312044a69" /><Relationship Type="http://schemas.openxmlformats.org/officeDocument/2006/relationships/notesMaster" Target="/ppt/notesMasters/notesMaster1.xml" Id="R4cdfd0cef04d45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948c0fb6614d23" /><Relationship Type="http://schemas.openxmlformats.org/officeDocument/2006/relationships/notesMaster" Target="/ppt/notesMasters/notesMaster1.xml" Id="Rfc2d39e843ed4f6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6db67a1b644271" /><Relationship Type="http://schemas.openxmlformats.org/officeDocument/2006/relationships/notesMaster" Target="/ppt/notesMasters/notesMaster1.xml" Id="R7025ebaadbda4b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125b86521e4e35" /><Relationship Type="http://schemas.openxmlformats.org/officeDocument/2006/relationships/notesMaster" Target="/ppt/notesMasters/notesMaster1.xml" Id="R5fd4bb2b1ad5495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fd508f1e55a4ba1" /><Relationship Type="http://schemas.openxmlformats.org/officeDocument/2006/relationships/notesMaster" Target="/ppt/notesMasters/notesMaster1.xml" Id="R930fdf5079684d3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565966c2cb945de" /><Relationship Type="http://schemas.openxmlformats.org/officeDocument/2006/relationships/notesMaster" Target="/ppt/notesMasters/notesMaster1.xml" Id="Re4e0be549152423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c34fdc8acdb484d" /><Relationship Type="http://schemas.openxmlformats.org/officeDocument/2006/relationships/notesMaster" Target="/ppt/notesMasters/notesMaster1.xml" Id="R080db63c30424d5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119c082892548f6" /><Relationship Type="http://schemas.openxmlformats.org/officeDocument/2006/relationships/notesMaster" Target="/ppt/notesMasters/notesMaster1.xml" Id="R4666b682c3cb45f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373d551e7b54bbc" /><Relationship Type="http://schemas.openxmlformats.org/officeDocument/2006/relationships/notesMaster" Target="/ppt/notesMasters/notesMaster1.xml" Id="R08935829d0af409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eead5413a5d462c" /><Relationship Type="http://schemas.openxmlformats.org/officeDocument/2006/relationships/notesMaster" Target="/ppt/notesMasters/notesMaster1.xml" Id="R3f5c6a346847460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fff5084f6ce453e" /><Relationship Type="http://schemas.openxmlformats.org/officeDocument/2006/relationships/notesMaster" Target="/ppt/notesMasters/notesMaster1.xml" Id="R1f0fd5017af744c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6a633c281c84c28" /><Relationship Type="http://schemas.openxmlformats.org/officeDocument/2006/relationships/notesMaster" Target="/ppt/notesMasters/notesMaster1.xml" Id="R808559f6ac1447c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daf2e2dbdf34de5" /><Relationship Type="http://schemas.openxmlformats.org/officeDocument/2006/relationships/notesMaster" Target="/ppt/notesMasters/notesMaster1.xml" Id="R73fd30fa69684b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abec3a5eacc4d19" /><Relationship Type="http://schemas.openxmlformats.org/officeDocument/2006/relationships/notesMaster" Target="/ppt/notesMasters/notesMaster1.xml" Id="R79a18b92ce8b4bb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f48960f3c334d69" /><Relationship Type="http://schemas.openxmlformats.org/officeDocument/2006/relationships/notesMaster" Target="/ppt/notesMasters/notesMaster1.xml" Id="R8d5b53c5a5fe450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c80d3c96c374172" /><Relationship Type="http://schemas.openxmlformats.org/officeDocument/2006/relationships/notesMaster" Target="/ppt/notesMasters/notesMaster1.xml" Id="R8a609dafa3684e1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7ef366308214eec" /><Relationship Type="http://schemas.openxmlformats.org/officeDocument/2006/relationships/notesMaster" Target="/ppt/notesMasters/notesMaster1.xml" Id="Rec626532dd164c9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85dd586bad94651" /><Relationship Type="http://schemas.openxmlformats.org/officeDocument/2006/relationships/notesMaster" Target="/ppt/notesMasters/notesMaster1.xml" Id="Rccc2e3255b0d40f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ce5115d40b2411a" /><Relationship Type="http://schemas.openxmlformats.org/officeDocument/2006/relationships/notesMaster" Target="/ppt/notesMasters/notesMaster1.xml" Id="Rdf0ee614089b46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문제를 먼저 보여주고 해결책을 보여줍니다. 제 서버에는 파이썬 3.8이 깔려 있는데 지난주 코드가 여기서 죽는 걸 먼저 보시겠습니다. 그다음에 상자 하나로 그게 해결되는 걸 보여드리겠습니다.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설치와 빌드에서 시간이 많이 샙니다. 실습 A는 50분에 강제로 끊고 완성본을 나눠준 뒤 실습 B로 넘어갑니다. push까지 못 가면 다음 주가 막힙니다.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조원이 짠 코드를 받아서 돌렸는데 안 되는 경험, 다들 있죠. 방금 보신 에러도 scikit-learn 버전이 달라서 난 겁니다. 코드는 똑같은데 밑에 깔린 게 다르면 죽습니다.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requirements.txt는 라이브러리 층만 고정합니다. 파이썬 버전 차이도, 리눅스 배포판 차이도 못 막아요. 그래서 발상을 바꿉니다. 탑을 통째로 옮기면 되잖아.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이름이 컨테이너인 이유는 항만의 컨테이너에서 왔기 때문입니다. 배든 트럭이든 규격이 같으니 그냥 얹으면 되죠. 우리한테 제일 중요한 이득은 어디서 돌려도 같은 환경, 이 하나입니다.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hello-world를 돌린 다음 docker images에는 있는데 docker ps에는 없는 걸 같이 보게 하세요. 틀은 남아 있고 붕어빵은 먹은 겁니다. 컨테이너 안에서 파일을 바꿔도 이미지는 안 바뀐다는 것도 여기서 말해주세요.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투명 필름을 여러 장 겹쳐 그림을 완성한다고 생각하세요. 왜 순서가 중요한지는 말로 하면 안 와닿습니다. 실습 여섯 번째 단계에서 직접 시간을 재게 하세요.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요리로 비유하면 RUN은 요리하는 과정이고 CMD는 손님에게 내는 겁니다. 이 구분이 오늘의 핵심 이해예요. COPY의 방향을 헷갈리는 학생이 매년 나오니 왼쪽이 내 서버라고 한 번 더 짚어주세요.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push가 갑자기 안 되면 90퍼센트는 토큰 만료입니다. 제일 먼저 다시 로그인해 보라고 하세요. 그리고 docker tag는 복사가 아니라 이름표를 하나 더 붙이는 것뿐이라고 강조해 주세요.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번째 단계는 일부러 에러를 보게 하는 겁니다. 오늘 제일 많이 볼 에러니까 미리 한 번 만나두는 게 낫습니다. 그룹에 넣어도 재접속 전에는 반영이 안 된다는 게 함정이에요.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그룹 정보는 로그인할 때 읽어옵니다. 그래서 명령을 쳐도 지금 창에서는 안 됩니다. 여기서 절반이 손을 드니 칠판에 exit 후 재접속이라고 크게 써두세요.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실행의 파이썬 버전이 다르게 찍히는 순간이 오늘의 핵심 체험입니다. 파이썬을 새로 설치한 게 아니라 파이썬이 들어 있는 상자를 가져와 그 안에서 돌린 겁니다. 여기서 한 번 정리하고 넘어가세요.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빈칸 세 개를 채우는 동안 순회하면서 FROM 뒤에 slim을 빠뜨린 학생을 잡아주세요. 채우는 것 자체는 쉽습니다. 왜 이 순서인가를 옆 사람에게 설명해 보라고 시키면 이해가 굳습니다.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CMD를 대괄호 없이 써도 동작은 하지만 컨테이너를 멈출 때 신호가 제대로 전달되지 않습니다. 대괄호 형식 습관을 들이게 하세요. .dockerignore를 빼먹으면 빌드 컨텍스트 전송에서 몇 분씩 멈춥니다.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숫자는 환경마다 다르니 각자 잰 값을 쓰라고 하세요. 중요한 건 두 값의 차이입니다. 이 차이를 몸으로 느끼면 Dockerfile 순서를 평생 안 틀립니다.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디스크 부족은 오늘 반드시 몇 명 나옵니다. 지난주 과제로 여유를 확인해 오라고 한 게 이것 때문입니다. prune으로도 안 되면 CSV와 pkl을 지우고 최후에 조교가 볼륨을 늘립니다.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태그 3종은 비용 운영 정책상 필수입니다. Cost Explorer에서 태그별로 확인하니 빠뜨리면 감점이라고 미리 말해두세요. 네 번째 단계에서 학생들이 망설이는데, 지우라고 하세요. 그래야 감각이 생깁니다.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 images로 같은 IMAGE ID에 이름이 두 개 붙은 걸 보여주세요. tag는 복사가 아니라 별명이라는 게 눈으로 보입니다. 첫 push는 수백 MB 전송이라 몇 분 걸리니 기다리라고 말해주세요.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두 줄이 배포의 전부라고 말해주세요. 8주차에는 완전히 다른 서버에서 이 pull을 합니다. 안 지워지는 학생은 그 이미지를 쓴 컨테이너가 남아 있는 거니 docker rm으로 먼저 치우게 하세요.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순회하면서 grep으로 Dockerfile에 키가 들어갔는지 한 번씩 확인하세요. 이미 push했다면 그 태그를 ECR에서 지우게 해야 합니다. 8주차에 비밀 관리로 다시 다룹니다.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번째가 오늘 가장 중요한 제출물입니다. 이걸 해낸 학생은 이제 이미지가 서버에 묶여 있지 않다는 감각이 생긴 겁니다. 못 낸 학생은 정리 시간에 개별로 봐주세요.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주에 브라우저에서 predict를 치면 예측값이 JSON으로 돌아옵니다. 그때 5주차에 등록한 champion 모델이 한 줄로 불려 나옵니다. 드디어 여러분 모델에 주소가 생기는 날입니다.</a:t>
            </a:r>
            <a:endParaRPr/>
          </a:p>
          <a:p xmlns:a="http://schemas.openxmlformats.org/drawingml/2006/main">
            <a:r>
              <a:t>
[Sources]
- https://docs.aws.amazon.com/AmazonECR/latest/userguide/repository-create.html
- https://console.aws.amazon.com/ecr/repositories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  <a:p xmlns:a="http://schemas.openxmlformats.org/drawingml/2006/main">
            <a:r>
              <a:t>- https://console.aws.amazon.com/ecr/repositories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Private registry → Repositories</a:t>
            </a:r>
          </a:p>
          <a:p xmlns:a="http://schemas.openxmlformats.org/drawingml/2006/main">
            <a:r>
              <a:t>- 확인: 실습 전 저장소 유무와 현재 리전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https://ap-northeast-2.console.aws.amazon.com/ecr/private-registry/repositories?region=ap-northeast-2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Repositories → Create repository</a:t>
            </a:r>
          </a:p>
          <a:p xmlns:a="http://schemas.openxmlformats.org/drawingml/2006/main">
            <a:r>
              <a:t>- 확인: 이름 `ysu-mlops-api`, Immutable 태그, AES-256 암호화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https://ap-northeast-2.console.aws.amazon.com/ecr/private-registry/repositories/create?region=ap-northeast-2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Repositories</a:t>
            </a:r>
          </a:p>
          <a:p xmlns:a="http://schemas.openxmlformats.org/drawingml/2006/main">
            <a:r>
              <a:t>- 확인: 성공 알림, 생성 시각, 태그 변경 불가능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https://ap-northeast-2.console.aws.amazon.com/ecr/private-registry/repositories?region=ap-northeast-2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상단 CloudShell 아이콘</a:t>
            </a:r>
          </a:p>
          <a:p xmlns:a="http://schemas.openxmlformats.org/drawingml/2006/main">
            <a:r>
              <a:t>- 확인: 버킷·인스턴스·역할·VPC가 서울 리전에 만들어졌는지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 → Images</a:t>
            </a:r>
          </a:p>
          <a:p xmlns:a="http://schemas.openxmlformats.org/drawingml/2006/main">
            <a:r>
              <a:t>- 확인: 푸시 전에는 활성 이미지가 없다는 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https://ap-northeast-2.console.aws.amazon.com/ecr/private-registry/repositories?region=ap-northeast-2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 → View push commands</a:t>
            </a:r>
          </a:p>
          <a:p xmlns:a="http://schemas.openxmlformats.org/drawingml/2006/main">
            <a:r>
              <a:t>- 확인: 로그인 → 빌드 → 태그 → 푸시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https://docs.aws.amazon.com/ko_kr/AmazonECR/latest/userguide/getting-started-cli.html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 → Summary</a:t>
            </a:r>
          </a:p>
          <a:p xmlns:a="http://schemas.openxmlformats.org/drawingml/2006/main">
            <a:r>
              <a:t>- 확인: URI, 태그 변경 정책, 암호화 방식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https://ap-northeast-2.console.aws.amazon.com/ecr/private-registry/repositories?region=ap-northeast-2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 → Lifecycle policy</a:t>
            </a:r>
          </a:p>
          <a:p xmlns:a="http://schemas.openxmlformats.org/drawingml/2006/main">
            <a:r>
              <a:t>- 확인: 오래된 이미지 자동 정리 규칙을 두는 위치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https://docs.aws.amazon.com/AmazonECR/latest/userguide/LifecyclePolicies.html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 → Permissions</a:t>
            </a:r>
          </a:p>
          <a:p xmlns:a="http://schemas.openxmlformats.org/drawingml/2006/main">
            <a:r>
              <a:t>- 확인: 저장소 정책과 IAM 역할의 차이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https://docs.aws.amazon.com/AmazonECR/latest/userguide/repository-policies.html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ECR → ysu-mlops-api → Repository tags</a:t>
            </a:r>
          </a:p>
          <a:p xmlns:a="http://schemas.openxmlformats.org/drawingml/2006/main">
            <a:r>
              <a:t>- 확인: 비용·소유자·정리 대상을 구분하는 태그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https://docs.aws.amazon.com/tag-editor/latest/userguide/tagging.html</a:t>
            </a:r>
          </a:p>
          <a:p xmlns:a="http://schemas.openxmlformats.org/drawingml/2006/main">
            <a:r>
              <a:t>- https://docs.aws.amazon.com/AmazonECR/latest/userguide/repository-create.html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d8f611bdd4f9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ffbd19835c4a42" /><Relationship Type="http://schemas.openxmlformats.org/officeDocument/2006/relationships/slideLayout" Target="/ppt/slideLayouts/slideLayout1.xml" Id="R5cb3ca530105446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b3ca530105446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1f4b5f7de4206" /><Relationship Type="http://schemas.openxmlformats.org/officeDocument/2006/relationships/notesSlide" Target="/ppt/notesSlides/notesSlide1.xml" Id="Rff99853868134e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e652e0dd845e3" /><Relationship Type="http://schemas.openxmlformats.org/officeDocument/2006/relationships/notesSlide" Target="/ppt/notesSlides/notesSlide2.xml" Id="R92ec55d4e58b4c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1500893ce4165" /><Relationship Type="http://schemas.openxmlformats.org/officeDocument/2006/relationships/notesSlide" Target="/ppt/notesSlides/notesSlide3.xml" Id="R320619fe96cf4b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16fa8dba04f97" /><Relationship Type="http://schemas.openxmlformats.org/officeDocument/2006/relationships/notesSlide" Target="/ppt/notesSlides/notesSlide4.xml" Id="R434b34d205bc4d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d64001892434d" /><Relationship Type="http://schemas.openxmlformats.org/officeDocument/2006/relationships/notesSlide" Target="/ppt/notesSlides/notesSlide5.xml" Id="R9a571c12f48a42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e9605426e4a68" /><Relationship Type="http://schemas.openxmlformats.org/officeDocument/2006/relationships/notesSlide" Target="/ppt/notesSlides/notesSlide6.xml" Id="R335a3adb6de44c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cfe57105a4e28" /><Relationship Type="http://schemas.openxmlformats.org/officeDocument/2006/relationships/notesSlide" Target="/ppt/notesSlides/notesSlide7.xml" Id="R58478051d14743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3891a339a4b84" /><Relationship Type="http://schemas.openxmlformats.org/officeDocument/2006/relationships/notesSlide" Target="/ppt/notesSlides/notesSlide8.xml" Id="R89af1051eb0342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653a1ea274959" /><Relationship Type="http://schemas.openxmlformats.org/officeDocument/2006/relationships/notesSlide" Target="/ppt/notesSlides/notesSlide9.xml" Id="Rc1b61148822345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a1c7b0e384e4c" /><Relationship Type="http://schemas.openxmlformats.org/officeDocument/2006/relationships/notesSlide" Target="/ppt/notesSlides/notesSlide10.xml" Id="Rcb83060878d346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c0d50613e4d81" /><Relationship Type="http://schemas.openxmlformats.org/officeDocument/2006/relationships/notesSlide" Target="/ppt/notesSlides/notesSlide11.xml" Id="R42f05c6040fa4b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9f9e6150547b7" /><Relationship Type="http://schemas.openxmlformats.org/officeDocument/2006/relationships/notesSlide" Target="/ppt/notesSlides/notesSlide12.xml" Id="Rc98be1cf481b4a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197c165534cbb" /><Relationship Type="http://schemas.openxmlformats.org/officeDocument/2006/relationships/notesSlide" Target="/ppt/notesSlides/notesSlide13.xml" Id="R9f00ee98477246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d67389e42402a" /><Relationship Type="http://schemas.openxmlformats.org/officeDocument/2006/relationships/notesSlide" Target="/ppt/notesSlides/notesSlide14.xml" Id="R0e46ef8ed20a4c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846b14c4249bc" /><Relationship Type="http://schemas.openxmlformats.org/officeDocument/2006/relationships/notesSlide" Target="/ppt/notesSlides/notesSlide15.xml" Id="Rd11ce949e54e4d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bc3a1b3714423" /><Relationship Type="http://schemas.openxmlformats.org/officeDocument/2006/relationships/notesSlide" Target="/ppt/notesSlides/notesSlide16.xml" Id="Rca66688f5bf4472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1f446eaca4144" /><Relationship Type="http://schemas.openxmlformats.org/officeDocument/2006/relationships/notesSlide" Target="/ppt/notesSlides/notesSlide17.xml" Id="Rbe4fe165d59a48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ac744f2b9462a" /><Relationship Type="http://schemas.openxmlformats.org/officeDocument/2006/relationships/notesSlide" Target="/ppt/notesSlides/notesSlide18.xml" Id="R084e0abe61b048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be1b3e9194bda" /><Relationship Type="http://schemas.openxmlformats.org/officeDocument/2006/relationships/notesSlide" Target="/ppt/notesSlides/notesSlide19.xml" Id="Rdff026223b6e4b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335a043df491d" /><Relationship Type="http://schemas.openxmlformats.org/officeDocument/2006/relationships/notesSlide" Target="/ppt/notesSlides/notesSlide20.xml" Id="R09fbd7610d9944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1e5ea85ef472a" /><Relationship Type="http://schemas.openxmlformats.org/officeDocument/2006/relationships/notesSlide" Target="/ppt/notesSlides/notesSlide21.xml" Id="R18293fc63ff540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e322587b3407f" /><Relationship Type="http://schemas.openxmlformats.org/officeDocument/2006/relationships/notesSlide" Target="/ppt/notesSlides/notesSlide22.xml" Id="Rac4e9dbfe36641b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ee0aa771343d3" /><Relationship Type="http://schemas.openxmlformats.org/officeDocument/2006/relationships/notesSlide" Target="/ppt/notesSlides/notesSlide23.xml" Id="R10720908a6f4411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db71421204f06" /><Relationship Type="http://schemas.openxmlformats.org/officeDocument/2006/relationships/notesSlide" Target="/ppt/notesSlides/notesSlide24.xml" Id="R57d51b4a256441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df2bf9b7840e7" /><Relationship Type="http://schemas.openxmlformats.org/officeDocument/2006/relationships/notesSlide" Target="/ppt/notesSlides/notesSlide25.xml" Id="R9445ef651e9643f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d89452cea4265" /><Relationship Type="http://schemas.openxmlformats.org/officeDocument/2006/relationships/notesSlide" Target="/ppt/notesSlides/notesSlide26.xml" Id="R2f8d91f9212742d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2127444a04a99" /><Relationship Type="http://schemas.openxmlformats.org/officeDocument/2006/relationships/image" Target="/ppt/media/image.jpeg" Id="R9c009dd229d14de5" /><Relationship Type="http://schemas.openxmlformats.org/officeDocument/2006/relationships/hyperlink" Target="https://console.aws.amazon.com/ecr/repositories" TargetMode="External" Id="Ra1919f0217d24dca" /><Relationship Type="http://schemas.openxmlformats.org/officeDocument/2006/relationships/hyperlink" Target="https://docs.aws.amazon.com/AmazonECR/latest/userguide/repository-create.html" TargetMode="External" Id="R5564712987e44adb" /><Relationship Type="http://schemas.openxmlformats.org/officeDocument/2006/relationships/notesSlide" Target="/ppt/notesSlides/notesSlide27.xml" Id="R9ac5c68af8c944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0ae255ee340e9" /><Relationship Type="http://schemas.openxmlformats.org/officeDocument/2006/relationships/hyperlink" Target="https://ap-northeast-2.console.aws.amazon.com/ecr/private-registry/repositories?region=ap-northeast-2" TargetMode="External" Id="R0fd40b93359e49e8" /><Relationship Type="http://schemas.openxmlformats.org/officeDocument/2006/relationships/hyperlink" Target="https://docs.aws.amazon.com/AmazonECR/latest/userguide/repository-create.html" TargetMode="External" Id="R340748beb9bc455b" /><Relationship Type="http://schemas.openxmlformats.org/officeDocument/2006/relationships/image" Target="/ppt/media/image2.jpeg" Id="R1124d8a55c6c4c73" /><Relationship Type="http://schemas.openxmlformats.org/officeDocument/2006/relationships/notesSlide" Target="/ppt/notesSlides/notesSlide28.xml" Id="R3d09efb77ea249f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a33a33c62459a" /><Relationship Type="http://schemas.openxmlformats.org/officeDocument/2006/relationships/hyperlink" Target="https://ap-northeast-2.console.aws.amazon.com/ecr/private-registry/repositories/create?region=ap-northeast-2" TargetMode="External" Id="R6cfad0f580144e97" /><Relationship Type="http://schemas.openxmlformats.org/officeDocument/2006/relationships/hyperlink" Target="https://docs.aws.amazon.com/AmazonECR/latest/userguide/repository-create.html" TargetMode="External" Id="Rb0f44598257a4be3" /><Relationship Type="http://schemas.openxmlformats.org/officeDocument/2006/relationships/image" Target="/ppt/media/image3.jpeg" Id="Rd6b62d726b794c37" /><Relationship Type="http://schemas.openxmlformats.org/officeDocument/2006/relationships/notesSlide" Target="/ppt/notesSlides/notesSlide29.xml" Id="R56abd55bcd3e431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ac23baebe4571" /><Relationship Type="http://schemas.openxmlformats.org/officeDocument/2006/relationships/hyperlink" Target="https://ap-northeast-2.console.aws.amazon.com/ecr/private-registry/repositories?region=ap-northeast-2" TargetMode="External" Id="Rab449542616c4f16" /><Relationship Type="http://schemas.openxmlformats.org/officeDocument/2006/relationships/hyperlink" Target="https://docs.aws.amazon.com/AmazonECR/latest/userguide/repository-create.html" TargetMode="External" Id="R43bdb14359be4676" /><Relationship Type="http://schemas.openxmlformats.org/officeDocument/2006/relationships/image" Target="/ppt/media/image4.jpeg" Id="R40ec6dc164e94fba" /><Relationship Type="http://schemas.openxmlformats.org/officeDocument/2006/relationships/notesSlide" Target="/ppt/notesSlides/notesSlide30.xml" Id="Rfdf9c8e7b21144e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a7afd2258435d" /><Relationship Type="http://schemas.openxmlformats.org/officeDocument/2006/relationships/hyperlink" Target="https://ap-northeast-2.console.aws.amazon.com/cloudshell/home?region=ap-northeast-2" TargetMode="External" Id="R05bec960df884c86" /><Relationship Type="http://schemas.openxmlformats.org/officeDocument/2006/relationships/hyperlink" Target="https://docs.aws.amazon.com/AmazonECR/latest/userguide/repository-create.html" TargetMode="External" Id="R718c785d563d431e" /><Relationship Type="http://schemas.openxmlformats.org/officeDocument/2006/relationships/image" Target="/ppt/media/image5.jpeg" Id="R0d6dc880eb714661" /><Relationship Type="http://schemas.openxmlformats.org/officeDocument/2006/relationships/notesSlide" Target="/ppt/notesSlides/notesSlide31.xml" Id="R7cc047719f3e4b1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ac2c1ac1e4478" /><Relationship Type="http://schemas.openxmlformats.org/officeDocument/2006/relationships/hyperlink" Target="https://ap-northeast-2.console.aws.amazon.com/ecr/private-registry/repositories?region=ap-northeast-2" TargetMode="External" Id="Rcd4f37d3a30d433d" /><Relationship Type="http://schemas.openxmlformats.org/officeDocument/2006/relationships/hyperlink" Target="https://docs.aws.amazon.com/AmazonECR/latest/userguide/repository-create.html" TargetMode="External" Id="R165e641600364caf" /><Relationship Type="http://schemas.openxmlformats.org/officeDocument/2006/relationships/image" Target="/ppt/media/image6.jpeg" Id="R316753f3b3a945b8" /><Relationship Type="http://schemas.openxmlformats.org/officeDocument/2006/relationships/notesSlide" Target="/ppt/notesSlides/notesSlide32.xml" Id="Rcd8c5d94c8104ca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451f8bd604997" /><Relationship Type="http://schemas.openxmlformats.org/officeDocument/2006/relationships/hyperlink" Target="https://docs.aws.amazon.com/ko_kr/AmazonECR/latest/userguide/getting-started-cli.html" TargetMode="External" Id="Rf0a0860437914b7e" /><Relationship Type="http://schemas.openxmlformats.org/officeDocument/2006/relationships/hyperlink" Target="https://docs.aws.amazon.com/AmazonECR/latest/userguide/repository-create.html" TargetMode="External" Id="Rb01342d8c2e343a9" /><Relationship Type="http://schemas.openxmlformats.org/officeDocument/2006/relationships/image" Target="/ppt/media/image7.jpeg" Id="R18e12fa04c7440e3" /><Relationship Type="http://schemas.openxmlformats.org/officeDocument/2006/relationships/notesSlide" Target="/ppt/notesSlides/notesSlide33.xml" Id="Rb824a7701c3a460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d490043504795" /><Relationship Type="http://schemas.openxmlformats.org/officeDocument/2006/relationships/hyperlink" Target="https://ap-northeast-2.console.aws.amazon.com/ecr/private-registry/repositories?region=ap-northeast-2" TargetMode="External" Id="R5e1c47e885d94cbb" /><Relationship Type="http://schemas.openxmlformats.org/officeDocument/2006/relationships/hyperlink" Target="https://docs.aws.amazon.com/AmazonECR/latest/userguide/repository-create.html" TargetMode="External" Id="Rbc2b14593d2a4f4f" /><Relationship Type="http://schemas.openxmlformats.org/officeDocument/2006/relationships/image" Target="/ppt/media/image8.jpeg" Id="R482b7cb1f2fb46c3" /><Relationship Type="http://schemas.openxmlformats.org/officeDocument/2006/relationships/notesSlide" Target="/ppt/notesSlides/notesSlide34.xml" Id="Rc0773913fcf5437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5c7d0ee74478d" /><Relationship Type="http://schemas.openxmlformats.org/officeDocument/2006/relationships/hyperlink" Target="https://docs.aws.amazon.com/AmazonECR/latest/userguide/LifecyclePolicies.html" TargetMode="External" Id="Rcfed096db5804a75" /><Relationship Type="http://schemas.openxmlformats.org/officeDocument/2006/relationships/hyperlink" Target="https://docs.aws.amazon.com/AmazonECR/latest/userguide/repository-create.html" TargetMode="External" Id="R6b802562f5ef4921" /><Relationship Type="http://schemas.openxmlformats.org/officeDocument/2006/relationships/image" Target="/ppt/media/image9.jpeg" Id="Rb32546bf0afd4774" /><Relationship Type="http://schemas.openxmlformats.org/officeDocument/2006/relationships/notesSlide" Target="/ppt/notesSlides/notesSlide35.xml" Id="R98712bd4ec2f4f1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d8d77e8ea41fd" /><Relationship Type="http://schemas.openxmlformats.org/officeDocument/2006/relationships/hyperlink" Target="https://docs.aws.amazon.com/AmazonECR/latest/userguide/repository-policies.html" TargetMode="External" Id="Rf5fb7bb11f224044" /><Relationship Type="http://schemas.openxmlformats.org/officeDocument/2006/relationships/hyperlink" Target="https://docs.aws.amazon.com/AmazonECR/latest/userguide/repository-create.html" TargetMode="External" Id="R67a52b3082e34a82" /><Relationship Type="http://schemas.openxmlformats.org/officeDocument/2006/relationships/image" Target="/ppt/media/image10.jpeg" Id="Rfdca4803e20a4d59" /><Relationship Type="http://schemas.openxmlformats.org/officeDocument/2006/relationships/notesSlide" Target="/ppt/notesSlides/notesSlide36.xml" Id="R30125503afc34b0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abc7b841a4ef7" /><Relationship Type="http://schemas.openxmlformats.org/officeDocument/2006/relationships/hyperlink" Target="https://docs.aws.amazon.com/tag-editor/latest/userguide/tagging.html" TargetMode="External" Id="Rd1cb048c32c64174" /><Relationship Type="http://schemas.openxmlformats.org/officeDocument/2006/relationships/hyperlink" Target="https://docs.aws.amazon.com/AmazonECR/latest/userguide/repository-create.html" TargetMode="External" Id="R19966278cd9f4318" /><Relationship Type="http://schemas.openxmlformats.org/officeDocument/2006/relationships/image" Target="/ppt/media/image11.jpeg" Id="R7e09ac0a942a48ad" /><Relationship Type="http://schemas.openxmlformats.org/officeDocument/2006/relationships/notesSlide" Target="/ppt/notesSlides/notesSlide37.xml" Id="R597756cc635647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FDC66CC-BDFF-4BBF-AE6B-A8574C36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39BC82F-BE82-4AD6-8CD0-25381461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4BB3D75-5870-4115-8FA7-3C0EEF8E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06</a:t>
            </a:r>
            <a:r>
              <a:rPr sz="2200">
                <a:solidFill>
                  <a:srgbClr val="6FD9BE"/>
                </a:solidFill>
                <a:latin typeface="맑은 고딕"/>
                <a:ea typeface="맑은 고딕"/>
                <a:cs typeface="맑은 고딕"/>
              </a:rPr>
              <a:t>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18262D-A709-4176-BB33-3275793F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기초 (Docker · ECR)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2C1762B-2B0E-420F-9E82-60043F45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Dockerfile로 이미지를 만들어 ECR에 올리고 다시 받아 똑같이 실행할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2EC383E-976B-4425-943F-9DB60DC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A649F3D-FFB6-48B4-B31F-96CF5AD1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14C49D6-76C1-4034-8AF5-0831396D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2001070104_18v1.2   2001070308_19v1.1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5622765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15EF855-E434-44A1-B703-BF21FA8D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13E3990-508D-4304-A7DA-F7C8814C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10분 조기 종료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562B74A-97C7-4DE0-96D8-DFCEA0BB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F174AC1-58E7-4238-8D2B-383D8E74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도입 — 복습 퀴즈 + 안 되는 상황 재현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B1D06F-0153-466D-9988-7D4718A1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20080F2-E0BB-4268-BF82-A9406B5E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B922572-0059-43C3-9454-B83621D7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이론 — 컨테이너 / 이미지와 레이어 / Dockerfile / ECR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5EB6D48-8FD9-4306-8E10-CBEF9904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45분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7172027-0ADA-4917-B931-FBE4BEE7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79AB9F1-B76E-4E50-9E37-DEB9C045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134EA57-7B03-4789-9967-35713314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9017EC6-2070-4A42-A70A-E063E6E8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1A3E67-6B60-4834-BCC3-16C818D2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— Docker 설치 + Dockerfile 완성 + 빌드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052815C-21E7-46B2-8CBB-31806031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A2E5E7E-FB67-4677-AB6C-52654E10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C1DCE3A-A7B6-4BAA-9EE4-25AB59E3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762662F-0931-4002-8113-966551EB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4397525-2594-4215-A616-66566953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0E7D4C0-4A01-43B3-A6C0-3DAFCAFD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— ECR push · 삭제 후 pull 복구 · 팀 이미지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9B63FE3-EEE3-495C-8B59-B543D386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85분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4344896-A661-4A63-BF74-2717D88B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D091031-536E-4538-BF6C-E20C1177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체크포인트 제출 + 다음 주 예고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54F28C0-3F3C-4469-BB5B-5956AD58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15분</a:t>
            </a:r>
            <a:endParaRPr sz="13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FF52EA0-D230-4E44-968A-BDA83E81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0585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4DC3F5B-BE94-4729-84D3-84AADF35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0585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리소스 정리 — 이미지·디스크 정리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0274020-DE1F-4CA3-8572-BC416D34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70585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5분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54FFA0F-5085-44F3-83C5-438C8A8D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3DBC58B-4EDE-4DD1-BB75-CACDF1C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44782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206D864-372B-43D6-8DC1-F37BE1B5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BB337E3-D0CE-4029-BE3A-F2981A49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81D5F05-50FC-4362-9870-557266D6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 — 상자에 담는다는 것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9DCC18C-1422-468F-82B2-EBF0884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45분 · 오늘 볼 개념은 네 개뿐입니다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53698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E7DFC14-5E6E-472E-BCCF-6D02332D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어? 제 컴퓨터에선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되는데요?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44D455-355E-4EF9-8B0D-B1D6FF19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오늘은 이 문장을 없애러 왔습니다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8308155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6614C74-6044-4156-B130-E5B07DBA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프로그램 하나를 돌리려면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F9E046-4E80-4B83-8019-59DBDEB5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코드는 이 탑의 꼭대기 한 층일 뿐입니다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CA9DA5C-B671-483E-89C5-090F521B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CF8D6B-E690-4C30-9717-9B0D93CA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A5206E-6C1C-401C-AB8D-747532B2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맨 위 — 내 코드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825D594-F7D4-4730-BA2F-1067C2F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GitHub에 올리는 건 사실 이 한 층뿐입니다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4B1187C-593F-4584-B63E-441803A3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4C29FD-A568-4FE6-9F98-C276CE46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DA09160-E63F-4E75-A734-F5A1A7BA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그 아래 — 파이썬 런타임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0C6DBC4-5E87-4CB0-849B-88C10DAE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3.8이냐 3.11이냐에 따라 문법과 동작이 달라집니다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545C56E-12CD-494D-B2FD-A2EDC276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1DF7AD-8A6C-4AA2-96CE-E7BD6E04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C1FBB96-9B96-453C-AC0D-7102F4F6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그 아래 — 라이브러리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EDF61A3-405B-4029-8330-61006AA4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requirements.txt가 고정해 주는 건 여기까지입니다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C7C6765-1BD3-4633-BF04-D8A2A946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E4DC294-679E-44B4-8D36-1C1E5201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C44D2B6-8E8E-4536-9080-61C0F790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그 아래 — OS 라이브러리와 환경변수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DDB79BF-D50F-4634-B498-8A68984B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우분투냐 아마존리눅스냐, libgomp가 있느냐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C48C014-7FFE-4431-9A8B-B9BF8ECA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908C639-EA53-4BC4-BB2B-F137012C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그래서 나온 발상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E5F4F54-7BE1-43D7-8942-903FABEB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탑을 통째로 옮기자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코드만 옮기니 깨진다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이게 컨테이너의 출발점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F29FEA0-5020-4BF3-9F1E-CE6B8F47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A7A3741-664A-401D-9808-78EDAD04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817269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B8F7E8-72E4-4946-BD5D-B24D2188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가상머신과 컨테이너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858833D-CD4A-4BC0-BED9-788A2304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둘 다 쓰지만 용도가 다릅니다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C9EDD4-0E34-43B8-9C0A-247A726E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09444"/>
            <a:ext cx="5364328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96CD1F-3D31-434D-A392-27EA22E0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09444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F6E5C6-BF06-4C76-BF6D-FD2B445C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09444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가상머신 — 집을 통째로 이사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95727AA-463D-4709-B660-DFDCF62B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40964"/>
            <a:ext cx="4852264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운영체제까지 통째로 담는다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크기가 수 GB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켜는 데 분 단위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격리 수준은 더 강하다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우리 EC2가 바로 이것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98A5C93-E9F9-4AF3-90AE-1ABDD264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409444"/>
            <a:ext cx="5364328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7FA6320-1B4C-44B5-A69B-CBD2508F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409444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D4E5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242BBA5-BE91-4C04-A310-94D12FA1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896" y="2409444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— 짐만 상자에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B7540B-E93C-4EA2-8920-8F2BFD73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140964"/>
            <a:ext cx="4852264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커널은 호스트 것을 빌려 쓴다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크기가 수십~수백 MB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시작이 1초 이내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한 서버에서 여러 개 격리 실행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리눅스 컨테이너는 리눅스에서만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0AC7387-F730-41B7-BDFD-A789D2ED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198C252-D699-4930-817C-07B63F65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053800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09BCC0-4470-4EF8-B37E-58CA25A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이미지와 컨테이너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6A915A-24BA-493A-9FD3-F317F900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제일 많이 헷갈릴 두 단어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86D7E26-8B11-42D3-B7FC-2347DB01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150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3247C5F-A9C0-4F45-8DEC-3EC48156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592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E9DE54E-EE80-4764-8907-8928B108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592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D06A6A-1B9C-411A-9A63-7FEC49C2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14096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이미지 — 붕어빵 틀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10E8396-2755-406F-9CD4-C6542B01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65302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디스크에 저장된 읽기 전용 파일 묶음. 변하지 않습니다. docker images 로 봅니다. 클래스라고 생각해도 좋습니다.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D56FA5E-D143-405D-BDA8-8C668884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292150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6295E44-CC32-4D4E-965A-4DF18352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31592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DAE8EB-A882-4A28-A159-41C4DE9C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315925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6368FA2-EA9D-480E-89A8-2BA01FED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314096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컨테이너 — 붕어빵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144B88-51BD-48E8-9C1B-8E53269A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365302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그 이미지로 실제로 돌고 있는 프로세스. docker ps -a 로 봅니다. 틀 하나로 열 개를 찍을 수 있습니다.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C8C769A-6F0E-40B9-863B-6351774B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FA42474-75CD-4071-BBEF-3CEC39F1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22147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2D2334F-727C-4F42-B761-286C07E3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레이어 — Docker의 진짜 영리한 부분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18E6C6-B6FA-45C7-B5BF-E84C9983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이미지는 통짜가 아니라 여러 겹입니다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088F5EC-5332-4081-8EA2-8B041AED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EF95406-F3CF-4337-8EF8-294FB0DE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D4BEB46-7B19-4BEC-82E3-A58E6164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명령 한 줄이 한 층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2591371-55B5-4406-BFF7-E1932C47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우분투 층 · 파이썬 층 · 라이브러리 층 · 내 코드 층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A3B732B-1172-4174-9552-498AED9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66DBBC0-6F76-43EB-B663-21D218E3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FB5693F-62E1-48A5-B484-CEDCFB4E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안 바뀐 층은 다시 만들지 않는다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D2AEB05-6871-45F9-8AC1-4790C3A8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이것이 레이어 캐시. 두 번째 빌드는 몇 초면 끝납니다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F94A9CE-0F0B-4F81-90F5-52EB47B0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5C691C9-85B8-4816-B4AE-11A71845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7FA1A03-C001-4546-9B31-E6EB71CF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잘 안 바뀌는 것을 먼저 쓴다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A6A8587-1028-49A3-A0BE-AA069466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requirements.txt 복사 → pip install → 그다음 코드 복사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AA63624-8639-4524-87A8-98B73237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25E87C8-67AA-45A3-980C-D74A0C5C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2697EE0-078C-4722-9399-D68AA17A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순서를 반대로 쓰면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6DA94DA-A788-4339-B739-F6AADD72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코드 한 글자만 고쳐도 라이브러리를 전부 다시 깝니다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DE4AB6F-8110-4BD5-BE57-13583CD2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9D52903-84D9-48DF-83E4-021A734D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실습에서 확인할 것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3B5830F-2CEF-488C-94A3-4AD20471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좋은 Dockerfile 재빌드 시간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나쁜 Dockerfile 재빌드 시간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두 값을 캡처해 제출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EF66F75-329E-41A4-9075-0A191A95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A62B1FE-65DF-4E58-AEDF-5F995A45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840584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A7CD0D-D88A-4BF8-A63F-1FA71B0D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Dockerfile 명령 여섯 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9839CF-D1FC-4706-806F-B6877022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배울 문법은 이것이 전부입니다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7440"/>
                <a:gridCol w="2926080"/>
                <a:gridCol w="575157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명령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언제 실행되나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하는 일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FROM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 시작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밑바탕 이미지 지정. 항상 첫 줄입니다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WORKDIR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상자 안 작업 폴더 지정. cd 라고 생각하세요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COPY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 파일을 상자 안으로. 왼쪽이 내 서버, 오른쪽이 상자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RUN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 중 1회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상자를 만드는 도중 실행. 결과가 이미지에 굳습니다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ENV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환경변수 심기. 우리는 리전을 여기 넣습니다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컨테이너 시작 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실행 명령. 마지막 하나만 유효합니다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6ED6AFA-F13A-49D3-B4DB-04D202C3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1553F84-BD5A-461C-A5EF-6ED3E8E2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693142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1ABA13-5F76-4103-9F2D-1714CEF1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레지스트리와 ECR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DB478F-91B6-4489-86DA-85A11A75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만든 상자를 어디에 보관하는가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6D5246D-091D-4475-B52F-B91C7A46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87C3E04-0B98-42B5-B458-34FD9753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39C69E4-2A42-4012-8CD1-1E19ACA7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레지스트리는 이미지 보관소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6AB6432-86AC-493F-86A4-0CB50053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GitHub이 코드 창고라면 레지스트리는 이미지 창고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73B6782-09B6-42F7-9BDE-A79F67AC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ADBD44E-E1B4-4EA7-B5DF-0E8BC73F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2F448A8-1642-4181-BD4F-03B2F52F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명령어까지 똑같다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AA58165-04B9-4B73-B4DF-7C284170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git push / pull 처럼 docker push / pull 을 씁니다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A74CFE4-7F20-4B6E-AC48-556A86D7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5309DCE-2972-43E1-AAFB-F1F5367A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17E6CDA-210E-4FEE-B27F-D68AD221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 Hub는 공개, ECR은 비공개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172B9B-5BD4-49EF-9F9B-5C74EC57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FROM python:3.11-slim 은 이미 Docker Hub에서 받아온 것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FE536AD-8040-4BD7-9390-3BF71437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AED715C-67B3-40E7-B331-6320AD86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1FE2AF1-7D85-4A73-84C3-859C9D69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ECR을 쓰는 이유 세 가지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60B434E-43F7-4CE2-B55E-F7298FA2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비공개 · 같은 리전이라 빠르고 전송비 없음 · IAM으로 권한 관리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EE21358-0E2D-441E-9472-6F8C0909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143D699-27FB-4D63-8B18-05DDEA04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5F52A4C-E4E1-4679-A9E1-8C4F40CD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로그인 토큰은 12시간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E8D3ACA-E67F-4567-98B0-2BCA9934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어제 로그인했다고 오늘 push가 되지 않습니다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2BF1EBA-7E83-4B8C-BD80-31237AFB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3850466-2F10-4D20-A489-E070DB6B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오늘 외울 순서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65EC999-DE6F-4351-A8AE-451EE238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create — 리포지토리 생성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login — 토큰 받기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tag — 긴 주소 별명 붙이기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push — 올린다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DDD7A6C-5AE0-451D-830C-1B58BBD0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1B46A4D-A5BD-4F28-8870-F0B7E0DD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989779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E8174-E756-4C02-B5C0-D941652D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C22CF4C-80EC-454A-86FA-E5A9A4AD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E574864-1C9C-4FD2-A38A-DF158469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내 손으로 이미지 만들기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ACE08D-D2A6-49E6-8A07-54C14C38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50분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4694849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8F8C6C7-B3E5-4FD1-BDF6-390E150A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FB0A70-5BE5-4B7B-8FAC-F34053E6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디스크 여유 10GB부터 확인하고 시작합니다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61C2EF3-6796-47FC-B80C-77E11765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94DEA5-1ED7-4387-BC5E-26CD0A5C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A81DF4-BB98-4BF2-B91C-CBBC51A6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CBD1CC-0290-4742-91AA-A6E81C4B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디스크 확인 후 Docker 설치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D06FEBA-11DB-417F-B252-D3B057E6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df -h / 로 Avail 10G 이상 확인 → get-docker.sh 실행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18F1A98-1E51-4EB2-A32E-785E85C6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39D9718-2E47-487A-8F95-5FF5AFD2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6F55933-3AD5-47ED-85FA-286E8C65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9C6A503-2E31-4C40-87B4-FDF3947E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권한 오류를 일부러 만나기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677F0D-3F34-443B-8982-82FFCAAA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sudo 없이 docker ps → 그룹 추가 → SSH 재접속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61B6C4B-9F33-4FA0-9F63-9F97108B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D7EFBBB-AF9A-4360-BA13-879D53C3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4A47902-6B9A-444D-A8BC-658F79C3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0FACCD4-9FD6-42FB-92F3-9E518D03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hello-world 로 첫 컨테이너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A85DF30-A7A1-44A6-804B-C8F4C259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docker images 와 docker ps 의 차이를 눈으로 확인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60DEB6C-320A-4978-98AF-1B776027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6DE30CC-F433-457A-B914-53AA8618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1790FF-3BF3-45AF-91A8-DEFC3C3F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F6C3C97-E100-43E1-BE5E-AD76BA3E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공식 이미지로 내 스크립트 실행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01332AF-B94A-40B3-AA56-B8CA2F2C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호스트 파이썬과 컨테이너 파이썬 버전이 다른 것을 확인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6D5CFB0-0788-4FB0-AD7E-C44C5F3D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299B808-0D39-4AE3-AC17-F754E751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BDE8145-BC82-40DA-98B0-BB6F064F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EF17380-7057-4C45-9B76-4825E4A1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Dockerfile 빈칸 채우고 빌드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E23C56B-DBC4-4FD8-8618-F55332EC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빌드 시간을 메모 → 코드 한 줄 고쳐 재빌드 시간 비교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D631B72-994A-4A94-82E6-8F17A811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5EA94DC-57C7-45D2-8EDA-5569BBF3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259617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70D3A1F-1484-449F-8A7F-A131B0D2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 설치와 권한 문제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821D20-77D9-4290-A476-59CE8442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가장 많이 보게 될 에러를 먼저 만납니다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E28B10-D781-4C27-8EEE-A2A661F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8A2B2D3-2AB5-43E8-9BE2-324F9144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1831A2-CE44-4FA7-9631-B7021066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공식 설치 스크립트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curl -fsSL https://get.docker.com -o get-docker.sh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sudo sh get-docker.sh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sudo docker --version          # Docker version 27.x.x 가 나오면 성공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일부러 sudo 없이 쳐 봅니다 → permission denied 가 납니다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ps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내 계정을 docker 그룹에 넣는다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sudo usermod -aG docker $USER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4. 여기가 함정 — 재접속해야 그룹이 반영됩니다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exit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ssh -i &lt;키파일경로&gt; ubuntu@&lt;퍼블릭IP&gt;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ps      # 빈 표가 나오면 성공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groups         # 목록에 docker 가 보이면 성공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16D4889-4EE0-4E76-90D4-913C966A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급하면 sudo docker 로 진행해도 됩니다. 다만 재접속이 정답입니다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737A219-4CDB-4564-A822-2C4BB8EC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7EA4A9C-D3BD-4F23-B9FD-218F1F41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25740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3F8330-CA4F-47EE-8437-D17ABBA9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 run 한 줄 읽는 법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9CEDD7-178A-4D9C-9F0E-307D2FD0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아직 Dockerfile 없이 공식 이미지를 빌려 씁니다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1ECDA41-1B1C-4947-972D-84FC6CF8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74B1755-A3BE-4CA5-A6BC-592CAE8F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1E19EC-BE17-43D6-BBAB-CA466054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--rm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C9DA7F6-B4F5-42E5-80C8-567B0E0D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끝나면 컨테이너를 자동으로 지웁니다. 찌꺼기 방지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E56CBF9-A14B-4E7A-9BA0-60E0EC73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EC0E2C-008A-4226-B746-F47703AC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82DD097-04ED-48B8-8059-DEAE1E08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-v "$PWD":/app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FC36424-7D0D-4B62-A190-9F18E40A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지금 폴더를 상자 안 /app 에 연결. 왼쪽이 내 서버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63B741E-ED91-4976-A075-59BA1070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5AC1AEF-B1F6-411C-9574-BB579D4F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8CAFBF9-642B-48EB-925E-72B446B0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-w /app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D52E88F-94B8-4007-933E-785B9381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상자 안 작업 폴더를 /app 으로. cd 와 같습니다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C92F3C2-AC59-407F-B372-28BA6F8B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52A785F-E7D4-4895-B1A4-32E8DDC2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8146501-B979-4803-8272-2E251BA7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python:3.11-slim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EE1017B-A35B-46D7-83C7-09EEC80E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쓸 이미지. slim은 필요 없는 걸 뺀 가벼운 버전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40AABCE-4C6E-4738-8A04-274AE489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61B25C4-3082-4BD0-AB83-86671A3D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0092E7-129D-4461-8AA9-6A539A31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python hello_env.py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4C49078-94C7-431E-8671-76DA10A6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상자 안에서 실행할 명령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58FFF3B-23F5-4FB5-9394-E8877444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834608C-49CC-4209-A4A6-D9275E9E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여기서 볼 것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316B4D3-01A8-41EB-A3E8-B3921A7E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호스트 파이썬 3.12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컨테이너 파이썬 3.11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os-release 는 데비안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호스트는 우분투인데도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2C11FAA-96A8-499D-ACFF-FD8A63AD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143C9B2-5EA2-4609-9238-D914019D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9925580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BE2C31A-6DE7-445B-BE25-DCD4DADC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Dockerfile 빈칸 템플릿 (1/2)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B343DF-5B84-4965-9A5E-E2E08CC6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백지에서 쓰지 않습니다. 여섯 곳만 채웁니다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9A46E96-B88B-4D1E-BFA0-45326C79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B464CCF-7382-46A5-920F-5C7A1035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dockerfile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687333E-84F7-4E78-97A8-CA90CBF0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[빈칸 1] 밑바탕 이미지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  힌트: 파이썬 3.11의 가벼운(slim) 공식 이미지. 형식은 이름:태그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FROM ____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이 줄은 완성되어 있습니다. 상자 안 작업 폴더를 정합니다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WORKDIR /app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ENV AWS_DEFAULT_REGION=ap-northeast-2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ENV PYTHONUNBUFFERED=1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[빈칸 2] 라이브러리 목록 파일만 먼저 복사합니다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  힌트: 왼쪽은 내 서버의 파일명, 오른쪽 점은 현재 WORKDIR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COPY ____ .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[빈칸 3] 복사한 목록대로 라이브러리를 설치합니다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  힌트: 빌드 도중에 실행하는 명령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____ pip install --no-cache-dir -r requirements.txt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5157B8-3BDD-4430-A4C6-2D964BC7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왜 코드보다 목록 파일을 먼저 복사할까요. 레이어 캐시를 살리기 위해서입니다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39121C0-4C35-450C-9A25-7B7317D9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DC9C56-0D12-4864-8741-A473A17D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248686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647BBA7-CD2B-44B7-865E-AACA0DE7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Dockerfile 빈칸 템플릿 (2/2)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9D22175-DB77-4D85-A03F-A9ADB76D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나머지 세 곳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2A7796E-093F-43A9-AB97-888C05E9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A0277C9-AFA0-4490-BF32-DBFA7468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dockerfile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D1BC033-EDD7-4BB1-925C-FFB6D432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[빈칸 4] 이제 내 코드를 전부 상자 안으로 복사합니다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  힌트: 현재 폴더 전체를 상자의 현재 폴더로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  .dockerignore 가 제외 목록을 걸러 줍니다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COPY ____ .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[빈칸 5] 컨테이너를 시작할 때 실행할 기본 명령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  힌트: 대괄호 형식 ["실행파일", "인자1"]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  hello_env.py 를 파이썬으로 실행하게 하세요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CMD ____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[빈칸 6] 만든 사람 기록 — 오늘 필수 제출 항목입니다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  힌트: LABEL 키="값" 형식. owner 키에 본인 학번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LABEL ____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빌드: time docker build -t mlops-train:0.1 .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마지막 점은 빌드 컨텍스트입니다. 빼먹으면 안 됩니다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66B87DA-F757-46EF-81CD-0C193A3B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.dockerignore 에 .venv/ *.csv *.pkl mlruns/ .git/ 을 반드시 넣습니다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8DE907C-342C-4BB3-BC48-F87E72AF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F102FD5-04C9-4232-9797-0F95BEDE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197099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9CDC27-4AE1-40E9-A652-AD21957B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레이어 캐시 효과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9D7E93-9D76-4F3B-82AC-1774FD81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64429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3분→5초</a:t>
            </a:r>
            <a:endParaRPr sz="7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54F887-3119-4DD3-BCD5-CA9910ED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377" y="1417320"/>
            <a:ext cx="619239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같은 코드 수정, 다른 Dockerfile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ECA0E38-F1E4-4392-8FE2-648261C0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7839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좋은 순서 — requirements.txt 먼저 복사하고 설치, 코드는 나중에 복사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나쁜 순서 — COPY . . 을 먼저 쓰면 코드 한 글자에 pip install 전체가 다시 돕니다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time docker build 로 두 값을 재서 캡처합니다. 체크포인트 제출물입니다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docker history 로 어느 층이 큰지도 같이 봅니다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0579649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AE7F78-F699-4544-A458-27C5B2D4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164F77-5A19-43F8-B455-4722F5A1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docker 명령이 permission denied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계정이 docker 그룹에 없거나 재접속을 안 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usermod -aG docker $USER 후 exit → 재접속 → groups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 중 no space left on device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디스크 부족. 이미지와 빌드 캐시가 쌓임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docker system df 확인 후 docker system prune -a -f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COPY failed: file not found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파일이 빌드 컨텍스트에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ls 로 requirements.txt 확인. Dockerfile 있는 폴더에서 빌드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context 전송에서 몇 분씩 멈춤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.dockerignore 없이 대용량 파일까지 전송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Ctrl+C 후 .dockerignore 작성. .venv, *.csv, mlruns 포함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python:3.11-slim 이 toomanyrequests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Docker Hub 익명 pull 횟수 제한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FROM 을 public.ecr.aws/docker/library/python:3.11-slim 로 교체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Cannot connect to the Docker daemon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데몬이 안 떠 있음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sudo systemctl start docker &amp;&amp; sudo systemctl enable docker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99BF1C5-EE43-49BB-9219-2DEF2F5B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97C63B6-0281-49E8-B180-484083FC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067301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A2DBDBF-E9E0-40FB-9750-4B32DE15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4D7DF9-F38F-4F16-A532-E665F176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697B56-927E-4494-8FEF-1F1AC33D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ECR에 올리고 복구하기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EE0580E-B7EE-4F09-B3A2-F2C9F99F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85분 · 각자 직접 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95431785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746150-86F4-41B7-BF90-CB2CA0D8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4E0D21A-D9BD-4841-852A-DCBE4C55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create → login → tag → push, 이 네 단어를 외우세요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F31AE7-720B-4334-9C34-C9DB136C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CD4C45-BAB4-4047-8A11-5C96ECF0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A03FAC-9D06-4895-B317-E45C01E9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A6C16C5-857F-4A3D-A750-F9889D18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내 계정 ID 확인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7199F48-2B60-46EB-971B-E0DF937C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aws sts get-caller-identity --query Account --output text</a:t>
            </a:r>
            <a:endParaRPr sz="11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BEB898E-022D-4115-852B-0C9294EF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8165638-C1CE-4C89-AAED-F1B4C5B1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70EA7B-91C9-4AE7-8F6B-A637B904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8DA90C2-5916-432C-8962-0D916017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ECR 리포지토리 생성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D2174D0-8A60-4A51-AAD2-6690EDD4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이름은 mlops-2026-학번 · 태그 3종(Course/Team/Owner) 필수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AAE1B64-52E8-44CA-A14A-C4126FBA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0012523-83D9-4257-943D-3900700D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E0237BA-28C2-4B29-83F3-D4278211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948DFE9-DD2A-4151-8593-313BF450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로그인하고 tag 붙여 push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29A10F3-3A5F-499B-8DFA-60D96FA3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토큰은 12시간 유효. 실패하면 재로그인부터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B1048A6-869A-4169-9DE0-06B4F0E4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9DA7CF8-93F6-4725-A7E6-0019675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DA7C0F-E0AE-470F-89C5-34FF4A17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30F97B9-2D54-4B3B-8F5F-4CB46546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로컬 이미지를 완전히 삭제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B399F57-8829-4C06-BE9B-20BC754C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무섭지만 지웁니다. 오늘의 하이라이트입니다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C475583-F601-47A6-9302-E56E32A1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77ECF73-6B8F-4FDD-B3DE-D1178AD2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235A5DE-73C1-49D0-BC2D-52954E91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07A3C5-E760-4EAF-B89D-DD46DF36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pull 해서 똑같이 실행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726979E-AE6B-49F4-A87E-78C38740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복구되는 것을 확인하고 한 화면으로 캡처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72BC363-DD0F-4718-A2FC-F1B39401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3B0E91B-0208-4026-813C-D095CFBA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7503229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ED7A52-78A7-49C4-9121-ACA64396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ECR — 만들고, 로그인하고, 올리기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E3B3E5-86D1-4BCE-95A6-40834E39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&lt;학번&gt;과 &lt;계정ID&gt;는 본인 값으로 바꿉니다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F26EFB-732E-4149-BF81-CBA236F8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BA66C12-BB1F-4E27-8416-F2EA1435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AA3DC1-BBDD-4F4E-A104-6AE434D4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ecr create-repository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--repository-name mlops-2026-&lt;학번&gt;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--image-scanning-configuration scanOnPush=true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--tags Key=Course,Value=MLOps Key=Team,Value=T01 Key=Owner,Value=&lt;학번&gt;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ACCOUNT_ID=&lt;계정ID&gt;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REGION=ap-northeast-2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REPO=mlops-2026-&lt;학번&gt;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export ECR_URI=${ACCOUNT_ID}.dkr.ecr.${REGION}.amazonaws.com/${REPO}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ecr get-login-password --region ${REGION}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| docker login --username AWS --password-stdin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  ${ACCOUNT_ID}.dkr.ecr.${REGION}.amazonaws.com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tag mlops-train:0.1 ${ECR_URI}:0.1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push ${ECR_URI}:0.1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371B969-8C5C-4DFC-BE7C-37660B1D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Login Succeeded 가 나오고, 마지막에 digest: sha256:... 이 찍히면 성공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235F547-865B-4748-B16B-55082DE5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C50808-2DEC-4A97-B8A7-5956CF6D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3424191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DFECA4-641C-4EA7-9DC9-2AACE85A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지웠다가 다시 받아 실행하기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CD320E-A355-46A3-B568-F6CE68C5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오늘의 하이라이트입니다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BEDCFB1-FDCE-4F9B-BC67-712DF8F7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4F1E613-ECF8-4A44-92FD-31F00CFB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22BF7C7-AAFE-48BE-81A8-1267C5A8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(a) 지우기 전 상태를 캡처합니다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images | grep mlops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run --rm ${ECR_URI}:0.1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(b) 로컬에서 완전히 지웁니다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rmi mlops-train:0.1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rmi ${ECR_URI}:0.1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images | grep mlops        # 아무것도 안 나와야 정상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(c) ECR에서 다시 받아 실행합니다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pull ${ECR_URI}:0.1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docker run --rm ${ECR_URI}:0.1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실습 A와 똑같은 출력(scikit-learn: 1.5.2)이 나오면 성공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ecr list-images --repository-name ${REPO} --region ${REGION}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AFB60C4-0D0C-45C8-BBCF-BDCC3826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(b)에서 (c)까지를 한 화면에 담아 캡처합니다. 체크포인트 제출물입니다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BF091F8-A6BC-4100-B840-53F92021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DDEF46D-E0D4-4738-B87D-070909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3791354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B30AEC9-F9A6-4B02-B5E0-4FED0EAA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이미지를 만들 때 지킬 것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B05E4D-1804-4A95-A571-95670CCC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B 마지막 30분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3BC7963-4B3F-4AB2-8057-CDAC0794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E9B391A-899B-45E2-A105-49B8464C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2B4455D-61F4-4F5C-B6E8-C7471363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44A0CDD-8407-4A86-9958-DEF2410F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자격 증명은 절대 이미지에 넣지 않습니다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5D4C84E-26F3-47BA-9383-DB2940E0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Dockerfile에 ENV AWS_ACCESS_KEY_ID=... 를 적지 마세요. 이미지에 굳어서 ECR에 그대로 올라갑니다.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S3 접근은 EC2에 붙은 IAM 역할을 쓰거나, -v ~/.aws:/root/.aws:ro 로 읽기 전용 마운트합니다.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latest 태그만 쓰지 마세요. 0.1, 0.2, team-0.1 처럼 버전을 붙입니다. 되돌릴 방법이 그것뿐입니다.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이미지가 1GB를 넘으면 .dockerignore 누락입니다. docker history 로 큰 층을 찾으세요.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팀 이미지는 실습 A Dockerfile에서 CMD 한 줄만 바꾸면 됩니다.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BB456DB-BF06-40C9-8D6A-BE1C5201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5D9C630-AF55-42A0-B5AA-BD3D7E5F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092566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9DC2F7E-5585-4EFF-9C46-C4F044B2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E648C7-2313-4395-A1C9-42A1F1CC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LMS 6주차 과제방에 제출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3BD9F4C-53AD-49B6-A374-4F69BBBF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2364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3E481B0-AF60-4B5E-B474-ED459A7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2938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6AD8C4D-066B-4A62-BE48-A472B49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82422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본인이 완성한 Dockerfile 전문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9324AD-DC29-408F-850B-FA699CAE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18084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빈칸 6개를 채운 것 · LABEL owner 포함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DDCA2E6-1E39-4AB2-8126-8E5E19AF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489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AA5EADA-BFE2-41A0-9B64-CDB1DA7E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7063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8B2CE3-3929-45D0-BF26-18E343BD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6547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ECR 리포지토리 이미지 목록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7C3EDB6-7946-4B8A-893A-2A121551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2209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리포지토리명과 태그, 크기가 보이게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C4480B8-9C18-4892-A3C4-11233612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06140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577A341-E1D6-4CC6-A086-E7852DFD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11880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48CC92A-7A4E-4846-984D-3461D0B6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06724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삭제 → pull → 실행 성공 화면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765AF20-4492-40D6-9754-AEE18C45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863340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한 화면에 담기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707207B-29D5-4861-B18F-F0B049DD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4738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BBD57DD-02D0-4A6A-845D-4CAAFDF6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5312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B450312-7B26-44C2-8F1B-9F10A4B1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34797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레이어 캐시 비교 두 값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960B374-5475-4EF4-84BA-6282ADEF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0458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time 출력 스크린샷 · 좋은 순서 vs 나쁜 순서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9836B91-4B94-43A3-8673-6DD8843A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863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54BD27E-AE13-4F20-B29B-3310875C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29437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AD96E43-AE95-473E-8C07-5BEFA58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8922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학습 이미지 실행 로그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4483554-DFD3-4F1A-98AF-CA89D3B6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54583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컨테이너 안에서 S3를 읽는 부분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3647CF7-6780-4F1E-B339-0C3E4BE4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4F27612-0F42-4053-83E4-E17E6E4D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9856111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2C7DF1A-C49E-44D2-8A81-9B320295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1F135F-0439-4FCE-B768-8709A19C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8217ED-5652-4B7D-9E13-8EB1B96C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4ABAABF-0815-4A84-9B31-FB8443AF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A470DBE-3C16-4FC5-9810-AAA9E88A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컨테이너는 코드가 아니라 실행 환경 전체를 담는 것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A65A17B-D55F-4CA1-AFA4-6B3239F0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B334E3C-0571-448C-9A38-19478612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F1BCAB1-FC29-449C-BD7B-07A94DC0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8031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기억할 순서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DC5B0AE-43C6-4F75-A0F6-C80EC890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64358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잘 안 바뀌는 것 먼저 · create → login → tag → push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C3DB86E-1DF3-4DE3-B688-A2AC92F0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B885FE1-A4AD-4131-B958-13C6FDEC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BE3AAC-9D45-4FE4-B092-9B7BD530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1703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327A3E6-49DF-40B7-AEAB-93D80B73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01084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상자를 꺼지지 않고 요청을 기다리는 상자로 바꿉니다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C2E5F8E-5241-4391-967D-4A30056F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35DD27D-B941-46D3-9C90-5739011C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0A2CBA1-CA22-4ABF-8285-08F0B988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5376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 준비물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0E1C394-387C-4300-A891-2E663BD5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37810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 API 입력·응답 JSON 형식을 정해 README에 적어 오기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5F20430-9222-40CA-8C0E-047400CC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098548"/>
            <a:ext cx="4324252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6699838-2355-464B-B358-BDC88346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31800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정리 타임 체크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AC21BAB-9144-4D9C-B325-E8D21DF3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793492"/>
            <a:ext cx="3775612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docker container prune -f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docker image prune -f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df -h / 로 10GB 이상 확인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ECR 이미지는 지우지 않기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EC2 인스턴스 중지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10DDF77-1EF8-4D0C-88D1-8E04F8A3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6주차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C468102-45B4-4447-B02B-5CAD0874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43792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0FC4D38-B7E7-4FA3-B4DF-E124840B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06주차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8C1638-38F2-4983-B953-0323DAC0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20C93A0-4574-42FC-9218-18F32D2C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3694A650-9F83-4208-AAE7-8DDD59B5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실행 환경을 이미지로 만들고 ECR에 저장해 다른 서버에서 다시 실행한다.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32FC1EC3-B72E-4936-B9B6-68BB2602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Dockerfile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2195CDA4-E3B4-4952-9DB1-79FDEC3B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docker build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46B5D2C0-F6A6-4994-8118-CCC0ED73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local image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8D18772A-DA9A-41BD-8637-7A873FD9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ECR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562746D6-263D-491F-8DBD-14201EB3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deploy EC2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842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394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0946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6498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4" name="read-order">
            <a:extLst xmlns:a="http://schemas.openxmlformats.org/drawingml/2006/main">
              <a:ext uri="{FF2B5EF4-FFF2-40B4-BE49-F238E27FC236}">
                <a16:creationId xmlns:a16="http://schemas.microsoft.com/office/drawing/2014/main" id="{B726338D-B379-4529-B12D-AAA55F86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89CD03CA-FFFD-429F-BD6E-47033208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454562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9A0B408-2371-4434-8770-574B675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06주차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8C8D2B-A021-4A6E-A818-102676D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A17E8B-4049-40BA-9B1E-36600AF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09dd229d14de5"/>
          <a:stretch xmlns:a="http://schemas.openxmlformats.org/drawingml/2006/main"/>
        </p:blipFill>
        <p:spPr>
          <a:xfrm xmlns:a="http://schemas.openxmlformats.org/drawingml/2006/main">
            <a:off x="2070299" y="1666875"/>
            <a:ext cx="2812653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756F219A-9F5B-4EE1-81C9-FD19A6F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07D7139-5B7C-4A9F-9216-F65F0C9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Private repositories → Create repository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08724B-D46C-4212-A33C-73B7CBA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6DFE9EB5-8043-4F81-BE15-5A83AB2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1919f0217d24dca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564712987e44ad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DC42495-CA2A-478F-8579-5D0D03C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37221008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9A0B408-2371-4434-8770-574B675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06주차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8C8D2B-A021-4A6E-A818-102676D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ECR 프라이빗 저장소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A17E8B-4049-40BA-9B1E-36600AF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756F219A-9F5B-4EE1-81C9-FD19A6F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07D7139-5B7C-4A9F-9216-F65F0C9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Private registry → Repositories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08724B-D46C-4212-A33C-73B7CBA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실습 전 저장소 유무와 현재 리전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6DFE9EB5-8043-4F81-BE15-5A83AB2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fd40b93359e49e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40748beb9bc455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DC42495-CA2A-478F-8579-5D0D03C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4d8a55c6c4c73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3722100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9A0B408-2371-4434-8770-574B675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06주차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8C8D2B-A021-4A6E-A818-102676D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저장소 생성 설정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A17E8B-4049-40BA-9B1E-36600AF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756F219A-9F5B-4EE1-81C9-FD19A6F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07D7139-5B7C-4A9F-9216-F65F0C9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Repositories → Create repository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08724B-D46C-4212-A33C-73B7CBA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이름 `ysu-mlops-api`, Immutable 태그, AES-256 암호화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6DFE9EB5-8043-4F81-BE15-5A83AB2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cfad0f580144e97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0f44598257a4be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DC42495-CA2A-478F-8579-5D0D03C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62d726b794c37"/>
          <a:stretch xmlns:a="http://schemas.openxmlformats.org/drawingml/2006/main"/>
        </p:blipFill>
        <p:spPr>
          <a:xfrm xmlns:a="http://schemas.openxmlformats.org/drawingml/2006/main">
            <a:off x="1465836" y="1666875"/>
            <a:ext cx="4021577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37221008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9A0B408-2371-4434-8770-574B675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06주차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8C8D2B-A021-4A6E-A818-102676D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저장소 생성 완료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A17E8B-4049-40BA-9B1E-36600AF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756F219A-9F5B-4EE1-81C9-FD19A6F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07D7139-5B7C-4A9F-9216-F65F0C9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Repositories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08724B-D46C-4212-A33C-73B7CBA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성공 알림, 생성 시각, 태그 변경 불가능 여부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6DFE9EB5-8043-4F81-BE15-5A83AB2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b449542616c4f1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3bdb14359be4676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DC42495-CA2A-478F-8579-5D0D03C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c6dc164e94fba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37221008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9A0B408-2371-4434-8770-574B675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06주차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8C8D2B-A021-4A6E-A818-102676D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CloudShell에서 실습 환경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A17E8B-4049-40BA-9B1E-36600AF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756F219A-9F5B-4EE1-81C9-FD19A6F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07D7139-5B7C-4A9F-9216-F65F0C9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상단 CloudShell 아이콘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08724B-D46C-4212-A33C-73B7CBA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버킷·인스턴스·역할·VPC가 서울 리전에 만들어졌는지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6DFE9EB5-8043-4F81-BE15-5A83AB2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5bec960df884c8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18c785d563d431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DC42495-CA2A-478F-8579-5D0D03C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dc880eb714661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37221008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9A0B408-2371-4434-8770-574B675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06주차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8C8D2B-A021-4A6E-A818-102676D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이미지가 없는 새 저장소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A17E8B-4049-40BA-9B1E-36600AF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756F219A-9F5B-4EE1-81C9-FD19A6F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07D7139-5B7C-4A9F-9216-F65F0C9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 → Images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08724B-D46C-4212-A33C-73B7CBA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푸시 전에는 활성 이미지가 없다는 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6DFE9EB5-8043-4F81-BE15-5A83AB2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d4f37d3a30d433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65e641600364ca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DC42495-CA2A-478F-8579-5D0D03C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753f3b3a945b8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3722100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9A0B408-2371-4434-8770-574B675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06주차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8C8D2B-A021-4A6E-A818-102676D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ECR 푸시 명령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A17E8B-4049-40BA-9B1E-36600AF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756F219A-9F5B-4EE1-81C9-FD19A6F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07D7139-5B7C-4A9F-9216-F65F0C9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 → View push commands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08724B-D46C-4212-A33C-73B7CBA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로그인 → 빌드 → 태그 → 푸시 순서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6DFE9EB5-8043-4F81-BE15-5A83AB2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0a0860437914b7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01342d8c2e343a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DC42495-CA2A-478F-8579-5D0D03C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12fa04c7440e3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37221008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9A0B408-2371-4434-8770-574B675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06주차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8C8D2B-A021-4A6E-A818-102676D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저장소 요약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A17E8B-4049-40BA-9B1E-36600AF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756F219A-9F5B-4EE1-81C9-FD19A6F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07D7139-5B7C-4A9F-9216-F65F0C9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 → Summary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08724B-D46C-4212-A33C-73B7CBA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URI, 태그 변경 정책, 암호화 방식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6DFE9EB5-8043-4F81-BE15-5A83AB2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e1c47e885d94cb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c2b14593d2a4f4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DC42495-CA2A-478F-8579-5D0D03C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b7cb1f2fb46c3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37221008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9A0B408-2371-4434-8770-574B675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06주차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8C8D2B-A021-4A6E-A818-102676D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수명 주기 정책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A17E8B-4049-40BA-9B1E-36600AF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756F219A-9F5B-4EE1-81C9-FD19A6F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07D7139-5B7C-4A9F-9216-F65F0C9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 → Lifecycle policy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08724B-D46C-4212-A33C-73B7CBA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오래된 이미지 자동 정리 규칙을 두는 위치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6DFE9EB5-8043-4F81-BE15-5A83AB2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fed096db5804a7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b802562f5ef492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DC42495-CA2A-478F-8579-5D0D03C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546bf0afd4774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37221008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9A0B408-2371-4434-8770-574B675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06주차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8C8D2B-A021-4A6E-A818-102676D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저장소 권한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A17E8B-4049-40BA-9B1E-36600AF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756F219A-9F5B-4EE1-81C9-FD19A6F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07D7139-5B7C-4A9F-9216-F65F0C9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 → Permissions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08724B-D46C-4212-A33C-73B7CBA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저장소 정책과 IAM 역할의 차이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6DFE9EB5-8043-4F81-BE15-5A83AB2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5fb7bb11f22404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7a52b3082e34a8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DC42495-CA2A-478F-8579-5D0D03C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a4803e20a4d59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37221008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9A0B408-2371-4434-8770-574B675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06주차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8C8D2B-A021-4A6E-A818-102676D5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저장소 태그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A17E8B-4049-40BA-9B1E-36600AF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756F219A-9F5B-4EE1-81C9-FD19A6F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C07D7139-5B7C-4A9F-9216-F65F0C9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ECR → ysu-mlops-api → Repository tags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3B08724B-D46C-4212-A33C-73B7CBA0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비용·소유자·정리 대상을 구분하는 태그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6DFE9EB5-8043-4F81-BE15-5A83AB2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1cb048c32c6417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9966278cd9f431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DC42495-CA2A-478F-8579-5D0D03C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9ac0a942a48ad"/>
          <a:stretch xmlns:a="http://schemas.openxmlformats.org/drawingml/2006/main"/>
        </p:blipFill>
        <p:spPr>
          <a:xfrm xmlns:a="http://schemas.openxmlformats.org/drawingml/2006/main">
            <a:off x="1466000" y="1666875"/>
            <a:ext cx="4021249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37221008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2026-08-24T09:29:02.8110000Z</dcterms:created>
  <dcterms:modified xsi:type="dcterms:W3CDTF">2026-08-24T09:29:02.8110000Z</dcterms:modified>
</coreProperties>
</file>