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001c2497c4da1" /><Relationship Type="http://schemas.openxmlformats.org/officeDocument/2006/relationships/extended-properties" Target="/docProps/app.xml" Id="Rfff939e587264418" /><Relationship Type="http://schemas.openxmlformats.org/officeDocument/2006/relationships/officeDocument" Target="/ppt/presentation.xml" Id="Rb65d7e4ce6fa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e50c08c7c4e36"/>
  </p:sldMasterIdLst>
  <p:notesMasterIdLst>
    <p:notesMasterId xmlns:r="http://schemas.openxmlformats.org/officeDocument/2006/relationships" r:id="Rd222c95a44834a65"/>
  </p:notesMasterIdLst>
  <p:sldIdLst>
    <p:sldId xmlns:r="http://schemas.openxmlformats.org/officeDocument/2006/relationships" id="256" r:id="Ra889ad5625d44a58"/>
    <p:sldId xmlns:r="http://schemas.openxmlformats.org/officeDocument/2006/relationships" id="257" r:id="R82606770aff5488a"/>
    <p:sldId xmlns:r="http://schemas.openxmlformats.org/officeDocument/2006/relationships" id="258" r:id="R6db838ea943e4afb"/>
    <p:sldId xmlns:r="http://schemas.openxmlformats.org/officeDocument/2006/relationships" id="259" r:id="R10b1b42b4e194175"/>
    <p:sldId xmlns:r="http://schemas.openxmlformats.org/officeDocument/2006/relationships" id="260" r:id="R83c4650f737640fa"/>
    <p:sldId xmlns:r="http://schemas.openxmlformats.org/officeDocument/2006/relationships" id="261" r:id="R251f876ffb47405a"/>
    <p:sldId xmlns:r="http://schemas.openxmlformats.org/officeDocument/2006/relationships" id="262" r:id="R85a9d002e8d94aba"/>
    <p:sldId xmlns:r="http://schemas.openxmlformats.org/officeDocument/2006/relationships" id="263" r:id="Rc7e6a34c24f74857"/>
    <p:sldId xmlns:r="http://schemas.openxmlformats.org/officeDocument/2006/relationships" id="264" r:id="R42e677246ca042e3"/>
    <p:sldId xmlns:r="http://schemas.openxmlformats.org/officeDocument/2006/relationships" id="265" r:id="Rdd55a1fb36b64b87"/>
    <p:sldId xmlns:r="http://schemas.openxmlformats.org/officeDocument/2006/relationships" id="266" r:id="Rb86e5c0ae6f042b3"/>
    <p:sldId xmlns:r="http://schemas.openxmlformats.org/officeDocument/2006/relationships" id="267" r:id="R69f29ebaa6d6497a"/>
    <p:sldId xmlns:r="http://schemas.openxmlformats.org/officeDocument/2006/relationships" id="268" r:id="R5e8f0ff71c394fc3"/>
    <p:sldId xmlns:r="http://schemas.openxmlformats.org/officeDocument/2006/relationships" id="269" r:id="R4f598204f1f14b25"/>
    <p:sldId xmlns:r="http://schemas.openxmlformats.org/officeDocument/2006/relationships" id="270" r:id="Rf681f0c79fea4728"/>
    <p:sldId xmlns:r="http://schemas.openxmlformats.org/officeDocument/2006/relationships" id="271" r:id="R2148a2970c564d05"/>
    <p:sldId xmlns:r="http://schemas.openxmlformats.org/officeDocument/2006/relationships" id="272" r:id="R4aef904f8c854bd0"/>
    <p:sldId xmlns:r="http://schemas.openxmlformats.org/officeDocument/2006/relationships" id="273" r:id="Rbc5199e18f2843f1"/>
    <p:sldId xmlns:r="http://schemas.openxmlformats.org/officeDocument/2006/relationships" id="274" r:id="R76a78afe834c4336"/>
    <p:sldId xmlns:r="http://schemas.openxmlformats.org/officeDocument/2006/relationships" id="275" r:id="R1ee63b7a58ef4a93"/>
    <p:sldId xmlns:r="http://schemas.openxmlformats.org/officeDocument/2006/relationships" id="276" r:id="R62307cfbd8204c96"/>
    <p:sldId xmlns:r="http://schemas.openxmlformats.org/officeDocument/2006/relationships" id="277" r:id="R1e07a4128f6e46ce"/>
    <p:sldId xmlns:r="http://schemas.openxmlformats.org/officeDocument/2006/relationships" id="278" r:id="Rf0e715f3e9b04c5c"/>
    <p:sldId xmlns:r="http://schemas.openxmlformats.org/officeDocument/2006/relationships" id="279" r:id="R4918ddf6bdee4d88"/>
    <p:sldId xmlns:r="http://schemas.openxmlformats.org/officeDocument/2006/relationships" id="280" r:id="R9a7fe8cc018c45bd"/>
    <p:sldId xmlns:r="http://schemas.openxmlformats.org/officeDocument/2006/relationships" id="281" r:id="R6875144eb8b147ae"/>
    <p:sldId xmlns:r="http://schemas.openxmlformats.org/officeDocument/2006/relationships" id="282" r:id="Ra16ba4cca859458f"/>
    <p:sldId xmlns:r="http://schemas.openxmlformats.org/officeDocument/2006/relationships" id="283" r:id="Rbda811a58cad40ce"/>
    <p:sldId xmlns:r="http://schemas.openxmlformats.org/officeDocument/2006/relationships" id="284" r:id="R77205cd57dbc4711"/>
    <p:sldId xmlns:r="http://schemas.openxmlformats.org/officeDocument/2006/relationships" id="285" r:id="R5caca03dd31e4bc3"/>
    <p:sldId xmlns:r="http://schemas.openxmlformats.org/officeDocument/2006/relationships" id="286" r:id="R8d788dfd056a4522"/>
    <p:sldId xmlns:r="http://schemas.openxmlformats.org/officeDocument/2006/relationships" id="287" r:id="R907d15fb39d542cf"/>
    <p:sldId xmlns:r="http://schemas.openxmlformats.org/officeDocument/2006/relationships" id="288" r:id="Rb934b5eba4604f13"/>
    <p:sldId xmlns:r="http://schemas.openxmlformats.org/officeDocument/2006/relationships" id="289" r:id="R627707e36ac84970"/>
    <p:sldId xmlns:r="http://schemas.openxmlformats.org/officeDocument/2006/relationships" id="290" r:id="R77a874fe781a4a7f"/>
    <p:sldId xmlns:r="http://schemas.openxmlformats.org/officeDocument/2006/relationships" id="291" r:id="R6665fe653b774a92"/>
    <p:sldId xmlns:r="http://schemas.openxmlformats.org/officeDocument/2006/relationships" id="292" r:id="Ra74fa19911dd4b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8f17c1bc94c41" /><Relationship Type="http://schemas.openxmlformats.org/officeDocument/2006/relationships/slideMaster" Target="/ppt/slideMasters/slideMaster1.xml" Id="Rf43e50c08c7c4e36" /><Relationship Type="http://schemas.openxmlformats.org/officeDocument/2006/relationships/notesMaster" Target="/ppt/notesMasters/notesMaster1.xml" Id="Rd222c95a44834a65" /><Relationship Type="http://schemas.openxmlformats.org/officeDocument/2006/relationships/presProps" Target="/ppt/presProps.xml" Id="R8f8f58fe44ee4082" /><Relationship Type="http://schemas.openxmlformats.org/officeDocument/2006/relationships/viewProps" Target="/ppt/viewProps.xml" Id="R322115ce9ca74ec1" /><Relationship Type="http://schemas.openxmlformats.org/officeDocument/2006/relationships/tableStyles" Target="/ppt/tableStyles.xml" Id="Rd1ba3a1b08fc4b2e" /><Relationship Type="http://schemas.openxmlformats.org/officeDocument/2006/relationships/slide" Target="/ppt/slides/slide1.xml" Id="Ra889ad5625d44a58" /><Relationship Type="http://schemas.openxmlformats.org/officeDocument/2006/relationships/slide" Target="/ppt/slides/slide2.xml" Id="R82606770aff5488a" /><Relationship Type="http://schemas.openxmlformats.org/officeDocument/2006/relationships/slide" Target="/ppt/slides/slide3.xml" Id="R6db838ea943e4afb" /><Relationship Type="http://schemas.openxmlformats.org/officeDocument/2006/relationships/slide" Target="/ppt/slides/slide4.xml" Id="R10b1b42b4e194175" /><Relationship Type="http://schemas.openxmlformats.org/officeDocument/2006/relationships/slide" Target="/ppt/slides/slide5.xml" Id="R83c4650f737640fa" /><Relationship Type="http://schemas.openxmlformats.org/officeDocument/2006/relationships/slide" Target="/ppt/slides/slide6.xml" Id="R251f876ffb47405a" /><Relationship Type="http://schemas.openxmlformats.org/officeDocument/2006/relationships/slide" Target="/ppt/slides/slide7.xml" Id="R85a9d002e8d94aba" /><Relationship Type="http://schemas.openxmlformats.org/officeDocument/2006/relationships/slide" Target="/ppt/slides/slide8.xml" Id="Rc7e6a34c24f74857" /><Relationship Type="http://schemas.openxmlformats.org/officeDocument/2006/relationships/slide" Target="/ppt/slides/slide9.xml" Id="R42e677246ca042e3" /><Relationship Type="http://schemas.openxmlformats.org/officeDocument/2006/relationships/slide" Target="/ppt/slides/slide10.xml" Id="Rdd55a1fb36b64b87" /><Relationship Type="http://schemas.openxmlformats.org/officeDocument/2006/relationships/slide" Target="/ppt/slides/slide11.xml" Id="Rb86e5c0ae6f042b3" /><Relationship Type="http://schemas.openxmlformats.org/officeDocument/2006/relationships/slide" Target="/ppt/slides/slide12.xml" Id="R69f29ebaa6d6497a" /><Relationship Type="http://schemas.openxmlformats.org/officeDocument/2006/relationships/slide" Target="/ppt/slides/slide13.xml" Id="R5e8f0ff71c394fc3" /><Relationship Type="http://schemas.openxmlformats.org/officeDocument/2006/relationships/slide" Target="/ppt/slides/slide14.xml" Id="R4f598204f1f14b25" /><Relationship Type="http://schemas.openxmlformats.org/officeDocument/2006/relationships/slide" Target="/ppt/slides/slide15.xml" Id="Rf681f0c79fea4728" /><Relationship Type="http://schemas.openxmlformats.org/officeDocument/2006/relationships/slide" Target="/ppt/slides/slide16.xml" Id="R2148a2970c564d05" /><Relationship Type="http://schemas.openxmlformats.org/officeDocument/2006/relationships/slide" Target="/ppt/slides/slide17.xml" Id="R4aef904f8c854bd0" /><Relationship Type="http://schemas.openxmlformats.org/officeDocument/2006/relationships/slide" Target="/ppt/slides/slide18.xml" Id="Rbc5199e18f2843f1" /><Relationship Type="http://schemas.openxmlformats.org/officeDocument/2006/relationships/slide" Target="/ppt/slides/slide19.xml" Id="R76a78afe834c4336" /><Relationship Type="http://schemas.openxmlformats.org/officeDocument/2006/relationships/slide" Target="/ppt/slides/slide20.xml" Id="R1ee63b7a58ef4a93" /><Relationship Type="http://schemas.openxmlformats.org/officeDocument/2006/relationships/slide" Target="/ppt/slides/slide21.xml" Id="R62307cfbd8204c96" /><Relationship Type="http://schemas.openxmlformats.org/officeDocument/2006/relationships/slide" Target="/ppt/slides/slide22.xml" Id="R1e07a4128f6e46ce" /><Relationship Type="http://schemas.openxmlformats.org/officeDocument/2006/relationships/slide" Target="/ppt/slides/slide23.xml" Id="Rf0e715f3e9b04c5c" /><Relationship Type="http://schemas.openxmlformats.org/officeDocument/2006/relationships/slide" Target="/ppt/slides/slide24.xml" Id="R4918ddf6bdee4d88" /><Relationship Type="http://schemas.openxmlformats.org/officeDocument/2006/relationships/slide" Target="/ppt/slides/slide25.xml" Id="R9a7fe8cc018c45bd" /><Relationship Type="http://schemas.openxmlformats.org/officeDocument/2006/relationships/slide" Target="/ppt/slides/slide26.xml" Id="R6875144eb8b147ae" /><Relationship Type="http://schemas.openxmlformats.org/officeDocument/2006/relationships/slide" Target="/ppt/slides/slide27.xml" Id="Ra16ba4cca859458f" /><Relationship Type="http://schemas.openxmlformats.org/officeDocument/2006/relationships/slide" Target="/ppt/slides/slide28.xml" Id="Rbda811a58cad40ce" /><Relationship Type="http://schemas.openxmlformats.org/officeDocument/2006/relationships/slide" Target="/ppt/slides/slide29.xml" Id="R77205cd57dbc4711" /><Relationship Type="http://schemas.openxmlformats.org/officeDocument/2006/relationships/slide" Target="/ppt/slides/slide30.xml" Id="R5caca03dd31e4bc3" /><Relationship Type="http://schemas.openxmlformats.org/officeDocument/2006/relationships/slide" Target="/ppt/slides/slide31.xml" Id="R8d788dfd056a4522" /><Relationship Type="http://schemas.openxmlformats.org/officeDocument/2006/relationships/slide" Target="/ppt/slides/slide32.xml" Id="R907d15fb39d542cf" /><Relationship Type="http://schemas.openxmlformats.org/officeDocument/2006/relationships/slide" Target="/ppt/slides/slide33.xml" Id="Rb934b5eba4604f13" /><Relationship Type="http://schemas.openxmlformats.org/officeDocument/2006/relationships/slide" Target="/ppt/slides/slide34.xml" Id="R627707e36ac84970" /><Relationship Type="http://schemas.openxmlformats.org/officeDocument/2006/relationships/slide" Target="/ppt/slides/slide35.xml" Id="R77a874fe781a4a7f" /><Relationship Type="http://schemas.openxmlformats.org/officeDocument/2006/relationships/slide" Target="/ppt/slides/slide36.xml" Id="R6665fe653b774a92" /><Relationship Type="http://schemas.openxmlformats.org/officeDocument/2006/relationships/slide" Target="/ppt/slides/slide37.xml" Id="Ra74fa19911dd4b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ea170d28b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97453ce494b5a" /><Relationship Type="http://schemas.openxmlformats.org/officeDocument/2006/relationships/notesMaster" Target="/ppt/notesMasters/notesMaster1.xml" Id="R8289d8ba267b4d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677d54722c4320" /><Relationship Type="http://schemas.openxmlformats.org/officeDocument/2006/relationships/notesMaster" Target="/ppt/notesMasters/notesMaster1.xml" Id="R63283f47c02441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f2821609e84410" /><Relationship Type="http://schemas.openxmlformats.org/officeDocument/2006/relationships/notesMaster" Target="/ppt/notesMasters/notesMaster1.xml" Id="Rd68f0cf088f3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4ba961f4354bb9" /><Relationship Type="http://schemas.openxmlformats.org/officeDocument/2006/relationships/notesMaster" Target="/ppt/notesMasters/notesMaster1.xml" Id="Rc7e956a1a9db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ee799d2f9b4f1b" /><Relationship Type="http://schemas.openxmlformats.org/officeDocument/2006/relationships/notesMaster" Target="/ppt/notesMasters/notesMaster1.xml" Id="Rf1742228ee3b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2048904f964c95" /><Relationship Type="http://schemas.openxmlformats.org/officeDocument/2006/relationships/notesMaster" Target="/ppt/notesMasters/notesMaster1.xml" Id="R624c530a52714c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df49bdc50e4c00" /><Relationship Type="http://schemas.openxmlformats.org/officeDocument/2006/relationships/notesMaster" Target="/ppt/notesMasters/notesMaster1.xml" Id="R61d3e6cd602343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ce2d34352a4673" /><Relationship Type="http://schemas.openxmlformats.org/officeDocument/2006/relationships/notesMaster" Target="/ppt/notesMasters/notesMaster1.xml" Id="R908270add7194c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ad0c14b1174f6d" /><Relationship Type="http://schemas.openxmlformats.org/officeDocument/2006/relationships/notesMaster" Target="/ppt/notesMasters/notesMaster1.xml" Id="R558044320b6e40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6999ad4c664f87" /><Relationship Type="http://schemas.openxmlformats.org/officeDocument/2006/relationships/notesMaster" Target="/ppt/notesMasters/notesMaster1.xml" Id="Rda6b8f167e6b4c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8fa949a23f4339" /><Relationship Type="http://schemas.openxmlformats.org/officeDocument/2006/relationships/notesMaster" Target="/ppt/notesMasters/notesMaster1.xml" Id="Raf9b12ad599348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5ac3877d4f499a" /><Relationship Type="http://schemas.openxmlformats.org/officeDocument/2006/relationships/notesMaster" Target="/ppt/notesMasters/notesMaster1.xml" Id="R5b27f66bd3b24f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1da99b1921405c" /><Relationship Type="http://schemas.openxmlformats.org/officeDocument/2006/relationships/notesMaster" Target="/ppt/notesMasters/notesMaster1.xml" Id="Rd834867ca95542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7c538529cd465d" /><Relationship Type="http://schemas.openxmlformats.org/officeDocument/2006/relationships/notesMaster" Target="/ppt/notesMasters/notesMaster1.xml" Id="Rf3bfeb72288945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e3792d561d4e7e" /><Relationship Type="http://schemas.openxmlformats.org/officeDocument/2006/relationships/notesMaster" Target="/ppt/notesMasters/notesMaster1.xml" Id="Rfdbbee36db2a4a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da3635fb9a4b24" /><Relationship Type="http://schemas.openxmlformats.org/officeDocument/2006/relationships/notesMaster" Target="/ppt/notesMasters/notesMaster1.xml" Id="Red1ed6eb9dc549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d3924c60394d31" /><Relationship Type="http://schemas.openxmlformats.org/officeDocument/2006/relationships/notesMaster" Target="/ppt/notesMasters/notesMaster1.xml" Id="R508b72d613184c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77a13eaf14463c" /><Relationship Type="http://schemas.openxmlformats.org/officeDocument/2006/relationships/notesMaster" Target="/ppt/notesMasters/notesMaster1.xml" Id="Re0dbcf9a7a3f41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03550240a840f4" /><Relationship Type="http://schemas.openxmlformats.org/officeDocument/2006/relationships/notesMaster" Target="/ppt/notesMasters/notesMaster1.xml" Id="Rb5da86cfda3a40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dd27a514c74d1e" /><Relationship Type="http://schemas.openxmlformats.org/officeDocument/2006/relationships/notesMaster" Target="/ppt/notesMasters/notesMaster1.xml" Id="R41b4a42cbb1445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a250322a9c444c" /><Relationship Type="http://schemas.openxmlformats.org/officeDocument/2006/relationships/notesMaster" Target="/ppt/notesMasters/notesMaster1.xml" Id="R08372c4611d349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e998f13d9c4123" /><Relationship Type="http://schemas.openxmlformats.org/officeDocument/2006/relationships/notesMaster" Target="/ppt/notesMasters/notesMaster1.xml" Id="R6cc217548cac44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3a05c5a12d42d0" /><Relationship Type="http://schemas.openxmlformats.org/officeDocument/2006/relationships/notesMaster" Target="/ppt/notesMasters/notesMaster1.xml" Id="R468f3beb10ff4c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dff3016cd04442" /><Relationship Type="http://schemas.openxmlformats.org/officeDocument/2006/relationships/notesMaster" Target="/ppt/notesMasters/notesMaster1.xml" Id="R552a94f994ca488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2125e3b0814be5" /><Relationship Type="http://schemas.openxmlformats.org/officeDocument/2006/relationships/notesMaster" Target="/ppt/notesMasters/notesMaster1.xml" Id="Rd14a7ccf373743f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754942c5044512" /><Relationship Type="http://schemas.openxmlformats.org/officeDocument/2006/relationships/notesMaster" Target="/ppt/notesMasters/notesMaster1.xml" Id="Rac627d6a2e974a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ee6661ffc1b4b73" /><Relationship Type="http://schemas.openxmlformats.org/officeDocument/2006/relationships/notesMaster" Target="/ppt/notesMasters/notesMaster1.xml" Id="R7359ea50ba9b478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a665308c984691" /><Relationship Type="http://schemas.openxmlformats.org/officeDocument/2006/relationships/notesMaster" Target="/ppt/notesMasters/notesMaster1.xml" Id="R8502a9ea0dc144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8efacd3f424e4c" /><Relationship Type="http://schemas.openxmlformats.org/officeDocument/2006/relationships/notesMaster" Target="/ppt/notesMasters/notesMaster1.xml" Id="R248485c65fb3420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9f58cb6d3164b66" /><Relationship Type="http://schemas.openxmlformats.org/officeDocument/2006/relationships/notesMaster" Target="/ppt/notesMasters/notesMaster1.xml" Id="Rb2ea0633196746c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ad752d4054d4580" /><Relationship Type="http://schemas.openxmlformats.org/officeDocument/2006/relationships/notesMaster" Target="/ppt/notesMasters/notesMaster1.xml" Id="Rdf80807a568446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8d08461a1264d57" /><Relationship Type="http://schemas.openxmlformats.org/officeDocument/2006/relationships/notesMaster" Target="/ppt/notesMasters/notesMaster1.xml" Id="R93f047670c494f5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9b17b5b8d79421a" /><Relationship Type="http://schemas.openxmlformats.org/officeDocument/2006/relationships/notesMaster" Target="/ppt/notesMasters/notesMaster1.xml" Id="R3866d15cd61a48e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07e070da6a24ee2" /><Relationship Type="http://schemas.openxmlformats.org/officeDocument/2006/relationships/notesMaster" Target="/ppt/notesMasters/notesMaster1.xml" Id="R5769863ac979412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d20a38ae9042e4" /><Relationship Type="http://schemas.openxmlformats.org/officeDocument/2006/relationships/notesMaster" Target="/ppt/notesMasters/notesMaster1.xml" Id="R701ce97fe72344b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feb0cc1ae974477" /><Relationship Type="http://schemas.openxmlformats.org/officeDocument/2006/relationships/notesMaster" Target="/ppt/notesMasters/notesMaster1.xml" Id="Rf75290d9d23148f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57938d899c64d96" /><Relationship Type="http://schemas.openxmlformats.org/officeDocument/2006/relationships/notesMaster" Target="/ppt/notesMasters/notesMaster1.xml" Id="R4e0ed6680899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지난주까지 여러분은 모델을 만들었고 그걸 담을 상자도 만들었습니다. 그런데 아직 이 모델은 아무도 부를 수 없습니다. 오늘은 여기에 주소를 붙입니다. 오늘이 끝나면 여러분 모델은 predict 라는 문을 갖게 됩니다.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안에 반드시 200 응답을 보고 가야 합니다. 오늘 API가 안 돌면 다음 주 M2 중간 시연에서 보여줄 게 없습니다. 실습 A는 50분에 끊고 완성본을 받아 실습 B로 넘어갑니다.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밥솥에 쌀을 한꺼번에 안치는 게 배치, 주문 즉시 굽는 토스트가 실시간입니다. 우리가 실시간을 고르는 이유는 두 가지예요. 발표 때 심사자가 값을 바꿔가며 눌러봐야 하고, 실시간을 할 줄 알면 배치는 for 문 하나면 되기 때문입니다.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health가 왜 필요하냐고 묻는 학생이 꼭 있습니다. 서버를 자동으로 관리하는 도구가 1분마다 살아있냐고 물어보는데 그때마다 예측을 시키면 낭비죠. 12주차 모니터링에서 이 문을 씁니다.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구분만 해도 디버깅 시간이 절반으로 줍니다. 422가 뜨면 서버 코드를 뒤지지 말고 내가 보낸 요청부터 보라고 말해주세요. 오늘 실습에서 일부러 422를 내볼 겁니다.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여러분이 문서를 따로 쓸 필요가 없다는 게 FastAPI의 감동 포인트입니다. 이 부분은 실습에서 /docs를 열어봤을 때 반응이 제일 좋으니 여기서는 짧게 예고만 하고 넘어가세요.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이게 무서운 점입니다. 코드는 멀쩡히 돌고 숫자도 나옵니다. 다만 그 숫자가 틀립니다. 학습에서 R제곱이 0.85였는데 실제 서비스는 엉뚱한 값을 내고, 여러분은 모델이 과적합됐나 하면서 엉뚱한 곳을 팝니다.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4주차에 왜 모델만 저장하지 말고 Pipeline을 통째로 저장하라고 했는지, 그 답이 바로 이겁니다. 사람은 어긋납니다. 파일은 안 어긋납니다. 실무에서 가장 잡기 어려운 버그가 이 종류라고 꼭 말해주세요.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두 번째 단계에서 모델 안에 전처리가 들어 있는지 눈으로 확인시킵니다. RandomForestRegressor만 찍히면 전처리가 빠진 겁니다. 그건 스큐 폭탄이니 그 자리에서 4주차 저장 코드를 고치게 하세요.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 단계의 버전 고정을 가볍게 넘기지 마세요. 학습 때 버전과 다르면 pkl 로드부터 실패하거나 경고만 뜨고 값이 이상해집니다. 오늘 사고 1순위입니다.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세 줄이 곧 문 앞의 가드입니다. 필드 이름은 학습 데이터 컬럼명과 글자 단위로 같아야 한다고 다시 강조하세요. 팀 데이터로 바꿀 때 여기가 첫 번째 수정 지점입니다.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둘 중 하나만 빠져도 밖에서 안 붙습니다. 순회할 때 이 두 개를 한 세트로 확인하세요. 서버는 도는데 브라우저가 안 열린다는 질문이 오면 십중팔구 이 둘 중 하나입니다.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기동 시 1회 로드는 NCS 평가 항목이기도 합니다. 그리고 폴더가 패키지로 인식되게 touch app/__init__.py 를 꼭 시키세요. 이걸 빼먹으면 ModuleNotFoundError 가 납니다.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 함수가 세 줄뿐인 걸 보여주면서 이론에서 말한 3줄 원칙을 다시 짚으세요. Swagger에서 season을 대문자 Summer로 바꿔 422를 일부러 내보게 하는 것도 잊지 마세요.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줄이 오늘 사고 1순위입니다. 학습 버전을 모르는 학생은 4주차 노트북에서 sklearn 버전을 확인하게 하고, 그래도 안 되면 공통 예제 모델로 갈아타게 하세요. 5분이면 됩니다.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 단계에서 -p 8000:8000 을 빼먹는 학생이 반드시 나옵니다. 왼쪽이 EC2 포트, 오른쪽이 컨테이너 안 포트라고 짚어주세요. 이걸 빼면 밖에서 절대 못 들어갑니다.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6주차 Dockerfile과 나란히 놓고 비교해 보여주세요. 순서 원칙은 그대로고 EXPOSE와 CMD만 바뀝니다. docker logs에 모델 로드 완료 Pipeline 이 찍히는지 반드시 확인시키세요.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번째 항목이 오늘 순회의 1순위입니다. Pipeline이 아니라 모델만 찍히는 학생은 그 자리에서 4주차 저장 코드를 고쳐 pkl을 다시 만들게 하세요. 지금 안 잡으면 다음 주에 터집니다.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틀린 요청을 일부러 보내는 게 오늘의 단위 테스트입니다. 정상만 되는 API는 절반만 만든 겁니다. 422 응답 본문에 어느 필드가 문제인지 그대로 나오는 걸 같이 읽어보세요.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push를 못 하면 다음 주 실습 A가 막힙니다. 남은 시간에는 팀 데이터로 갈아 끼우게 하세요. 바꿀 곳은 schemas.py 필드, main.py 의 FEATURE_ORDER, model.pkl 세 군데뿐입니다.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스크린샷에 본인 학번이 보이는 프롬프트나 리포지토리명이 나오게 찍으라고 안내하세요. 두 번째 항목이 단위 테스트 평가 항목입니다. 200만 있고 422가 없으면 감점입니다.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주에는 오늘 만든 상자 앞에 Streamlit 화면을 붙이고 마지막 40분에 팀별 M2 중간 시연을 합니다. 오늘 API가 안 돌면 다음 주에 보여줄 게 없습니다. 오늘 안에 반드시 200을 보고 가세요.</a:t>
            </a:r>
            <a:endParaRPr/>
          </a:p>
          <a:p xmlns:a="http://schemas.openxmlformats.org/drawingml/2006/main">
            <a:r>
              <a:t>
[Sources]
- https://fastapi.tiangolo.com/tutorial/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https://console.aws.amazon.com/ec2/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Command history</a:t>
            </a:r>
          </a:p>
          <a:p xmlns:a="http://schemas.openxmlformats.org/drawingml/2006/main">
            <a:r>
              <a:t>- 확인: `YSU MLOps build push and run API` 명령의 성공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명령 ID</a:t>
            </a:r>
          </a:p>
          <a:p xmlns:a="http://schemas.openxmlformats.org/drawingml/2006/main">
            <a:r>
              <a:t>- 확인: 대상 1개, 완료 1개, 오류 0개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Run Command → 대상 인스턴스 → Output/Error</a:t>
            </a:r>
          </a:p>
          <a:p xmlns:a="http://schemas.openxmlformats.org/drawingml/2006/main">
            <a:r>
              <a:t>- 확인: Dockerfile 로드, 베이스 이미지 다운로드, 레이어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https://docs.docker.com/build/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Run Command → 대상 인스턴스 → Output</a:t>
            </a:r>
          </a:p>
          <a:p xmlns:a="http://schemas.openxmlformats.org/drawingml/2006/main">
            <a:r>
              <a:t>- 확인: `healthy`, 버전 `1.0`, 예측값 `1`, 점수 `6.9`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https://docs.aws.amazon.com/systems-manager/latest/userguide/sysman-rc-setting-up-cwlogs.html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Images</a:t>
            </a:r>
          </a:p>
          <a:p xmlns:a="http://schemas.openxmlformats.org/drawingml/2006/main">
            <a:r>
              <a:t>- 확인: 태그 `1.0`, 크기, 다이제스트, 푸시 시각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https://docs.aws.amazon.com/AmazonECR/latest/userguide/docker-push-ecr-image.html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1.0</a:t>
            </a:r>
          </a:p>
          <a:p xmlns:a="http://schemas.openxmlformats.org/drawingml/2006/main">
            <a:r>
              <a:t>- 확인: URI, 이미지 상태, 크기, 스캔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https://docs.aws.amazon.com/AmazonECR/latest/userguide/listing_images.html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</a:t>
            </a:r>
          </a:p>
          <a:p xmlns:a="http://schemas.openxmlformats.org/drawingml/2006/main">
            <a:r>
              <a:t>- 확인: `ysu-mlops-lab-ec2`, `t3.micro`, 상태 검사 3/3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IAM 역할, IMDSv2 필수, VPC·서브넷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https://docs.aws.amazon.com/AWSEC2/latest/UserGuide/configuring-instance-metadata-service.html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인스턴스 상세 → Security</a:t>
            </a:r>
          </a:p>
          <a:p xmlns:a="http://schemas.openxmlformats.org/drawingml/2006/main">
            <a:r>
              <a:t>- 확인: 불필요한 인바운드 포트를 열지 않고 Systems Manager로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https://docs.aws.amazon.com/systems-manager/latest/userguide/session-manager.html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인스턴스 상세 → Status and alarms</a:t>
            </a:r>
          </a:p>
          <a:p xmlns:a="http://schemas.openxmlformats.org/drawingml/2006/main">
            <a:r>
              <a:t>- 확인: 시스템·인스턴스 상태 검사와 CPU 경보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497fbe76241c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a5016a12ef496a" /><Relationship Type="http://schemas.openxmlformats.org/officeDocument/2006/relationships/slideLayout" Target="/ppt/slideLayouts/slideLayout1.xml" Id="Rd1501917cded4ed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501917cded4ed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99b89ebb24bf0" /><Relationship Type="http://schemas.openxmlformats.org/officeDocument/2006/relationships/notesSlide" Target="/ppt/notesSlides/notesSlide1.xml" Id="R2628892a87ce42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ab6ad726a4e7e" /><Relationship Type="http://schemas.openxmlformats.org/officeDocument/2006/relationships/notesSlide" Target="/ppt/notesSlides/notesSlide2.xml" Id="Rc9e22fee143047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939cbdaf64a75" /><Relationship Type="http://schemas.openxmlformats.org/officeDocument/2006/relationships/notesSlide" Target="/ppt/notesSlides/notesSlide3.xml" Id="Red66c3138d7f4f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e13b2040e450c" /><Relationship Type="http://schemas.openxmlformats.org/officeDocument/2006/relationships/notesSlide" Target="/ppt/notesSlides/notesSlide4.xml" Id="R04c09439f293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28f9fd5a54fcd" /><Relationship Type="http://schemas.openxmlformats.org/officeDocument/2006/relationships/notesSlide" Target="/ppt/notesSlides/notesSlide5.xml" Id="R34dd6bdbb32f4c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23dd56a5343ae" /><Relationship Type="http://schemas.openxmlformats.org/officeDocument/2006/relationships/notesSlide" Target="/ppt/notesSlides/notesSlide6.xml" Id="Rb45f1d82e0d34f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402ee8274b2d" /><Relationship Type="http://schemas.openxmlformats.org/officeDocument/2006/relationships/notesSlide" Target="/ppt/notesSlides/notesSlide7.xml" Id="R182d90db2ae34e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de84c39294801" /><Relationship Type="http://schemas.openxmlformats.org/officeDocument/2006/relationships/notesSlide" Target="/ppt/notesSlides/notesSlide8.xml" Id="Rd7ef40b890134f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082d1d02849ca" /><Relationship Type="http://schemas.openxmlformats.org/officeDocument/2006/relationships/notesSlide" Target="/ppt/notesSlides/notesSlide9.xml" Id="R36f6a62a0ccb44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b3e9e2bf54471" /><Relationship Type="http://schemas.openxmlformats.org/officeDocument/2006/relationships/notesSlide" Target="/ppt/notesSlides/notesSlide10.xml" Id="R447e973c2bc742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05d39f3a2437e" /><Relationship Type="http://schemas.openxmlformats.org/officeDocument/2006/relationships/notesSlide" Target="/ppt/notesSlides/notesSlide11.xml" Id="R2fa1ea1a26fe4b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aada910b44ebe" /><Relationship Type="http://schemas.openxmlformats.org/officeDocument/2006/relationships/notesSlide" Target="/ppt/notesSlides/notesSlide12.xml" Id="Rc3689009429347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ad03b3d2f47c7" /><Relationship Type="http://schemas.openxmlformats.org/officeDocument/2006/relationships/notesSlide" Target="/ppt/notesSlides/notesSlide13.xml" Id="R69b894b971b74b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c5006737f4eef" /><Relationship Type="http://schemas.openxmlformats.org/officeDocument/2006/relationships/notesSlide" Target="/ppt/notesSlides/notesSlide14.xml" Id="R68ce3f96976546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9689e374b4914" /><Relationship Type="http://schemas.openxmlformats.org/officeDocument/2006/relationships/notesSlide" Target="/ppt/notesSlides/notesSlide15.xml" Id="R65eacf7a10714f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867a8867e4808" /><Relationship Type="http://schemas.openxmlformats.org/officeDocument/2006/relationships/notesSlide" Target="/ppt/notesSlides/notesSlide16.xml" Id="R9064d4087cbd41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eefa34c004298" /><Relationship Type="http://schemas.openxmlformats.org/officeDocument/2006/relationships/notesSlide" Target="/ppt/notesSlides/notesSlide17.xml" Id="Rb655d338c39f4a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c10a7ce324ade" /><Relationship Type="http://schemas.openxmlformats.org/officeDocument/2006/relationships/notesSlide" Target="/ppt/notesSlides/notesSlide18.xml" Id="R6421135e6d514d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29774d17e4b96" /><Relationship Type="http://schemas.openxmlformats.org/officeDocument/2006/relationships/notesSlide" Target="/ppt/notesSlides/notesSlide19.xml" Id="R3d2f2335e4304f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0a1cc1cab4767" /><Relationship Type="http://schemas.openxmlformats.org/officeDocument/2006/relationships/notesSlide" Target="/ppt/notesSlides/notesSlide20.xml" Id="Rf14238ab91d34e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febd341144580" /><Relationship Type="http://schemas.openxmlformats.org/officeDocument/2006/relationships/notesSlide" Target="/ppt/notesSlides/notesSlide21.xml" Id="Rf5dc2d57115848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c7fc903c348ce" /><Relationship Type="http://schemas.openxmlformats.org/officeDocument/2006/relationships/notesSlide" Target="/ppt/notesSlides/notesSlide22.xml" Id="R14e2cc468cec4a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306c0bd19438e" /><Relationship Type="http://schemas.openxmlformats.org/officeDocument/2006/relationships/notesSlide" Target="/ppt/notesSlides/notesSlide23.xml" Id="R03e3dd5250514e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f5cbc1f474e1b" /><Relationship Type="http://schemas.openxmlformats.org/officeDocument/2006/relationships/notesSlide" Target="/ppt/notesSlides/notesSlide24.xml" Id="Rbf4eb6abb7ed49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61222409f44ec" /><Relationship Type="http://schemas.openxmlformats.org/officeDocument/2006/relationships/notesSlide" Target="/ppt/notesSlides/notesSlide25.xml" Id="R9f1f3c5e0de5499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1f9c1ca27401a" /><Relationship Type="http://schemas.openxmlformats.org/officeDocument/2006/relationships/notesSlide" Target="/ppt/notesSlides/notesSlide26.xml" Id="Ra261c313cd9940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374fc252415c" /><Relationship Type="http://schemas.openxmlformats.org/officeDocument/2006/relationships/image" Target="/ppt/media/image.jpeg" Id="Rcdf1ab29eec74bf0" /><Relationship Type="http://schemas.openxmlformats.org/officeDocument/2006/relationships/hyperlink" Target="https://console.aws.amazon.com/ec2/" TargetMode="External" Id="R1e97944767ab4f42" /><Relationship Type="http://schemas.openxmlformats.org/officeDocument/2006/relationships/hyperlink" Target="https://fastapi.tiangolo.com/tutorial/" TargetMode="External" Id="R59d4935ed565474f" /><Relationship Type="http://schemas.openxmlformats.org/officeDocument/2006/relationships/notesSlide" Target="/ppt/notesSlides/notesSlide27.xml" Id="R5a45e5abd87040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8a955e16a4293" /><Relationship Type="http://schemas.openxmlformats.org/officeDocument/2006/relationships/hyperlink" Target="https://ap-northeast-2.console.aws.amazon.com/systems-manager/run-command?region=ap-northeast-2" TargetMode="External" Id="R69effd037cbc4fd4" /><Relationship Type="http://schemas.openxmlformats.org/officeDocument/2006/relationships/hyperlink" Target="https://docs.aws.amazon.com/AWSEC2/latest/UserGuide/security-group-rules.html" TargetMode="External" Id="R784545feda6d44d1" /><Relationship Type="http://schemas.openxmlformats.org/officeDocument/2006/relationships/image" Target="/ppt/media/image2.jpeg" Id="R128dfe5aaa484518" /><Relationship Type="http://schemas.openxmlformats.org/officeDocument/2006/relationships/notesSlide" Target="/ppt/notesSlides/notesSlide28.xml" Id="Rc102c1dd84ee41e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309ce56c84130" /><Relationship Type="http://schemas.openxmlformats.org/officeDocument/2006/relationships/hyperlink" Target="https://docs.aws.amazon.com/systems-manager/latest/userguide/run-command.html" TargetMode="External" Id="R03dd901a589f472b" /><Relationship Type="http://schemas.openxmlformats.org/officeDocument/2006/relationships/hyperlink" Target="https://docs.aws.amazon.com/AWSEC2/latest/UserGuide/security-group-rules.html" TargetMode="External" Id="Ra70903e8e839412a" /><Relationship Type="http://schemas.openxmlformats.org/officeDocument/2006/relationships/image" Target="/ppt/media/image3.jpeg" Id="R384375cab8834d3e" /><Relationship Type="http://schemas.openxmlformats.org/officeDocument/2006/relationships/notesSlide" Target="/ppt/notesSlides/notesSlide29.xml" Id="R517078b9e95b46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d3cf7dd0b43af" /><Relationship Type="http://schemas.openxmlformats.org/officeDocument/2006/relationships/hyperlink" Target="https://docs.docker.com/build/" TargetMode="External" Id="R0c49a0c3e73e4a70" /><Relationship Type="http://schemas.openxmlformats.org/officeDocument/2006/relationships/hyperlink" Target="https://docs.aws.amazon.com/AWSEC2/latest/UserGuide/security-group-rules.html" TargetMode="External" Id="R4223a17498124feb" /><Relationship Type="http://schemas.openxmlformats.org/officeDocument/2006/relationships/image" Target="/ppt/media/image4.jpeg" Id="R8cddef84bb704161" /><Relationship Type="http://schemas.openxmlformats.org/officeDocument/2006/relationships/notesSlide" Target="/ppt/notesSlides/notesSlide30.xml" Id="R65b47c0815d6493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78931553b4fd7" /><Relationship Type="http://schemas.openxmlformats.org/officeDocument/2006/relationships/hyperlink" Target="https://docs.aws.amazon.com/systems-manager/latest/userguide/sysman-rc-setting-up-cwlogs.html" TargetMode="External" Id="Ree541a2d72304cb6" /><Relationship Type="http://schemas.openxmlformats.org/officeDocument/2006/relationships/hyperlink" Target="https://docs.aws.amazon.com/AWSEC2/latest/UserGuide/security-group-rules.html" TargetMode="External" Id="R85349910299148c9" /><Relationship Type="http://schemas.openxmlformats.org/officeDocument/2006/relationships/image" Target="/ppt/media/image5.jpeg" Id="R9921e5f44f824b6f" /><Relationship Type="http://schemas.openxmlformats.org/officeDocument/2006/relationships/notesSlide" Target="/ppt/notesSlides/notesSlide31.xml" Id="Rab70e8141b08420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3f2bdc1864747" /><Relationship Type="http://schemas.openxmlformats.org/officeDocument/2006/relationships/hyperlink" Target="https://docs.aws.amazon.com/AmazonECR/latest/userguide/docker-push-ecr-image.html" TargetMode="External" Id="Re313a6dd98384ac4" /><Relationship Type="http://schemas.openxmlformats.org/officeDocument/2006/relationships/hyperlink" Target="https://docs.aws.amazon.com/AWSEC2/latest/UserGuide/security-group-rules.html" TargetMode="External" Id="Rb72516a992264c1c" /><Relationship Type="http://schemas.openxmlformats.org/officeDocument/2006/relationships/image" Target="/ppt/media/image6.jpeg" Id="R307114f40d1d45b0" /><Relationship Type="http://schemas.openxmlformats.org/officeDocument/2006/relationships/notesSlide" Target="/ppt/notesSlides/notesSlide32.xml" Id="R4c09cb564ab846c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2dcc04ff94884" /><Relationship Type="http://schemas.openxmlformats.org/officeDocument/2006/relationships/hyperlink" Target="https://docs.aws.amazon.com/AmazonECR/latest/userguide/listing_images.html" TargetMode="External" Id="R8decde4cbef94df8" /><Relationship Type="http://schemas.openxmlformats.org/officeDocument/2006/relationships/hyperlink" Target="https://docs.aws.amazon.com/AWSEC2/latest/UserGuide/security-group-rules.html" TargetMode="External" Id="R2d2a813ab3a247d2" /><Relationship Type="http://schemas.openxmlformats.org/officeDocument/2006/relationships/image" Target="/ppt/media/image7.jpeg" Id="R08635d6bf471459b" /><Relationship Type="http://schemas.openxmlformats.org/officeDocument/2006/relationships/notesSlide" Target="/ppt/notesSlides/notesSlide33.xml" Id="Rebb7ed6e0db64cd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08369ea5d435f" /><Relationship Type="http://schemas.openxmlformats.org/officeDocument/2006/relationships/hyperlink" Target="https://ap-northeast-2.console.aws.amazon.com/ec2/home?region=ap-northeast-2#Instances:" TargetMode="External" Id="R373b1da15e6d4d1f" /><Relationship Type="http://schemas.openxmlformats.org/officeDocument/2006/relationships/hyperlink" Target="https://docs.aws.amazon.com/AWSEC2/latest/UserGuide/security-group-rules.html" TargetMode="External" Id="Rcfaab09a17e44c04" /><Relationship Type="http://schemas.openxmlformats.org/officeDocument/2006/relationships/image" Target="/ppt/media/image8.jpeg" Id="R721c111321d94b2a" /><Relationship Type="http://schemas.openxmlformats.org/officeDocument/2006/relationships/notesSlide" Target="/ppt/notesSlides/notesSlide34.xml" Id="R68f7d609befa498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89e2b59e64f38" /><Relationship Type="http://schemas.openxmlformats.org/officeDocument/2006/relationships/hyperlink" Target="https://docs.aws.amazon.com/AWSEC2/latest/UserGuide/configuring-instance-metadata-service.html" TargetMode="External" Id="R2a9e19615db54826" /><Relationship Type="http://schemas.openxmlformats.org/officeDocument/2006/relationships/hyperlink" Target="https://docs.aws.amazon.com/AWSEC2/latest/UserGuide/security-group-rules.html" TargetMode="External" Id="R6e2b26f86da549bb" /><Relationship Type="http://schemas.openxmlformats.org/officeDocument/2006/relationships/image" Target="/ppt/media/image9.jpeg" Id="Rebfef136a77d41ec" /><Relationship Type="http://schemas.openxmlformats.org/officeDocument/2006/relationships/notesSlide" Target="/ppt/notesSlides/notesSlide35.xml" Id="R3836b2f8586d4eb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2abfb8f4e4ce5" /><Relationship Type="http://schemas.openxmlformats.org/officeDocument/2006/relationships/hyperlink" Target="https://docs.aws.amazon.com/systems-manager/latest/userguide/session-manager.html" TargetMode="External" Id="Rdb3102ed29f34fc2" /><Relationship Type="http://schemas.openxmlformats.org/officeDocument/2006/relationships/hyperlink" Target="https://docs.aws.amazon.com/AWSEC2/latest/UserGuide/security-group-rules.html" TargetMode="External" Id="R9efc872dedba4b36" /><Relationship Type="http://schemas.openxmlformats.org/officeDocument/2006/relationships/image" Target="/ppt/media/image10.jpeg" Id="R45b8232355964911" /><Relationship Type="http://schemas.openxmlformats.org/officeDocument/2006/relationships/notesSlide" Target="/ppt/notesSlides/notesSlide36.xml" Id="Rea22338de38c490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a568a9b264763" /><Relationship Type="http://schemas.openxmlformats.org/officeDocument/2006/relationships/hyperlink" Target="https://docs.aws.amazon.com/AWSEC2/latest/UserGuide/monitoring-system-instance-status-check.html" TargetMode="External" Id="R8e684ea290204c23" /><Relationship Type="http://schemas.openxmlformats.org/officeDocument/2006/relationships/hyperlink" Target="https://docs.aws.amazon.com/AWSEC2/latest/UserGuide/security-group-rules.html" TargetMode="External" Id="Refc1da73177d4e40" /><Relationship Type="http://schemas.openxmlformats.org/officeDocument/2006/relationships/image" Target="/ppt/media/image11.jpeg" Id="R6e57a15f0463469f" /><Relationship Type="http://schemas.openxmlformats.org/officeDocument/2006/relationships/notesSlide" Target="/ppt/notesSlides/notesSlide37.xml" Id="Rbb1f917a3acc47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866926-44F3-47C0-8138-9E444341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54F1F37-85B1-49EC-BB7B-C90871B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59A2D-F2EF-45C9-B01F-68A2523A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07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4E5DBC-A5CB-471C-B6AB-6A3C1557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서빙 API (FastAPI)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DC1DE9-723D-40B9-964D-EF14730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모델을 FastAPI로 감싸 /predict 주소로 노출하고 컨테이너로 만들어 올릴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BC50A6-5B79-460A-B65D-EC085B52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7A66FE5-D484-4A7F-8301-09E2292F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9148AD-2958-4C17-A47A-572B52BF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2001070105_18v1.2   2001070106_18v1.3   2001070108_18v1.1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426133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31BD6F-472D-4F35-8DBC-37C071B4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842913-40B0-4E9B-B47F-90980F01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10분 조기 종료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9F17F4-9E0B-4DA5-84BF-36BE530F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AFC043-CC01-41F7-904B-3B93C4CD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복습 퀴즈 + 오늘 만들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734F818-C9F4-4C15-9101-A21DF549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B5A314-D415-4C0F-B82F-3AE4078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CCFC62A-58F1-45B2-AA5F-6BE93EC5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추론 방식 / REST API / 스키마 / 학습-서빙 스큐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C3CA47-B26D-4EF8-8C6A-1660EE1D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E7BFC7B-7D4F-4F2B-80C0-C3AB8ABA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8156B7-238C-4F8A-A158-1258DF69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3BD1227-ED97-4979-8342-7BD30756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AAB316B-C320-44B1-8E5E-6978FFA4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AA33E7C-80B7-428B-98DD-72537C5D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FastAPI로 health·predict 만들기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240A665-ED9F-4050-AB87-95EE9960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4A61AE4-6927-4698-B640-824507B5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2B6B2C-1B50-4252-A672-6D712546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9EFCD68-96D1-419B-B8A1-E9F9F2CB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81621FB-03FA-432D-934E-390AEE8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FFEDE83-0945-4FE1-9A74-15AAF82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모델+API를 한 상자로 묶어 ECR push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3B1ED60-7C34-4071-955B-2262F86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D3DC06-20DF-4567-B256-12DAFB89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D1FED95-9C9A-45FE-8FE5-D3A80851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94C9E7-BB48-453F-9329-AEEDF85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3F2C2CE-BEBC-4E46-875E-E03FC09D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C5F4000-7145-4C09-997E-8D36C60C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— 컨테이너 정리·인스턴스 중지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F1BF34B-EFAA-4FD2-A0B3-A3D9C5A2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E52C62E-477F-4104-A972-063F38C8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3413CCC-FC92-4C85-A616-8D4CE378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10228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6F03A0-369A-4617-8940-9031FB70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878F2D4-AB0A-472E-91BC-62CA131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179736-984F-40FC-AC08-1E7B5A89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모델에 주소를 붙인다는 것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89E3A8-2CBA-4156-8BB7-970F371B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오늘 하나만 기억한다면 학습-서빙 스큐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64981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C16D38-8A1D-45AD-B226-C4C20F19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언제 계산할 것인가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0091A9-D0E0-42B2-B7BE-4522F605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은행이 대출 부실 확률을 계산한다면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C748312-CED4-446A-A556-65CD5F60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56E328F-20F0-4AC6-9E48-8799E32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7B201B-4AD8-46C0-8CD1-7755497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배치 추론 — 몰아서 미리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FE2B6E-1942-4E6D-94D2-1C1956C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새벽에 100만 명을 한 번에 계산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결과를 표로 저장해 두고 조회만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서버가 한가할 때 도니 싸다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실패하면 다시 돌리면 된다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오후에 가입한 고객은 내일까지 결과 없음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03C9C76-0C61-48ED-A717-4B3AC08B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5DA24E3-2429-4EA4-AC25-24EAD85B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6703B2C-7A5C-4158-88AB-12E9FF0D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실시간 추론 — 요청이 올 때 그 자리에서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7A816B-4655-4351-8084-FBED23A2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버튼을 누른 순간 0.2초 안에 응답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최신 입력값으로 즉시 계산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서버가 24시간 깨어 있어야 한다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느리면 사용자가 그냥 나간다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우리 과목은 이쪽을 선택합니다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1E9D21A-6ACC-4730-8EBC-F3EBB2FB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615CC0-E7FE-45FA-8051-0BC70C08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430635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75BE52-1657-4C0A-B501-976FDC7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API는 네트워크 너머의 함수 호출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831368-AAD8-4102-8BE8-1B1FFAE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어렵게 생각할 것 없습니다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803D59-D9AE-43AD-8888-6E31C892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7E1EC3-BEF6-4362-B072-FFD31F1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A52AE5-2969-4859-ADFD-69359B7C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주소 · 메서드 · 본문 세 가지만 정하면 된다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37E9A11-9F8B-40DE-A12E-F3B1A8CB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result = model.predict(X) 를 인터넷 너머에서 하는 것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4566CA2-0150-4A3C-B8FB-E0BD83E3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DF7A515-8215-446E-9CD0-0CE85162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F4DCD2-32B4-4F18-BC81-47BDBCD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IP는 아파트 동, 포트는 호수, 경로는 방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05DDDB4-9481-4EAB-B041-E3E0A29F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http://13.125.10.20:8000/predict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36A309-F3AF-452E-A79E-D0383D4D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AA01CA-B640-4868-B384-BD911DCA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456425B-53ED-49BF-A041-F5853F3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GET은 주세요, POST는 이거 받고 처리해 주세요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B15C132-6280-45E2-B316-F332D5C4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/health 는 GET, /predict 는 데이터를 보내니 POST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F380387-21CC-4587-A3F9-3622810F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E73928-75F3-4C21-8B52-F855E6FD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1990F27-E464-4E1C-A3FD-032B85D2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만들 문은 두 개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DB9F7D4-06D8-4322-90D4-55749EF0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GET /health 생존 확인 · POST /predict 예측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5856384-AB31-4274-8E92-9C86BB61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23E446-F8F7-461A-9150-92AB39A4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포트 약속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E9C8C43-C788-4715-83A1-776C602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API는 8000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다음 주 화면은 8501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80번은 권한이 필요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C7C3C41-2611-4541-B1D0-69EE5CB8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9BDE794-44E0-4D0B-A4BE-13C117E1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482014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A2ECCE-460A-4B0E-8608-8C48014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상태 코드 네 개만 외웁시다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4AB3E6-A863-4FBD-B0CB-1BF16B0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빨간 글씨가 뜨면 제일 먼저 이 숫자를 봅니다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657600"/>
                <a:gridCol w="575157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그럼 어디를 고치나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고칠 것 없습니다. 응답 본문을 확인하세요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네가 보낸 값이 이상하다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내가 보낸 JSON을 고칩니다. 응답의 loc 가 필드를 알려줍니다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404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그런 주소 없다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경로 오타 확인. /predict 인지 /predicts 인지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내(서버) 잘못이다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코드를 고칩니다. docker logs 로 예외를 읽습니다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5DAABDC-BF68-4154-AA0C-CA6C997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A6CBBEF-169F-4674-ADF7-A968C0BC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84832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72A781-748E-4F3D-AF60-94F52FB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스키마 — 약속을 문서로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7D957C-2560-4DB1-AC72-3C0DE8BE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검증은 나중의 나를 위한 선물입니다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F1AE22-1852-4D1F-B0EE-777790E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56C367-F76E-47E2-B617-9A30A03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A9999F-EE87-41D8-8B30-A472DA6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API를 만든다는 건 약속을 만드는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EAF6CE-6087-483D-BD79-7E881A26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이런 모양으로 주면 이런 모양으로 답해줄게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B7C095F-5937-4610-A3CB-E7CA70C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8EC728-36AC-4E40-840C-453218D7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2F2D2A-33CB-4F02-B890-AB8052ED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검증이 없으면 조용히 500이 난다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837F9BA-A77D-4204-A0DE-EEA4AE47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기온에 따뜻함이라는 글자가 들어오면 모델이 터집니다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446AED3-A394-4F12-94B7-76E1D32F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93CCD7A-97A4-4F6B-9308-43BF7E65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99867DD-EA78-4B52-85CC-1A4526A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Pydantic은 문 앞의 가드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B62089-8302-4FF3-A7A8-FECA41E4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기온은 실수, 시간은 0~23 정수라고 선언만 해둡니다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314AED6-485C-4546-A7B9-F0A7B2E7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C69D8F4-7DD3-4E35-9BB5-33FE3E04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906CED-3291-404A-AD40-D18FFBF5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조건 위반은 모델에 닿기 전에 422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A53F23B-67B4-45ED-A1F8-E3E5271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신분증 확인은 문 앞에서 하지 춤추는 중간에 하지 않습니다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3702C35-6078-42F1-A07E-CE28E98D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E2D947F-8A25-48D0-B5CB-3A4C0DCD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D1156BA-3150-422B-AD22-383BDB7A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FastAPI가 설명서를 자동으로 만든다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1FE3D39-248D-41C6-B733-EC2582A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/docs 로 들어가면 문서가 있고 거기서 바로 눌러 테스트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8B55446-257A-4992-AFF3-4E9FD638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5572DD2-CE5E-4789-BF78-618A730B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JSON 키 이름 규칙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177D18-B95F-4B57-B8DC-4BEB4A99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학습 데이터 컬럼명과 동일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다르면 매번 바꾸는 코드가 붙는다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거기서 오타가 난다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9C546CB-AF5E-49E0-8C7E-C1C0166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1C7CBDC-4DDE-46D5-A2EA-B914FB7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51561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CD787E-72E6-40D9-A550-2E892D8F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에러는 안 납니다.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답만 조용히 틀립니다.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50BF19-8DDB-47BC-8246-EE7DAE1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학습-서빙 스큐 · 오늘 하나만 기억한다면 이것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78065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D07CE6-D676-4542-B0E7-9DBE3920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학습할 때와 서빙할 때가 어긋나는 지점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007072-1DB3-4858-AF76-44F164BE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전처리를 사람이 두 번 쓰면 언젠가 반드시 어긋납니다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619B27-58D1-430A-BFAE-5EB72BD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25396"/>
            <a:ext cx="5364328" cy="3602736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C358CD-2B5B-4E91-BECC-55A12B09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25396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59D864-0539-422B-A2DD-87F7629C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25396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학습할 때 (4주차)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667995-93BE-4ACA-B739-67FD55B5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56916"/>
            <a:ext cx="4852264" cy="2688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기온에서 평균 14.2를 빼고 표준편차로 나눔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계절은 원-핫으로 펼침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열 순서는 spring, summer, fall, winter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결측은 중앙값으로 채움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 규칙이 전부 Pipeline 안에 들어 있음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388936B-3069-49A7-8862-486DA93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025396"/>
            <a:ext cx="5364328" cy="3602736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ADAB406-F55A-445D-AAA3-0D433693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025396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D7F89F5-F76C-4816-AF23-3D0CCCD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025396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서빙에서 손으로 다시 쓰면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632F10-F68D-4AEA-801F-5C37332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756916"/>
            <a:ext cx="4852264" cy="2688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평균이 14.2였는지 기억하나요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표준편차는요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원-핫 열 순서가 알파벳순이었나요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summer 와 Summer 는 다른 글자입니다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하나만 어긋나도 답이 조용히 틀립니다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8E1C855-128C-4CAC-B31C-D9F3AFB1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CD836E-6E19-40BB-80BE-883E7F2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938364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1E8C40-F9AC-4C74-9DFE-0D642559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그래서 서빙 코드는 세 줄이면 끝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309961-DC98-4730-AF85-2DE2D745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코드가 짧다고 당황하지 마세요. 짧은 게 맞습니다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E8271B-7EAD-47EE-886C-14C5657B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CB1E1-0754-441F-9B83-51D122A0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1165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C0A29A-7A66-48FF-B74F-84D803CA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11655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D5428B-BBD5-4376-B926-98EB9665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JSON 한 건을 받는다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129FB4-888E-4E19-BDB9-B29421DC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Pydantic이 이미 타입과 범위를 검사한 뒤입니다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8421B8-24F1-42E4-B8FF-78ADBFF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4046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BE16E67-D5DC-4CEC-B1AD-51D93188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8437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DBFF5C-97E6-40DA-AF34-75CD3CFA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8437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21C0D68-105D-427D-9224-646CEB8B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206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때와 같은 컬럼명·순서의 DataFrame 한 줄로 만든다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937E072-EC2C-4D7E-913D-E74B3AC1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7822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pd.DataFrame([req.model_dump()])[FEATURE_ORDER]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28D54D3-B6C6-4651-BA31-4334FFC1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DD6BD03-084E-4050-910D-8712677C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15709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AFC3B64-0691-4AF1-8229-6B0C42E4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15709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AB174DD-2679-4DBA-A760-3F5C2485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54780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Pipeline에 그대로 넣는다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E4F6B4C-4505-41B8-AA78-62DA4165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0540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model.predict(row) — 전처리 코드를 한 줄도 다시 쓰지 않습니다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E176242-28DB-4466-903A-26C9B84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9482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9680509-97E3-461B-9024-0850EADB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32980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D4170C2-9CA5-4239-B558-03FF03F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329809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74ABA52-0921-4D62-B7A9-B61D4DF4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749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확인하는 법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FB751EF-842D-47CD-8BB3-D73EC581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93258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joblib.load 후 print 했을 때 Pipeline 이라고 나와야 합니다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1CD9433-AA7A-4B46-BD04-191C3665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0786BA4-013B-4324-94B3-87449E4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3969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B974FC-370C-4C1C-BEB1-DD41A9E1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5949F2-0790-46A3-AD02-BFAEEC3A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A5F6F3-4E50-4391-A7EF-E9C0D33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health와 predict 만들기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8C6CAF-A329-43B9-A7F7-FFB94FE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107779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781A25-CA02-46D5-8C29-E58DF9F4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640CE9-7738-4502-B587-9B182300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Swagger 화면에서 200을 보는 것이 목표입니다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AD7DC73-9500-47B6-B589-097B2BFC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27060C-106D-4AAF-96B4-C13BE9E3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D73C55-E721-4229-9A25-21AF02C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13D293-DDA0-4364-9E59-619E03A0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작업 폴더 만들고 모델 내려받기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B099FCA-C94C-4435-A6B5-67FCD948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aws s3 cp s3://mlops-2026-&lt;학번&gt;/models/model.pkl ./model/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F072205-50CE-4BFA-B82E-E2CBF08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2A99E8-84A1-4257-AB4D-99FDFFCC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3CBB04-AABD-4917-AB51-C0E3384C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0E3F8CC-D8A1-4E3D-927F-B657874E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안에 전처리가 있는지 확인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248B62-C0D1-4B06-BCBD-36D3DA08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출력 첫 줄이 sklearn.pipeline.Pipeline 이어야 합니다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0AE6D9D-3303-46E9-B827-747E1ED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AB41727-7949-4380-AFE0-C1B45698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5B3800E-528F-4F6D-9C4A-5B0CF50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F102BA-69F7-4B0C-AA93-96664AAA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가상환경 만들고 라이브러리 설치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827559B-FCC1-48F2-AB0D-5A1F276E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scikit-learn 은 4주차 학습 때와 같은 1.5.2 로 고정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98EDCA6-1C41-4984-BA73-670AF5D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59E6C2A-0B78-4649-89E8-2E14B9D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BBCE15-AB79-472A-9AEA-596345C9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B296F3E-0913-47DD-B79B-19AC2FF4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schemas.py 읽고 main.py 작성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7650F74-1C48-4F06-80F2-3F0C1246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schemas.py 는 배포본, main.py 는 직접 입력합니다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14FAEDF-9ECC-4857-AD8E-189C1047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FD264B8-6B3E-4191-B103-62ABF558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52047D5-E8CF-4577-98C3-3A371966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5DF278-5185-432F-9B2B-9498D18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서버 띄우고 Swagger에서 테스트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C7D459B-2DA1-4798-B6D5-352C639A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8000 포트를 내 IP로 열고 /docs 접속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57AE11C-90BC-4FCB-910D-4CBA2AB1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A586BAD-D056-4770-8A88-4D437CB5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16000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07C379-47DF-440B-93C3-FAF29F50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입력 스키마 — 문 앞의 가드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BC131A-AA2F-4E97-B3E2-1CB200D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app/schemas.py · 배포본입니다. 읽고 이해만 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AC9D175-29BA-427D-AB90-2CD88CA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E2EB0A-9391-45CD-A6D9-AE7F36F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36DCB7-0E38-41DF-B9CD-7C3F397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typing import Literal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pydantic import BaseModel, Field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class PredictRequest(BaseModel):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hour: int = Field(..., ge=0, le=23)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temperature: float = Field(..., ge=-30.0, le=50.0)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humidity: float = Field(..., ge=0.0, le=100.0)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windspeed: float = Field(..., ge=0.0, le=50.0)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weekday: int = Field(..., ge=0, le=6)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is_holiday: int = Field(..., ge=0, le=1)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season: Literal["spring", "summer", "fall", "winter"]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class PredictResponse(BaseModel):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predicted_count: float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unit: str = "건/시간"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model_version: str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E818AC-4A8C-42D7-8FCC-94F2B951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ge는 이 값 이상, le는 이 값 이하, Literal은 이 네 글자 중 하나만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C6E996-869D-4BA6-94A4-42DB8CEA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533C4F-21CE-48EC-B88A-8182A797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79076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2867DF-E1C6-4272-A2E2-2A95656B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가장 많이 나는 실수 두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2BAC53-CC27-42A3-9133-3BCCF97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서버를 띄우기 전에 읽고 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DDA5A3-F405-4152-BFBD-72DA3F58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57A967-1306-44D4-A54E-12F6B234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9C3551D-ADF7-4CB1-B421-60F6284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5B62903-DAEE-4942-94A9-C80B2E60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바인딩 주소와 포트 개방은 한 세트입니다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5241F25-F145-40DE-87E8-F220A2E3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uvicorn 은 반드시 --host 0.0.0.0 으로 띄웁니다. 기본값 127.0.0.1이면 서버 자기 자신에서만 붙습니다.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보안그룹 인바운드에 8000 포트를 추가합니다. 소스는 내 IP, 설명은 mlops-api-8000.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0.0.0.0/0 전체 개방은 하지 않습니다. 수업 중에는 내 IP로 충분합니다.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브라우저가 안 열리면 먼저 EC2 안에서 curl http://localhost:8000/health 로 서버부터 확인합니다.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Address already in use 가 뜨면 이전 uvicorn 이 살아 있는 겁니다. pkill -f uvicorn 후 재시도.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73E6C9-2D98-4159-95AB-22B7B05C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3204F8-F279-4E2E-B7F8-1ABF6F8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9931673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22C3BA-CE00-49D1-955A-6685B561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app/main.py (1/2) — 모델 로드와 health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11E02C-1DEB-4C0E-AEA6-BFFEF0C6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모델은 서버가 뜰 때 딱 한 번만 읽습니다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FF6F1B-56A2-4FEB-B13C-D325E1FF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53B2C59-F2E4-4973-9F06-A07DFC36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015BC1A-9A5B-4EE9-A172-0C9705E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os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joblib, pandas as pd, sklearn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fastapi import FastAPI, HTTPException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app.schemas import HealthResponse, PredictRequest, PredictResponse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MODEL_PATH = os.getenv("MODEL_PATH", "model/model.pkl")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MODEL_VERSION = os.getenv("MODEL_VERSION", "v1")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학습 때 쓴 컬럼명과 순서. 여기서 어긋나면 학습-서빙 스큐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FEATURE_ORDER = ["hour", "temperature", "humidity", "windspeed",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       "weekday", "is_holiday", "season"]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app = FastAPI(title="따릉이 대여량 예측 API", version="1.0.0")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model = None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@app.on_event("startup")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def load_model() -&gt; None: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global model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model = joblib.load(MODEL_PATH)   # 기동 시 딱 한 번만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EBD755-6A54-49DC-A5D3-A01EFE0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요청마다 모델을 읽으면 매우 느려집니다. 기동 시 1회가 원칙입니다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932448-B4D3-4ABD-BE6D-3FBB8120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56126C-2D64-4D2A-94A2-ECAECF4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495104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A9198F-AF6C-4384-9088-1144ABC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app/main.py (2/2) — health와 predict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4B6DA3-E7AB-4997-872E-AE5BCB6C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두 함수가 오늘의 결과물입니다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4F0C47-C696-4DA7-BA82-4325AFA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78BEBB6-5ADC-49FB-A657-06295F0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E7CD80-485C-4C39-A8F9-EEFB8D0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@app.get("/health", response_model=HealthResponse)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def health() -&gt; HealthResponse: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return HealthResponse(status="ok",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                model_loaded=model is not None,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                sklearn_version=sklearn.__version__)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@app.post("/predict", response_model=PredictResponse)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def predict(req: PredictRequest) -&gt; PredictResponse: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if model is None: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raise HTTPException(status_code=503, detail="모델 미로드")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row = pd.DataFrame([req.model_dump()])[FEATURE_ORDER]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pred = float(model.predict(row)[0])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return PredictResponse(predicted_count=round(pred, 2),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                 model_version=MODEL_VERSION)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07E3AE-AA31-4039-A5F6-D6E12A2A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실행: uvicorn app.main:app --host 0.0.0.0 --port 8000 --reload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24FBD2-E1F1-4AF7-8FB2-596409E5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0817DC-288A-43AA-9CC3-85270B6C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568284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996328-7577-4A30-94AD-7A87CE7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0CFE2C-22D1-4975-ACFE-36D5CFF8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joblib.load 가 실패하거나 값이 이상함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학습에 쓴 scikit-learn 버전과 다름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pip install scikit-learn==1.5.2 로 학습 때 버전에 맞춘다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FileNotFoundError: model/model.pkl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위치가 다르거나 S3 다운로드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 ~/bike-api 후 ls model/ 확인. 없으면 aws s3 cp 재실행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ModuleNotFoundError: No module named 'app'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app 폴더 안에서 실행했거나 __init__.py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~/bike-api 에서 실행하고 touch app/__init__.py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브라우저에서 연결이 거부됨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uvicorn 이 127.0.0.1 에 묶임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--host 0.0.0.0 을 붙여 재실행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/docs 가 계속 로딩만 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보안그룹 8000 인바운드 미개방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추가. 그전에 EC2 안에서 curl 로 서버부터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Swagger에서 422가 계속 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필드명 오타, season 대소문자, 숫자에 따옴표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응답의 loc 가 문제 필드를 알려줍니다. 그 필드만 고칩니다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5CB99E-129F-4AFD-A852-ABC99B70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3464E7A-8549-473F-A6EC-ACB5F856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932628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EA104CC-917E-456E-9AB1-B6AE534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60FF07-BDE3-4DCD-8058-C5BC8D8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EA590F-B135-4875-8C04-A9D0A71E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상자 하나로 묶기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DF308C-B1C6-4B37-97F2-91E037D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각자 직접 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3701022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361620B-EDB9-4BC9-A749-67DB48A9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CE722E-BD21-43CB-B5AE-81CD62A5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모델과 코드와 라이브러리를 전부 한 상자에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39281DA-9C76-43E5-937E-41B0093C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16892EB-D344-4B79-9CCC-06B58799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F0653EC-534B-4D87-A7C0-C79A5142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3D132E6-A601-4C37-A33F-4CC57E4A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.dockerignore 작성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B0172B-7832-4579-9807-6B67178A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.venv/ 가 들어가면 이미지 용량이 폭발합니다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C53987-7E0D-4B3A-9308-323D33A3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7505E2-5F73-4917-924C-32A31AD8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7A3925D-3D44-4DF0-B106-CF3A4C5F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B87700-9D29-4BB7-873F-5903CAEB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Dockerfile 작성 후 빌드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E20522-FEF0-4B27-AA42-8AB300D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docker build -t bike-api:v1 .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813504D-551D-45AA-BEEB-DF13E84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B9B036-6D5E-4303-B0B6-C90403F1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42E8798-B892-48C2-814B-7BF5EF61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D5A571A-F06C-45BB-83B0-201344D9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컨테이너 실행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41633D0-78DD-4F4C-8533-19F6757B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docker run -d --name bike-api -p 8000:8000 bike-api:v1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894532C-A11E-47B0-A475-30F6388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CAFF08D-56EB-412F-8330-8D63AF96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6F9828-1420-4C78-9BEF-5F8947C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B6F91B-045E-424F-A7C4-BC0A78B6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다른 창에서 curl 로 호출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1D7F268-D9B3-4BCA-B337-228AE047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정상 200과 잘못된 요청 422를 한 화면에 담습니다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89C323-1715-43A9-A70A-65F21CDF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666A459-DE1F-48A7-A134-AB3423B8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7D2ED01-65C1-4B34-8C0C-B61BFB83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A8F4FC7-9529-496F-A415-2AA8CF5E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ECR에 push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0C2BC8E-3313-4A46-96CF-CDB118CE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6주차와 같은 순서. 토큰은 12시간이라 다시 로그인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80AC382-E432-4E14-83EC-876A606A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2CAF967-8168-4A81-A156-A2CFCC38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542893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709D84-BB4B-43D6-ACE3-DDBE9A0C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Dockerfile — 6주차 골격에 두 줄만 추가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7C445F-1F58-4A67-8972-878D451A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바뀌는 건 EXPOSE와 CMD뿐입니다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4BA111-EB29-432E-A9BB-9A268A48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0F06DAF-1C37-414E-B79B-B9BB50FB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dockerfile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5B470D2-F8A9-4CB6-9C9D-7C3A063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python:3.11-slim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ENV PYTHONUNBUFFERED=1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PYTHONDONTWRITEBYTECODE=1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라이브러리를 먼저 설치해야 코드만 고쳤을 때 재빌드가 빠릅니다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COPY requirements.txt /app/requirements.txt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RUN pip install --no-cache-dir -r /app/requirements.txt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코드와 모델을 이미지 안으로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COPY app/ /app/app/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COPY model/model.pkl /app/model/model.pkl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ENV MODEL_PATH=/app/model/model.pkl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MODEL_VERSION=v1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EXPOSE 8000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CMD ["uvicorn", "app.main:app", "--host", "0.0.0.0", "--port", "8000"]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68A7EE-D911-4C8B-AE68-81DC5ACB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CMD에서 --reload 는 뺍니다. 운영 컨테이너에서 모델을 두 번 로드합니다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DB8602-821C-420F-B099-85CAF1E6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6A98019-F14B-4C01-9E09-8E7BD041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8927289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C022DF4-CDDE-4B3B-A0ED-308F20BA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컨테이너를 띄운 뒤 확인할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E08493-EB51-4F93-9DAD-2C6B05E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세 가지만 보면 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2E8FB40-D5D3-4211-9C3C-3EDFD27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FF020B-85F4-4AB9-AB02-54D34E36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DC12E5-5434-4965-A398-215E57E2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 ps 의 STATUS가 Up 인가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9DE8052-F2FB-46D9-9FC8-C7FBDB66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Exited 면 바로 docker logs 로 예외를 읽습니다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0DB4AFF-E49C-4AC3-8EA9-FC533535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F412E1-A2D0-41D8-A9C0-9C185F5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9CACA8-196E-415A-8895-7FCFF292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 logs 에 Pipeline 이 찍히는가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FB669B-8D1E-4732-B431-4C853C94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RandomForestRegressor 만 찍히면 전처리가 빠진 모델입니다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EFA21-7E4D-49B8-B924-3992644F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8B6A49-2B22-4994-A51E-73CF2048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EC1F9F8-B2F9-41EF-AA8B-F7399D77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-p 8000:8000 과 --host 0.0.0.0 이 둘 다 있는가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F9DFD94-8A81-4672-8B85-E90427C5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둘 중 하나만 빠져도 curl 이 실패합니다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2BEEEFC-07F3-4B51-ACEE-960E1094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0E3485A-5CEA-41AC-B8E0-2CAACBD2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EF2256A-1AF9-4A28-9D9C-38B5F32A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이미지 크기가 2GB를 넘지 않는가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9682F79-00EE-4278-B795-22A051EA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넘으면 .venv 가 딸려 들어간 것입니다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ABDA4B2-1F41-4062-9672-6638257B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9803725-FDD4-4944-9B61-EEB31BE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응급 처치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A50B82-5004-4FA5-A93B-E47D0BDA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docker logs --tail 50 bike-api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docker exec -it bike-api ls /app/model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pkill -f uvicorn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D57B95-6314-42F9-A7F6-8D8F46E2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C2828F1-18B5-4F28-B6CA-027D8429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5709888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F868BE-D798-4412-8651-79030F3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curl 로 호출하기 — 정상과 실패를 한 화면에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3F44EB-F7DB-4486-8663-ED32C84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새 SSH 창을 하나 더 엽니다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33E0FA5-8E5D-4166-A019-03CB5C4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EC69C7-89C8-4B8D-9EF3-E0EA6316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CD4858-0D56-4A86-96D7-7D24EDE2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-s http://localhost:8000/health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정상 요청 — 200 과 예측값이 돌아옵니다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-s -X POST http://localhost:8000/predict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-d '{"hour": 18, "temperature": 24.5, "humidity": 55.0,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"windspeed": 2.1, "weekday": 2, "is_holiday": 0,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"season": "summer"}'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응답 예시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{"predicted_count":187.43,"unit":"건/시간","model_version":"v1"}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일부러 틀린 요청 — hour 를 99 로. 422 가 나와야 정상입니다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-i -s -X POST http://localhost:8000/predict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-d '{"hour": 99, "temperature": 24.5, "humidity": 55.0,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"windspeed": 2.1, "weekday": 2, "is_holiday": 0,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"season": "summer"}'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FDC787-F8FC-40D6-B737-E0D75E0F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200과 422가 한 화면에 보이게 캡처합니다. 체크포인트 제출물입니다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B9F64EB-9A9E-4F3E-8EB2-09F62DA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19981A-9FF8-4CBD-9BBA-D280526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0064498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7D79FC-C7C8-4700-89C6-28227D33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ECR에 올리기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C5B72E-E1AE-4FA2-9F53-F6360DC8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6주차와 같은 순서입니다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FAA38E-5ADF-4AC0-8AE3-3317A35D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42FD151-6BF9-47FD-9DB7-456D2F66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8B77D0-CFC2-474E-97DE-B45671A5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ACCOUNT_ID=$(aws sts get-caller-identity --query Account --output text)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REGION=ap-northeast-2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REPO=mlops-2026-&lt;학번&gt;/bike-api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create-repository --repository-name $REPO --region $REGION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토큰은 12시간 유효. 지난주 로그인은 이미 만료되었습니다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get-login-password --region $REGION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| docker login --username AWS --password-stdin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$ACCOUNT_ID.dkr.ecr.$REGION.amazonaws.com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tag bike-api:v1 $ACCOUNT_ID.dkr.ecr.$REGION.amazonaws.com/$REPO:v1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push $ACCOUNT_ID.dkr.ecr.$REGION.amazonaws.com/$REPO:v1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list-images --repository-name $REPO --region $REGION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5D7A4C-E0E3-440A-B028-C57E39D8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imageTag: v1 이 보이면 성공. 이 태그가 다음 주 compose 파일에 그대로 들어갑니다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CA074BC-5CFD-4859-B906-73AE760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D328F6-B0C0-4E0B-83B8-2E5AA1FD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6339860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F84113-A71A-4F16-9E9D-3D0D9795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B2E3DF-D3B6-4A82-95E1-A2DD5DE0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LMS 7주차 과제방 · 파일명 07_학번_1.png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15B1D1-347F-4FE3-B8C7-DEE7E115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2364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2EC15C-32AE-44DC-A295-68CD4B8B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2938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6C3D90-FF86-4692-97B0-41B4798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2422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Swagger UI에서 POST /predict 가 200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75D031E-B28E-4024-B79D-C71E5AC4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8084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predicted_count 가 함께 보이게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F846A0-AB46-4D82-8C9B-57D2BB33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489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59E114A-390C-4B27-A6DB-D6F337C0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7063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492EA93-6D4D-4B39-B38B-B9FE034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6547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curl 정상 요청 200과 잘못된 요청 422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977EFAB-A047-4636-B45B-926DAB7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2209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두 개가 한 화면에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07EA8F2-6824-4D72-8A18-C135766F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06140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1CAEE63-1FE8-477C-A026-38FB1C7D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11880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90F8753-0F57-4861-9F9E-1F162E2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0672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ECR에 bike-api:v1 이 올라간 화면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8679E-674B-4BC8-AB58-74FFB22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63340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또는 aws ecr list-images 출력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8C2B615-7ECF-417D-BCE6-92C24C8B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4738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9C7AF0-4AEF-4B2B-950D-C3D687BF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5312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B34B8B-AF03-45CC-87C9-D6335FED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797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이미지 push (과제)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EB4C403-0CC8-4850-9C28-6BA380A3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0458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데이터로 스키마를 바꿔 팀명:v1 태그로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8CEADC-7CA4-4351-AF9E-FC6770F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863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0695495-BB3B-48B1-A6A3-7D65D4AA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9437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DD1106-F2A4-45B2-9CE3-D77C693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8922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sample_request.json 3건 (과제)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3CE5116-1ABC-48D0-AC65-5C9C3BFD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4583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정상 2건 + 경계값 1건 · 팀 저장소 tests/ 폴더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47A9733-4805-4B92-88DC-88B46CC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1E64123-60A6-44E9-8479-111D7A24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491817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0A8272-7DAA-42EF-987C-C7B8382E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EFF3541-6DF4-49BE-BCF7-E791701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89CBA0-9C9E-4E36-84CB-0D22EBC9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0AEA85-341A-4480-B0D1-711E1809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67A83E-E374-4D4A-96F9-D4578CDB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모델을 서비스로 만든다는 건 predict 를 HTTP 주소 뒤에 놓는 일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1BC2845-3CC9-4905-B662-D39DA8D9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A2C21D-75AD-4058-8E14-5086AA38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E8EBD4-7A3C-4770-BD37-57C2F6E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검증은 문 앞의 가드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E47678-2247-4F64-B699-6BFA522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잘못된 값은 모델에 닿기 전에 422로 돌려보냅니다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AC4A11A-F17E-4DF6-8086-B8C16A5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BB17AC0-A9EE-46C5-92B5-6968463F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6E782B-4CF9-4310-ACBC-F6E43E9F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A5F2AC-4B45-4131-AE41-A2E60CDA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상자를 EC2에 놓고 앞에 사람이 보는 화면을 붙입니다. M2 중간 시연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6277264-CB6B-4884-B2C0-F84A7938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F5E815-FFDD-472D-80C2-A301F34A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262A470-3374-495E-BA54-F82E83DF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1707D19-D125-4E02-B6FE-494C11B3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push한 이미지 태그 · 팀 API 명세 · 발표 3분 분량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3406424-DDE9-4B00-A145-E9C743BE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098548"/>
            <a:ext cx="4324252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2D7AA83-A209-440F-90B3-6D81FEA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31800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정리 타임 체크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FC948EC-3032-45B2-A62A-D805FFCC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793492"/>
            <a:ext cx="3775612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docker stop bike-api 후 rm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docker image prune -f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8000 규칙이 내 IP인지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ECR 이미지는 지우지 않기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EC2 인스턴스 중지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C1F81C1-AD09-4D97-9AEB-A15D5B18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7주차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59599B1-43A1-45BD-851F-2BFC3D0E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472874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B444A5-50F4-48C9-8EBB-6EEF5EC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9783C8-5DF8-48AC-A1AD-24F8EB77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983754-C6FB-4069-8402-57FCCEE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E6066713-601B-444F-BEF8-522E8B3E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입력 스키마를 검증하고 /health와 /predict가 동작하는 API를 만든다.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AB99885A-07B2-4929-8C53-F1EC4544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client JSON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248E7BD8-1987-4DA7-AE2B-8F05307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FastAPI schema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123F9B6B-09F3-4BFF-830D-6927B9E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Pipeline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FE9E3DCE-CCA9-4F55-8400-8843FFAA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prediction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19142664-F501-4D77-AE2B-393DFA28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JSON response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25A571EA-15B4-47A1-8F4B-07AD689E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B3935D8-E788-4A2A-BC8C-6754D143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265843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1ab29eec74bf0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Security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e97944767ab4f42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9d4935ed565474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Run Command 실행 기록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Command history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`YSU MLOps build push and run API` 명령의 성공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9effd037cbc4fd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84545feda6d44d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dfe5aaa484518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명령 실행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명령 ID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대상 1개, 완료 1개, 오류 0개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3dd901a589f472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70903e8e839412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375cab8834d3e"/>
          <a:stretch xmlns:a="http://schemas.openxmlformats.org/drawingml/2006/main"/>
        </p:blipFill>
        <p:spPr>
          <a:xfrm xmlns:a="http://schemas.openxmlformats.org/drawingml/2006/main">
            <a:off x="1465836" y="1666875"/>
            <a:ext cx="4021577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Docker 이미지 빌드 출력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Run Command → 대상 인스턴스 → Output/Error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Dockerfile 로드, 베이스 이미지 다운로드, 레이어 생성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c49a0c3e73e4a7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223a17498124fe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def84bb704161"/>
          <a:stretch xmlns:a="http://schemas.openxmlformats.org/drawingml/2006/main"/>
        </p:blipFill>
        <p:spPr>
          <a:xfrm xmlns:a="http://schemas.openxmlformats.org/drawingml/2006/main">
            <a:off x="1465836" y="1666875"/>
            <a:ext cx="4021577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API 상태와 예측 결과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Run Command → 대상 인스턴스 → Output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`healthy`, 버전 `1.0`, 예측값 `1`, 점수 `6.9`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e541a2d72304cb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5349910299148c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1e5f44f824b6f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ECR 이미지 1.0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Images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태그 `1.0`, 크기, 다이제스트, 푸시 시각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313a6dd98384ac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72516a992264c1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114f40d1d45b0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이미지 상세 정보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1.0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URI, 이미지 상태, 크기, 스캔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decde4cbef94df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d2a813ab3a247d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35d6bf471459b"/>
          <a:stretch xmlns:a="http://schemas.openxmlformats.org/drawingml/2006/main"/>
        </p:blipFill>
        <p:spPr>
          <a:xfrm xmlns:a="http://schemas.openxmlformats.org/drawingml/2006/main">
            <a:off x="1465836" y="1666875"/>
            <a:ext cx="4021577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실행 중인 API 서버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`ysu-mlops-lab-ec2`, `t3.micro`, 상태 검사 3/3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73b1da15e6d4d1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faab09a17e44c0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c111321d94b2a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EC2 인스턴스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IAM 역할, IMDSv2 필수, VPC·서브넷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a9e19615db5482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e2b26f86da549b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ef136a77d41ec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인바운드를 닫은 보안 설정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인스턴스 상세 → Security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불필요한 인바운드 포트를 열지 않고 Systems Manager로 관리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b3102ed29f34fc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efc872dedba4b3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8232355964911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ABF10C-6DDB-413A-AAA8-887AAF2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07주차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5FC47-4E47-4B3C-A847-A79C92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상태 검사와 CloudWatch 경보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99F7B-0101-49E3-A5FD-6E77239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7824C1-09FD-4022-98BE-B7A0503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B77F16A2-57EA-4147-998B-CA5BC7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인스턴스 상세 → Status and alarms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7347612-A2FC-4660-9285-9873671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시스템·인스턴스 상태 검사와 CPU 경보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B0F64D2D-5824-4BDA-BBF7-3B2BCD7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e684ea290204c2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fc1da73177d4e4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0625830-C8EA-467F-9035-5C15F3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7a15f0463469f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543364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2026-08-24T09:29:05.7410000Z</dcterms:created>
  <dcterms:modified xsi:type="dcterms:W3CDTF">2026-08-24T09:29:05.7410000Z</dcterms:modified>
</coreProperties>
</file>