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73796b8d014cc4" /><Relationship Type="http://schemas.openxmlformats.org/officeDocument/2006/relationships/extended-properties" Target="/docProps/app.xml" Id="Rcea9f054978648bc" /><Relationship Type="http://schemas.openxmlformats.org/officeDocument/2006/relationships/officeDocument" Target="/ppt/presentation.xml" Id="R7ce0447b606140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24127913b43b1"/>
  </p:sldMasterIdLst>
  <p:notesMasterIdLst>
    <p:notesMasterId xmlns:r="http://schemas.openxmlformats.org/officeDocument/2006/relationships" r:id="R3d0666ce417949d8"/>
  </p:notesMasterIdLst>
  <p:sldIdLst>
    <p:sldId xmlns:r="http://schemas.openxmlformats.org/officeDocument/2006/relationships" id="256" r:id="R3d90df6e5b234db5"/>
    <p:sldId xmlns:r="http://schemas.openxmlformats.org/officeDocument/2006/relationships" id="257" r:id="R4aa439da237e4af6"/>
    <p:sldId xmlns:r="http://schemas.openxmlformats.org/officeDocument/2006/relationships" id="258" r:id="R90875d2c533b4340"/>
    <p:sldId xmlns:r="http://schemas.openxmlformats.org/officeDocument/2006/relationships" id="259" r:id="R0184528bf47b4961"/>
    <p:sldId xmlns:r="http://schemas.openxmlformats.org/officeDocument/2006/relationships" id="260" r:id="R2671b50dd73e4ce5"/>
    <p:sldId xmlns:r="http://schemas.openxmlformats.org/officeDocument/2006/relationships" id="261" r:id="Raa8d56aa18fb47da"/>
    <p:sldId xmlns:r="http://schemas.openxmlformats.org/officeDocument/2006/relationships" id="262" r:id="Ra96ee1fd8d494b95"/>
    <p:sldId xmlns:r="http://schemas.openxmlformats.org/officeDocument/2006/relationships" id="263" r:id="R0fc90edbb2244697"/>
    <p:sldId xmlns:r="http://schemas.openxmlformats.org/officeDocument/2006/relationships" id="264" r:id="Rda0a4651ef774ab2"/>
    <p:sldId xmlns:r="http://schemas.openxmlformats.org/officeDocument/2006/relationships" id="265" r:id="R35627ab1e1244b17"/>
    <p:sldId xmlns:r="http://schemas.openxmlformats.org/officeDocument/2006/relationships" id="266" r:id="R22633d0a2f644b35"/>
    <p:sldId xmlns:r="http://schemas.openxmlformats.org/officeDocument/2006/relationships" id="267" r:id="R5695cd8e18e840d6"/>
    <p:sldId xmlns:r="http://schemas.openxmlformats.org/officeDocument/2006/relationships" id="268" r:id="R062df91817ed4bb0"/>
    <p:sldId xmlns:r="http://schemas.openxmlformats.org/officeDocument/2006/relationships" id="269" r:id="R43da108735584ee4"/>
    <p:sldId xmlns:r="http://schemas.openxmlformats.org/officeDocument/2006/relationships" id="270" r:id="R9536fc9d4a4e4ca7"/>
    <p:sldId xmlns:r="http://schemas.openxmlformats.org/officeDocument/2006/relationships" id="271" r:id="Rba350603a1fa41ba"/>
    <p:sldId xmlns:r="http://schemas.openxmlformats.org/officeDocument/2006/relationships" id="272" r:id="R8722bb2fd07748d7"/>
    <p:sldId xmlns:r="http://schemas.openxmlformats.org/officeDocument/2006/relationships" id="273" r:id="Rc713688dc239402e"/>
    <p:sldId xmlns:r="http://schemas.openxmlformats.org/officeDocument/2006/relationships" id="274" r:id="Re0137140e7244d58"/>
    <p:sldId xmlns:r="http://schemas.openxmlformats.org/officeDocument/2006/relationships" id="275" r:id="R1b14f1b2455a4dfb"/>
    <p:sldId xmlns:r="http://schemas.openxmlformats.org/officeDocument/2006/relationships" id="276" r:id="R8f8154150a784560"/>
    <p:sldId xmlns:r="http://schemas.openxmlformats.org/officeDocument/2006/relationships" id="277" r:id="R4afa0a6f48d542c7"/>
    <p:sldId xmlns:r="http://schemas.openxmlformats.org/officeDocument/2006/relationships" id="278" r:id="Rf02dfb7852154b75"/>
    <p:sldId xmlns:r="http://schemas.openxmlformats.org/officeDocument/2006/relationships" id="279" r:id="R7532def9889441e1"/>
    <p:sldId xmlns:r="http://schemas.openxmlformats.org/officeDocument/2006/relationships" id="280" r:id="Ra5037a791caa4d82"/>
    <p:sldId xmlns:r="http://schemas.openxmlformats.org/officeDocument/2006/relationships" id="281" r:id="Rd458cadb5aa94491"/>
    <p:sldId xmlns:r="http://schemas.openxmlformats.org/officeDocument/2006/relationships" id="282" r:id="Rdddd2e48be8d4219"/>
    <p:sldId xmlns:r="http://schemas.openxmlformats.org/officeDocument/2006/relationships" id="283" r:id="Rbf8cfa2b71d84d8a"/>
    <p:sldId xmlns:r="http://schemas.openxmlformats.org/officeDocument/2006/relationships" id="284" r:id="Rae81fe3b70564fd1"/>
    <p:sldId xmlns:r="http://schemas.openxmlformats.org/officeDocument/2006/relationships" id="285" r:id="Re6070fedf79040e7"/>
    <p:sldId xmlns:r="http://schemas.openxmlformats.org/officeDocument/2006/relationships" id="286" r:id="Rd32b6811b77f42fe"/>
    <p:sldId xmlns:r="http://schemas.openxmlformats.org/officeDocument/2006/relationships" id="287" r:id="Re201bdeaabfe4ae2"/>
    <p:sldId xmlns:r="http://schemas.openxmlformats.org/officeDocument/2006/relationships" id="288" r:id="R1871420165e64b74"/>
    <p:sldId xmlns:r="http://schemas.openxmlformats.org/officeDocument/2006/relationships" id="289" r:id="Rdc2b622af1674d04"/>
    <p:sldId xmlns:r="http://schemas.openxmlformats.org/officeDocument/2006/relationships" id="290" r:id="Rd49d53a19cf74a51"/>
    <p:sldId xmlns:r="http://schemas.openxmlformats.org/officeDocument/2006/relationships" id="291" r:id="R3115909fa8b443fe"/>
    <p:sldId xmlns:r="http://schemas.openxmlformats.org/officeDocument/2006/relationships" id="292" r:id="Rcee5218e3ca34bc9"/>
    <p:sldId xmlns:r="http://schemas.openxmlformats.org/officeDocument/2006/relationships" id="293" r:id="R8d2e0353aecc4b95"/>
    <p:sldId xmlns:r="http://schemas.openxmlformats.org/officeDocument/2006/relationships" id="294" r:id="R18a89436e5114440"/>
    <p:sldId xmlns:r="http://schemas.openxmlformats.org/officeDocument/2006/relationships" id="295" r:id="Rebbbe57e93514452"/>
    <p:sldId xmlns:r="http://schemas.openxmlformats.org/officeDocument/2006/relationships" id="296" r:id="Rbca1025f59d4450d"/>
    <p:sldId xmlns:r="http://schemas.openxmlformats.org/officeDocument/2006/relationships" id="297" r:id="R5573c47be47c4dbb"/>
    <p:sldId xmlns:r="http://schemas.openxmlformats.org/officeDocument/2006/relationships" id="298" r:id="R7faf9e63c8554d34"/>
    <p:sldId xmlns:r="http://schemas.openxmlformats.org/officeDocument/2006/relationships" id="299" r:id="Ra481c92b10164f6b"/>
    <p:sldId xmlns:r="http://schemas.openxmlformats.org/officeDocument/2006/relationships" id="300" r:id="Rc37ff710eafc411b"/>
    <p:sldId xmlns:r="http://schemas.openxmlformats.org/officeDocument/2006/relationships" id="301" r:id="Re46d1e62fd944cfd"/>
    <p:sldId xmlns:r="http://schemas.openxmlformats.org/officeDocument/2006/relationships" id="302" r:id="Rdfbc514b27124707"/>
    <p:sldId xmlns:r="http://schemas.openxmlformats.org/officeDocument/2006/relationships" id="303" r:id="R1c425ec1f1e34f1c"/>
    <p:sldId xmlns:r="http://schemas.openxmlformats.org/officeDocument/2006/relationships" id="304" r:id="R678de6dd58b949f6"/>
    <p:sldId xmlns:r="http://schemas.openxmlformats.org/officeDocument/2006/relationships" id="305" r:id="R3cedd939a3d64c59"/>
    <p:sldId xmlns:r="http://schemas.openxmlformats.org/officeDocument/2006/relationships" id="306" r:id="R3142534cd6eb4ebf"/>
    <p:sldId xmlns:r="http://schemas.openxmlformats.org/officeDocument/2006/relationships" id="307" r:id="R4d5c40e79f6b42a1"/>
    <p:sldId xmlns:r="http://schemas.openxmlformats.org/officeDocument/2006/relationships" id="308" r:id="R223b30318bd94c45"/>
    <p:sldId xmlns:r="http://schemas.openxmlformats.org/officeDocument/2006/relationships" id="309" r:id="Ra18b4ddd3e714797"/>
    <p:sldId xmlns:r="http://schemas.openxmlformats.org/officeDocument/2006/relationships" id="310" r:id="R79926bc44a8a4fae"/>
    <p:sldId xmlns:r="http://schemas.openxmlformats.org/officeDocument/2006/relationships" id="311" r:id="R67350b7b11264456"/>
    <p:sldId xmlns:r="http://schemas.openxmlformats.org/officeDocument/2006/relationships" id="312" r:id="R4aae71b4fef4415f"/>
    <p:sldId xmlns:r="http://schemas.openxmlformats.org/officeDocument/2006/relationships" id="313" r:id="R13b4bf75d1eb42f0"/>
    <p:sldId xmlns:r="http://schemas.openxmlformats.org/officeDocument/2006/relationships" id="314" r:id="R727375e28283486e"/>
    <p:sldId xmlns:r="http://schemas.openxmlformats.org/officeDocument/2006/relationships" id="315" r:id="R0569651cadcc407f"/>
    <p:sldId xmlns:r="http://schemas.openxmlformats.org/officeDocument/2006/relationships" id="316" r:id="Ra413d5d11e74415a"/>
    <p:sldId xmlns:r="http://schemas.openxmlformats.org/officeDocument/2006/relationships" id="317" r:id="R584339ef4f5441a6"/>
    <p:sldId xmlns:r="http://schemas.openxmlformats.org/officeDocument/2006/relationships" id="318" r:id="R9e89b4ca9ba04867"/>
    <p:sldId xmlns:r="http://schemas.openxmlformats.org/officeDocument/2006/relationships" id="319" r:id="R3904bed5890442e5"/>
    <p:sldId xmlns:r="http://schemas.openxmlformats.org/officeDocument/2006/relationships" id="320" r:id="Rc58e2b5b68774fd9"/>
    <p:sldId xmlns:r="http://schemas.openxmlformats.org/officeDocument/2006/relationships" id="321" r:id="Rc0ce414f97a64ec0"/>
    <p:sldId xmlns:r="http://schemas.openxmlformats.org/officeDocument/2006/relationships" id="322" r:id="Rf9e343c1dde84dac"/>
    <p:sldId xmlns:r="http://schemas.openxmlformats.org/officeDocument/2006/relationships" id="323" r:id="R47f08b8fc5a544d3"/>
    <p:sldId xmlns:r="http://schemas.openxmlformats.org/officeDocument/2006/relationships" id="324" r:id="R3f1743e9b0974017"/>
    <p:sldId xmlns:r="http://schemas.openxmlformats.org/officeDocument/2006/relationships" id="325" r:id="R6417ed6659714c5e"/>
    <p:sldId xmlns:r="http://schemas.openxmlformats.org/officeDocument/2006/relationships" id="326" r:id="R6a26a99376f54603"/>
    <p:sldId xmlns:r="http://schemas.openxmlformats.org/officeDocument/2006/relationships" id="327" r:id="Ra8fd12819b2d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9bbe9fb5548da" /><Relationship Type="http://schemas.openxmlformats.org/officeDocument/2006/relationships/slideMaster" Target="/ppt/slideMasters/slideMaster1.xml" Id="R53924127913b43b1" /><Relationship Type="http://schemas.openxmlformats.org/officeDocument/2006/relationships/notesMaster" Target="/ppt/notesMasters/notesMaster1.xml" Id="R3d0666ce417949d8" /><Relationship Type="http://schemas.openxmlformats.org/officeDocument/2006/relationships/presProps" Target="/ppt/presProps.xml" Id="R7b924854ff174f91" /><Relationship Type="http://schemas.openxmlformats.org/officeDocument/2006/relationships/viewProps" Target="/ppt/viewProps.xml" Id="Rbda066424b054c2a" /><Relationship Type="http://schemas.openxmlformats.org/officeDocument/2006/relationships/tableStyles" Target="/ppt/tableStyles.xml" Id="R4c09104aaf94466c" /><Relationship Type="http://schemas.openxmlformats.org/officeDocument/2006/relationships/slide" Target="/ppt/slides/slide1.xml" Id="R3d90df6e5b234db5" /><Relationship Type="http://schemas.openxmlformats.org/officeDocument/2006/relationships/slide" Target="/ppt/slides/slide2.xml" Id="R4aa439da237e4af6" /><Relationship Type="http://schemas.openxmlformats.org/officeDocument/2006/relationships/slide" Target="/ppt/slides/slide3.xml" Id="R90875d2c533b4340" /><Relationship Type="http://schemas.openxmlformats.org/officeDocument/2006/relationships/slide" Target="/ppt/slides/slide4.xml" Id="R0184528bf47b4961" /><Relationship Type="http://schemas.openxmlformats.org/officeDocument/2006/relationships/slide" Target="/ppt/slides/slide5.xml" Id="R2671b50dd73e4ce5" /><Relationship Type="http://schemas.openxmlformats.org/officeDocument/2006/relationships/slide" Target="/ppt/slides/slide6.xml" Id="Raa8d56aa18fb47da" /><Relationship Type="http://schemas.openxmlformats.org/officeDocument/2006/relationships/slide" Target="/ppt/slides/slide7.xml" Id="Ra96ee1fd8d494b95" /><Relationship Type="http://schemas.openxmlformats.org/officeDocument/2006/relationships/slide" Target="/ppt/slides/slide8.xml" Id="R0fc90edbb2244697" /><Relationship Type="http://schemas.openxmlformats.org/officeDocument/2006/relationships/slide" Target="/ppt/slides/slide9.xml" Id="Rda0a4651ef774ab2" /><Relationship Type="http://schemas.openxmlformats.org/officeDocument/2006/relationships/slide" Target="/ppt/slides/slide10.xml" Id="R35627ab1e1244b17" /><Relationship Type="http://schemas.openxmlformats.org/officeDocument/2006/relationships/slide" Target="/ppt/slides/slide11.xml" Id="R22633d0a2f644b35" /><Relationship Type="http://schemas.openxmlformats.org/officeDocument/2006/relationships/slide" Target="/ppt/slides/slide12.xml" Id="R5695cd8e18e840d6" /><Relationship Type="http://schemas.openxmlformats.org/officeDocument/2006/relationships/slide" Target="/ppt/slides/slide13.xml" Id="R062df91817ed4bb0" /><Relationship Type="http://schemas.openxmlformats.org/officeDocument/2006/relationships/slide" Target="/ppt/slides/slide14.xml" Id="R43da108735584ee4" /><Relationship Type="http://schemas.openxmlformats.org/officeDocument/2006/relationships/slide" Target="/ppt/slides/slide15.xml" Id="R9536fc9d4a4e4ca7" /><Relationship Type="http://schemas.openxmlformats.org/officeDocument/2006/relationships/slide" Target="/ppt/slides/slide16.xml" Id="Rba350603a1fa41ba" /><Relationship Type="http://schemas.openxmlformats.org/officeDocument/2006/relationships/slide" Target="/ppt/slides/slide17.xml" Id="R8722bb2fd07748d7" /><Relationship Type="http://schemas.openxmlformats.org/officeDocument/2006/relationships/slide" Target="/ppt/slides/slide18.xml" Id="Rc713688dc239402e" /><Relationship Type="http://schemas.openxmlformats.org/officeDocument/2006/relationships/slide" Target="/ppt/slides/slide19.xml" Id="Re0137140e7244d58" /><Relationship Type="http://schemas.openxmlformats.org/officeDocument/2006/relationships/slide" Target="/ppt/slides/slide20.xml" Id="R1b14f1b2455a4dfb" /><Relationship Type="http://schemas.openxmlformats.org/officeDocument/2006/relationships/slide" Target="/ppt/slides/slide21.xml" Id="R8f8154150a784560" /><Relationship Type="http://schemas.openxmlformats.org/officeDocument/2006/relationships/slide" Target="/ppt/slides/slide22.xml" Id="R4afa0a6f48d542c7" /><Relationship Type="http://schemas.openxmlformats.org/officeDocument/2006/relationships/slide" Target="/ppt/slides/slide23.xml" Id="Rf02dfb7852154b75" /><Relationship Type="http://schemas.openxmlformats.org/officeDocument/2006/relationships/slide" Target="/ppt/slides/slide24.xml" Id="R7532def9889441e1" /><Relationship Type="http://schemas.openxmlformats.org/officeDocument/2006/relationships/slide" Target="/ppt/slides/slide25.xml" Id="Ra5037a791caa4d82" /><Relationship Type="http://schemas.openxmlformats.org/officeDocument/2006/relationships/slide" Target="/ppt/slides/slide26.xml" Id="Rd458cadb5aa94491" /><Relationship Type="http://schemas.openxmlformats.org/officeDocument/2006/relationships/slide" Target="/ppt/slides/slide27.xml" Id="Rdddd2e48be8d4219" /><Relationship Type="http://schemas.openxmlformats.org/officeDocument/2006/relationships/slide" Target="/ppt/slides/slide28.xml" Id="Rbf8cfa2b71d84d8a" /><Relationship Type="http://schemas.openxmlformats.org/officeDocument/2006/relationships/slide" Target="/ppt/slides/slide29.xml" Id="Rae81fe3b70564fd1" /><Relationship Type="http://schemas.openxmlformats.org/officeDocument/2006/relationships/slide" Target="/ppt/slides/slide30.xml" Id="Re6070fedf79040e7" /><Relationship Type="http://schemas.openxmlformats.org/officeDocument/2006/relationships/slide" Target="/ppt/slides/slide31.xml" Id="Rd32b6811b77f42fe" /><Relationship Type="http://schemas.openxmlformats.org/officeDocument/2006/relationships/slide" Target="/ppt/slides/slide32.xml" Id="Re201bdeaabfe4ae2" /><Relationship Type="http://schemas.openxmlformats.org/officeDocument/2006/relationships/slide" Target="/ppt/slides/slide33.xml" Id="R1871420165e64b74" /><Relationship Type="http://schemas.openxmlformats.org/officeDocument/2006/relationships/slide" Target="/ppt/slides/slide34.xml" Id="Rdc2b622af1674d04" /><Relationship Type="http://schemas.openxmlformats.org/officeDocument/2006/relationships/slide" Target="/ppt/slides/slide35.xml" Id="Rd49d53a19cf74a51" /><Relationship Type="http://schemas.openxmlformats.org/officeDocument/2006/relationships/slide" Target="/ppt/slides/slide36.xml" Id="R3115909fa8b443fe" /><Relationship Type="http://schemas.openxmlformats.org/officeDocument/2006/relationships/slide" Target="/ppt/slides/slide37.xml" Id="Rcee5218e3ca34bc9" /><Relationship Type="http://schemas.openxmlformats.org/officeDocument/2006/relationships/slide" Target="/ppt/slides/slide38.xml" Id="R8d2e0353aecc4b95" /><Relationship Type="http://schemas.openxmlformats.org/officeDocument/2006/relationships/slide" Target="/ppt/slides/slide39.xml" Id="R18a89436e5114440" /><Relationship Type="http://schemas.openxmlformats.org/officeDocument/2006/relationships/slide" Target="/ppt/slides/slide40.xml" Id="Rebbbe57e93514452" /><Relationship Type="http://schemas.openxmlformats.org/officeDocument/2006/relationships/slide" Target="/ppt/slides/slide41.xml" Id="Rbca1025f59d4450d" /><Relationship Type="http://schemas.openxmlformats.org/officeDocument/2006/relationships/slide" Target="/ppt/slides/slide42.xml" Id="R5573c47be47c4dbb" /><Relationship Type="http://schemas.openxmlformats.org/officeDocument/2006/relationships/slide" Target="/ppt/slides/slide43.xml" Id="R7faf9e63c8554d34" /><Relationship Type="http://schemas.openxmlformats.org/officeDocument/2006/relationships/slide" Target="/ppt/slides/slide44.xml" Id="Ra481c92b10164f6b" /><Relationship Type="http://schemas.openxmlformats.org/officeDocument/2006/relationships/slide" Target="/ppt/slides/slide45.xml" Id="Rc37ff710eafc411b" /><Relationship Type="http://schemas.openxmlformats.org/officeDocument/2006/relationships/slide" Target="/ppt/slides/slide46.xml" Id="Re46d1e62fd944cfd" /><Relationship Type="http://schemas.openxmlformats.org/officeDocument/2006/relationships/slide" Target="/ppt/slides/slide47.xml" Id="Rdfbc514b27124707" /><Relationship Type="http://schemas.openxmlformats.org/officeDocument/2006/relationships/slide" Target="/ppt/slides/slide48.xml" Id="R1c425ec1f1e34f1c" /><Relationship Type="http://schemas.openxmlformats.org/officeDocument/2006/relationships/slide" Target="/ppt/slides/slide49.xml" Id="R678de6dd58b949f6" /><Relationship Type="http://schemas.openxmlformats.org/officeDocument/2006/relationships/slide" Target="/ppt/slides/slide50.xml" Id="R3cedd939a3d64c59" /><Relationship Type="http://schemas.openxmlformats.org/officeDocument/2006/relationships/slide" Target="/ppt/slides/slide51.xml" Id="R3142534cd6eb4ebf" /><Relationship Type="http://schemas.openxmlformats.org/officeDocument/2006/relationships/slide" Target="/ppt/slides/slide52.xml" Id="R4d5c40e79f6b42a1" /><Relationship Type="http://schemas.openxmlformats.org/officeDocument/2006/relationships/slide" Target="/ppt/slides/slide53.xml" Id="R223b30318bd94c45" /><Relationship Type="http://schemas.openxmlformats.org/officeDocument/2006/relationships/slide" Target="/ppt/slides/slide54.xml" Id="Ra18b4ddd3e714797" /><Relationship Type="http://schemas.openxmlformats.org/officeDocument/2006/relationships/slide" Target="/ppt/slides/slide55.xml" Id="R79926bc44a8a4fae" /><Relationship Type="http://schemas.openxmlformats.org/officeDocument/2006/relationships/slide" Target="/ppt/slides/slide56.xml" Id="R67350b7b11264456" /><Relationship Type="http://schemas.openxmlformats.org/officeDocument/2006/relationships/slide" Target="/ppt/slides/slide57.xml" Id="R4aae71b4fef4415f" /><Relationship Type="http://schemas.openxmlformats.org/officeDocument/2006/relationships/slide" Target="/ppt/slides/slide58.xml" Id="R13b4bf75d1eb42f0" /><Relationship Type="http://schemas.openxmlformats.org/officeDocument/2006/relationships/slide" Target="/ppt/slides/slide59.xml" Id="R727375e28283486e" /><Relationship Type="http://schemas.openxmlformats.org/officeDocument/2006/relationships/slide" Target="/ppt/slides/slide60.xml" Id="R0569651cadcc407f" /><Relationship Type="http://schemas.openxmlformats.org/officeDocument/2006/relationships/slide" Target="/ppt/slides/slide61.xml" Id="Ra413d5d11e74415a" /><Relationship Type="http://schemas.openxmlformats.org/officeDocument/2006/relationships/slide" Target="/ppt/slides/slide62.xml" Id="R584339ef4f5441a6" /><Relationship Type="http://schemas.openxmlformats.org/officeDocument/2006/relationships/slide" Target="/ppt/slides/slide63.xml" Id="R9e89b4ca9ba04867" /><Relationship Type="http://schemas.openxmlformats.org/officeDocument/2006/relationships/slide" Target="/ppt/slides/slide64.xml" Id="R3904bed5890442e5" /><Relationship Type="http://schemas.openxmlformats.org/officeDocument/2006/relationships/slide" Target="/ppt/slides/slide65.xml" Id="Rc58e2b5b68774fd9" /><Relationship Type="http://schemas.openxmlformats.org/officeDocument/2006/relationships/slide" Target="/ppt/slides/slide66.xml" Id="Rc0ce414f97a64ec0" /><Relationship Type="http://schemas.openxmlformats.org/officeDocument/2006/relationships/slide" Target="/ppt/slides/slide67.xml" Id="Rf9e343c1dde84dac" /><Relationship Type="http://schemas.openxmlformats.org/officeDocument/2006/relationships/slide" Target="/ppt/slides/slide68.xml" Id="R47f08b8fc5a544d3" /><Relationship Type="http://schemas.openxmlformats.org/officeDocument/2006/relationships/slide" Target="/ppt/slides/slide69.xml" Id="R3f1743e9b0974017" /><Relationship Type="http://schemas.openxmlformats.org/officeDocument/2006/relationships/slide" Target="/ppt/slides/slide70.xml" Id="R6417ed6659714c5e" /><Relationship Type="http://schemas.openxmlformats.org/officeDocument/2006/relationships/slide" Target="/ppt/slides/slide71.xml" Id="R6a26a99376f54603" /><Relationship Type="http://schemas.openxmlformats.org/officeDocument/2006/relationships/slide" Target="/ppt/slides/slide72.xml" Id="Ra8fd12819b2d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001b317f84d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d70628e44f8c" /><Relationship Type="http://schemas.openxmlformats.org/officeDocument/2006/relationships/notesMaster" Target="/ppt/notesMasters/notesMaster1.xml" Id="R5eda6526f2af4c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07830a547455f" /><Relationship Type="http://schemas.openxmlformats.org/officeDocument/2006/relationships/notesMaster" Target="/ppt/notesMasters/notesMaster1.xml" Id="R5dd98dff400d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5a3e352eb458c" /><Relationship Type="http://schemas.openxmlformats.org/officeDocument/2006/relationships/notesMaster" Target="/ppt/notesMasters/notesMaster1.xml" Id="Rcc478a7f17f64b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37294ac5b64b39" /><Relationship Type="http://schemas.openxmlformats.org/officeDocument/2006/relationships/notesMaster" Target="/ppt/notesMasters/notesMaster1.xml" Id="R71ce96cfc75b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e134c1f364a09" /><Relationship Type="http://schemas.openxmlformats.org/officeDocument/2006/relationships/notesMaster" Target="/ppt/notesMasters/notesMaster1.xml" Id="R0fd0a55ad572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643ae6e704742" /><Relationship Type="http://schemas.openxmlformats.org/officeDocument/2006/relationships/notesMaster" Target="/ppt/notesMasters/notesMaster1.xml" Id="R79b094ae5ae148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428e511ed94768" /><Relationship Type="http://schemas.openxmlformats.org/officeDocument/2006/relationships/notesMaster" Target="/ppt/notesMasters/notesMaster1.xml" Id="R5008f0e60724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1d2ea715094144" /><Relationship Type="http://schemas.openxmlformats.org/officeDocument/2006/relationships/notesMaster" Target="/ppt/notesMasters/notesMaster1.xml" Id="Rbbfec5d56e90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efd26ea46e4f0a" /><Relationship Type="http://schemas.openxmlformats.org/officeDocument/2006/relationships/notesMaster" Target="/ppt/notesMasters/notesMaster1.xml" Id="R787bc4b5dc91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79c79e3a714e10" /><Relationship Type="http://schemas.openxmlformats.org/officeDocument/2006/relationships/notesMaster" Target="/ppt/notesMasters/notesMaster1.xml" Id="R4d01fd33aa8145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c16fe4b57c4df5" /><Relationship Type="http://schemas.openxmlformats.org/officeDocument/2006/relationships/notesMaster" Target="/ppt/notesMasters/notesMaster1.xml" Id="R389e6ba4e41c42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4439f864754363" /><Relationship Type="http://schemas.openxmlformats.org/officeDocument/2006/relationships/notesMaster" Target="/ppt/notesMasters/notesMaster1.xml" Id="R7341b2ad61ff4f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d0c5bc861547d1" /><Relationship Type="http://schemas.openxmlformats.org/officeDocument/2006/relationships/notesMaster" Target="/ppt/notesMasters/notesMaster1.xml" Id="Rb2c3c34fc67040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3bdfa9e1d443d3" /><Relationship Type="http://schemas.openxmlformats.org/officeDocument/2006/relationships/notesMaster" Target="/ppt/notesMasters/notesMaster1.xml" Id="R5e1cc8eb21624e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d31a5947964c17" /><Relationship Type="http://schemas.openxmlformats.org/officeDocument/2006/relationships/notesMaster" Target="/ppt/notesMasters/notesMaster1.xml" Id="R2ef172eedd8444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7cce8887a8460c" /><Relationship Type="http://schemas.openxmlformats.org/officeDocument/2006/relationships/notesMaster" Target="/ppt/notesMasters/notesMaster1.xml" Id="Rec4293b412d344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9d18e378724dc7" /><Relationship Type="http://schemas.openxmlformats.org/officeDocument/2006/relationships/notesMaster" Target="/ppt/notesMasters/notesMaster1.xml" Id="R5c53cb88657449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b7bdd359724eab" /><Relationship Type="http://schemas.openxmlformats.org/officeDocument/2006/relationships/notesMaster" Target="/ppt/notesMasters/notesMaster1.xml" Id="R011214c06e8e4c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abb22aade94c5a" /><Relationship Type="http://schemas.openxmlformats.org/officeDocument/2006/relationships/notesMaster" Target="/ppt/notesMasters/notesMaster1.xml" Id="R65c602d8357549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d4cd2aaecf4182" /><Relationship Type="http://schemas.openxmlformats.org/officeDocument/2006/relationships/notesMaster" Target="/ppt/notesMasters/notesMaster1.xml" Id="R7a388fa1ec5f48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3a6da7064d451c" /><Relationship Type="http://schemas.openxmlformats.org/officeDocument/2006/relationships/notesMaster" Target="/ppt/notesMasters/notesMaster1.xml" Id="Ra5d68da35e7342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1bc11b0d034573" /><Relationship Type="http://schemas.openxmlformats.org/officeDocument/2006/relationships/notesMaster" Target="/ppt/notesMasters/notesMaster1.xml" Id="R928745336fb04b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3c0bb3476d4d93" /><Relationship Type="http://schemas.openxmlformats.org/officeDocument/2006/relationships/notesMaster" Target="/ppt/notesMasters/notesMaster1.xml" Id="R4ee4478cdd34491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a65a8ef8b964743" /><Relationship Type="http://schemas.openxmlformats.org/officeDocument/2006/relationships/notesMaster" Target="/ppt/notesMasters/notesMaster1.xml" Id="Rfd8ccc4200f2426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03cc46053542ca" /><Relationship Type="http://schemas.openxmlformats.org/officeDocument/2006/relationships/notesMaster" Target="/ppt/notesMasters/notesMaster1.xml" Id="R8d2701904d0241c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2d1d22a4c04347" /><Relationship Type="http://schemas.openxmlformats.org/officeDocument/2006/relationships/notesMaster" Target="/ppt/notesMasters/notesMaster1.xml" Id="R4350a7a1701344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054db59a9840dc" /><Relationship Type="http://schemas.openxmlformats.org/officeDocument/2006/relationships/notesMaster" Target="/ppt/notesMasters/notesMaster1.xml" Id="R57576660cced44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0eaecf1589473c" /><Relationship Type="http://schemas.openxmlformats.org/officeDocument/2006/relationships/notesMaster" Target="/ppt/notesMasters/notesMaster1.xml" Id="Raf03920824c242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87b3da627b4648" /><Relationship Type="http://schemas.openxmlformats.org/officeDocument/2006/relationships/notesMaster" Target="/ppt/notesMasters/notesMaster1.xml" Id="R32cac2d5a7ce4d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96b2adbf9f04b0e" /><Relationship Type="http://schemas.openxmlformats.org/officeDocument/2006/relationships/notesMaster" Target="/ppt/notesMasters/notesMaster1.xml" Id="R1f8424cb0bb246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739868ff27c4267" /><Relationship Type="http://schemas.openxmlformats.org/officeDocument/2006/relationships/notesMaster" Target="/ppt/notesMasters/notesMaster1.xml" Id="R7a6060a272e740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d1187cb5fa9452e" /><Relationship Type="http://schemas.openxmlformats.org/officeDocument/2006/relationships/notesMaster" Target="/ppt/notesMasters/notesMaster1.xml" Id="Refcba3c21ca841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7ebc12cc6414999" /><Relationship Type="http://schemas.openxmlformats.org/officeDocument/2006/relationships/notesMaster" Target="/ppt/notesMasters/notesMaster1.xml" Id="Re879544a0236418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d1516eb1234ac2" /><Relationship Type="http://schemas.openxmlformats.org/officeDocument/2006/relationships/notesMaster" Target="/ppt/notesMasters/notesMaster1.xml" Id="Ra63c1dd82c0e49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c21d988188e4ba7" /><Relationship Type="http://schemas.openxmlformats.org/officeDocument/2006/relationships/notesMaster" Target="/ppt/notesMasters/notesMaster1.xml" Id="R9967836ce50542d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89316df13b143a1" /><Relationship Type="http://schemas.openxmlformats.org/officeDocument/2006/relationships/notesMaster" Target="/ppt/notesMasters/notesMaster1.xml" Id="Rd3ba4dfed8384e4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ee8a087a654c8a" /><Relationship Type="http://schemas.openxmlformats.org/officeDocument/2006/relationships/notesMaster" Target="/ppt/notesMasters/notesMaster1.xml" Id="Rc7ce8ac121e24cd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342cdb45c34c4b" /><Relationship Type="http://schemas.openxmlformats.org/officeDocument/2006/relationships/notesMaster" Target="/ppt/notesMasters/notesMaster1.xml" Id="R4eb712f7767f4d0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cc8023395f4b36" /><Relationship Type="http://schemas.openxmlformats.org/officeDocument/2006/relationships/notesMaster" Target="/ppt/notesMasters/notesMaster1.xml" Id="Rf82c463d4dfb43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a528ceca0a4a2e" /><Relationship Type="http://schemas.openxmlformats.org/officeDocument/2006/relationships/notesMaster" Target="/ppt/notesMasters/notesMaster1.xml" Id="R667a619bcc0941a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aa356f64b764c4e" /><Relationship Type="http://schemas.openxmlformats.org/officeDocument/2006/relationships/notesMaster" Target="/ppt/notesMasters/notesMaster1.xml" Id="R991006b396d24d1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c6a7c613cb04a45" /><Relationship Type="http://schemas.openxmlformats.org/officeDocument/2006/relationships/notesMaster" Target="/ppt/notesMasters/notesMaster1.xml" Id="R7fa0041502d84a8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f2334d839704aa1" /><Relationship Type="http://schemas.openxmlformats.org/officeDocument/2006/relationships/notesMaster" Target="/ppt/notesMasters/notesMaster1.xml" Id="R0803b7c1627c4ce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d53a845783147cc" /><Relationship Type="http://schemas.openxmlformats.org/officeDocument/2006/relationships/notesMaster" Target="/ppt/notesMasters/notesMaster1.xml" Id="R16736c67d365417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2ff4e7e5b794813" /><Relationship Type="http://schemas.openxmlformats.org/officeDocument/2006/relationships/notesMaster" Target="/ppt/notesMasters/notesMaster1.xml" Id="R0cbf9e31cb2d43c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c45f38125b84eb6" /><Relationship Type="http://schemas.openxmlformats.org/officeDocument/2006/relationships/notesMaster" Target="/ppt/notesMasters/notesMaster1.xml" Id="R0f8db248bbc24ac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c4de6fb03f14f44" /><Relationship Type="http://schemas.openxmlformats.org/officeDocument/2006/relationships/notesMaster" Target="/ppt/notesMasters/notesMaster1.xml" Id="Rcfa7a862d47e442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e149cf798a84544" /><Relationship Type="http://schemas.openxmlformats.org/officeDocument/2006/relationships/notesMaster" Target="/ppt/notesMasters/notesMaster1.xml" Id="Re557d165ab79411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17d511c9de241da" /><Relationship Type="http://schemas.openxmlformats.org/officeDocument/2006/relationships/notesMaster" Target="/ppt/notesMasters/notesMaster1.xml" Id="Rced9edaf268947a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e266474428f4b87" /><Relationship Type="http://schemas.openxmlformats.org/officeDocument/2006/relationships/notesMaster" Target="/ppt/notesMasters/notesMaster1.xml" Id="Rd1969443ce454dc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6feffc7948e46bd" /><Relationship Type="http://schemas.openxmlformats.org/officeDocument/2006/relationships/notesMaster" Target="/ppt/notesMasters/notesMaster1.xml" Id="Rebe6ed27393e45b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5f946da0fd74172" /><Relationship Type="http://schemas.openxmlformats.org/officeDocument/2006/relationships/notesMaster" Target="/ppt/notesMasters/notesMaster1.xml" Id="R0e9750b68dc9450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6a27a5533024b16" /><Relationship Type="http://schemas.openxmlformats.org/officeDocument/2006/relationships/notesMaster" Target="/ppt/notesMasters/notesMaster1.xml" Id="Rb4aa48e51ab94c4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8d2eeca762e4cc9" /><Relationship Type="http://schemas.openxmlformats.org/officeDocument/2006/relationships/notesMaster" Target="/ppt/notesMasters/notesMaster1.xml" Id="Re4dadd9ff69b4a6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078ee5074dd48f0" /><Relationship Type="http://schemas.openxmlformats.org/officeDocument/2006/relationships/notesMaster" Target="/ppt/notesMasters/notesMaster1.xml" Id="R851eb3c35e6f4ab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93ce30fb09b4a00" /><Relationship Type="http://schemas.openxmlformats.org/officeDocument/2006/relationships/notesMaster" Target="/ppt/notesMasters/notesMaster1.xml" Id="Ra52479e49621413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64ef7ce336a4735" /><Relationship Type="http://schemas.openxmlformats.org/officeDocument/2006/relationships/notesMaster" Target="/ppt/notesMasters/notesMaster1.xml" Id="Rb05147a19c44438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77bd17c711c454d" /><Relationship Type="http://schemas.openxmlformats.org/officeDocument/2006/relationships/notesMaster" Target="/ppt/notesMasters/notesMaster1.xml" Id="R1ad2f424772b43f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d542ecd43f24d27" /><Relationship Type="http://schemas.openxmlformats.org/officeDocument/2006/relationships/notesMaster" Target="/ppt/notesMasters/notesMaster1.xml" Id="R83868e435d2047e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c87efa4d9304511" /><Relationship Type="http://schemas.openxmlformats.org/officeDocument/2006/relationships/notesMaster" Target="/ppt/notesMasters/notesMaster1.xml" Id="R03872cb5c3fb487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ddabf70561646df" /><Relationship Type="http://schemas.openxmlformats.org/officeDocument/2006/relationships/notesMaster" Target="/ppt/notesMasters/notesMaster1.xml" Id="R138124dc4cf3482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a25a1e3a2354703" /><Relationship Type="http://schemas.openxmlformats.org/officeDocument/2006/relationships/notesMaster" Target="/ppt/notesMasters/notesMaster1.xml" Id="R8bf3d459bdbb41d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fbd6fd023164c55" /><Relationship Type="http://schemas.openxmlformats.org/officeDocument/2006/relationships/notesMaster" Target="/ppt/notesMasters/notesMaster1.xml" Id="Rb788f15f90424799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36975eeb7c744a2" /><Relationship Type="http://schemas.openxmlformats.org/officeDocument/2006/relationships/notesMaster" Target="/ppt/notesMasters/notesMaster1.xml" Id="Rff28711df1e1420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1d05bb4215e492d" /><Relationship Type="http://schemas.openxmlformats.org/officeDocument/2006/relationships/notesMaster" Target="/ppt/notesMasters/notesMaster1.xml" Id="R56bc8c5a5d0a433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36999b540764a1f" /><Relationship Type="http://schemas.openxmlformats.org/officeDocument/2006/relationships/notesMaster" Target="/ppt/notesMasters/notesMaster1.xml" Id="R32546a5619c7439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38d893e0d944312" /><Relationship Type="http://schemas.openxmlformats.org/officeDocument/2006/relationships/notesMaster" Target="/ppt/notesMasters/notesMaster1.xml" Id="Rd7f069bf97b24234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922ea43b44c4356" /><Relationship Type="http://schemas.openxmlformats.org/officeDocument/2006/relationships/notesMaster" Target="/ppt/notesMasters/notesMaster1.xml" Id="R6f05da80551a44f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44998c97b0f4b96" /><Relationship Type="http://schemas.openxmlformats.org/officeDocument/2006/relationships/notesMaster" Target="/ppt/notesMasters/notesMaster1.xml" Id="R5fae181cadff4b5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a313e33497441dc" /><Relationship Type="http://schemas.openxmlformats.org/officeDocument/2006/relationships/notesMaster" Target="/ppt/notesMasters/notesMaster1.xml" Id="Rde16e7f34310425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7d97a19b210482d" /><Relationship Type="http://schemas.openxmlformats.org/officeDocument/2006/relationships/notesMaster" Target="/ppt/notesMasters/notesMaster1.xml" Id="R1e6ffd8673da486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ffc032384f74e4e" /><Relationship Type="http://schemas.openxmlformats.org/officeDocument/2006/relationships/notesMaster" Target="/ppt/notesMasters/notesMaster1.xml" Id="Rd6af2917ec17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처음으로 남에게 보여주는 날입니다. 지난주 curl로 성공한 그 API를 다른 사람이 접속할 수 있는 주소로 올리고, 앞에 사람이 누를 수 있는 화면을 붙입니다. 마지막 40분에는 실제로 팀별 시연을 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정리 시간을 시연 블록 안에 흡수했습니다. 실습 B가 75분으로 길지만 마지막 15분은 코딩을 멈추고 리허설에 씁니다. 그 15분을 코딩에 쓰는 팀이 매년 시연에서 무너집니다.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학생들에게 물어보세요. 지난주 실습에서 localhost로는 다 성공했습니다. 그런데 옆자리 학생 노트북에서 그 주소를 치면 안 됩니다. 이유가 하나가 아니라 세 개라는 것이 오늘 이론의 출발점입니다.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세 개를 순서대로 짚는 것이 오늘 트러블슈팅의 전부입니다. 학생이 손을 들면 여러분도 이 순서로 물어보세요. 0.0.0.0으로 떴나, 포트를 매핑했나, 보안그룹을 열었나.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 와이파이의 공인 IP가 수시로 바뀐다는 점을 꼭 말해주세요. 지난주에 잘 되던 것이 오늘 안 되는 이유의 절반이 이것입니다. 그리고 발표 자료에 IP를 박아 넣지 말라고 지금 못 박아 두세요.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남의 계정으로 값비싼 GPU 서버 수십 대가 켜져서 며칠 만에 수천만 원 청구서가 나온 사례를 말해주세요. 과장이 아니라고 강조하고, 발견 즉시 조교에게 알리면 야단맞지 않는다는 것도 같이 말해줘야 신고가 들어옵니다.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비유로 정리해 주세요. 환경변수는 열쇠를 코드에 적지 않고 봉투에 담아 전달하는 것이고, IAM 역할은 열쇠 자체를 없애고 출입증 인식기를 다는 것입니다. 실무에서는 여기서 한 단계 더 가서 Secrets Manager를 쓰지만 우리 범위는 여기까지입니다.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억울해할 수 있는 대목입니다. 심사자가 게을러서가 아니라, 동작하는 화면이 그 뒤의 모든 것이 연결되어 있다는 증거이기 때문이라고 설명하세요. 그래서 화면은 껍데기가 아니라 통합 테스트의 결과물입니다.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Streamlit에서 모델을 직접 로드하면 안 되냐는 질문이 반드시 나옵니다. 됩니다만 그러면 모델이 화면에 묶여서 다른 곳에서 재사용할 수 없다고 답해주세요. 이 과목의 목표는 주소를 가진 서비스를 만드는 것입니다.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새로 만드는 건 껍데기 하나뿐이라고 안심시켜 주세요. API는 지난주 것을 그대로 내려받아 쓰는 겁니다. 3번 단계에서 절반이 막히니 Dockerfile의 CMD 줄을 칠판에 크게 적어두세요.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터미널을 새로 열면 export한 변수가 사라진다는 걸 미리 말해주세요. 학생들이 두 번째 터미널에서 명령이 안 먹는다고 손을 듭니다. 그때는 1번 블록만 다시 실행하면 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오늘 이론이 실제로 쓰입니다. API 주소를 코드에 박지 않고 environment로 주입하고 있죠. 그리고 서비스 이름 api가 그대로 호스트명이 된다는 점, 이게 뒤에 나올 사고의 핵심이니 한 번 더 짚어주세요.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콘솔 화면을 강사 화면에 띄워두고 같이 클릭하세요. 규칙을 추가하고 저장 버튼을 누르지 않아 안 되는 학생이 매년 나옵니다. 저장을 눌렀는지 옆 사람과 서로 확인하게 하면 시간이 절약됩니다.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7번의 두 줄이 오늘 트러블슈팅의 핵심 도구입니다. UI가 보고 있는 API 주소를 직접 눈으로 확인하는 명령이니 꼭 한 번 같이 쳐보게 하세요. 그리고 8번은 오늘 정리 타임에 다시 나옵니다.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유인물로도 나눠줬습니다. 손을 들기 전에 먼저 표를 보라고 하세요. 세 번째 줄이 오늘 최다 사고인데, 컨테이너 안의 localhost는 그 컨테이너 자기 자신이라는 것을 그 자리에서 1분만 설명하고 넘어가면 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목표는 딱 하나라고 말해주세요. 75분 뒤에 팀 주소를 브라우저에 치면 팀 모델이 예측해야 합니다. 그리고 마지막 20분은 코딩 금지입니다. 이 규칙을 안 지킨 팀이 시연에서 반드시 무너집니다.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 다이어그램 설명에 2분 이상 쓰는 팀은 그 자리에서 잘라주세요. 3분 지점에 라이브 시연이 시작되지 않으면 5분 안에 끝나지 않습니다. 리허설할 때 이 시간표를 옆에 놓고 타이머를 켜라고 하세요.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통합 테스트 기록이 배점이 제일 큽니다. 정상 2건은 200, 경계값 1건은 의도한 결과가 나왔는지를 적으면 그게 곧 통합 테스트 결과라고 알려주세요.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실패는 감점하지 않지만 백업이 없으면 동작 시연 항목이 0점이라는 것을 시작 전에 다시 못 박으세요. 팀이 7팀 이상이면 4분으로 줄이고 질문은 생략합니다.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감점 요소도 같이 읽어주세요. 시연 실패에 백업 영상이 없으면 4번이 0점, 시간 1분 초과마다 1점씩 최대 2점, 비밀 키가 화면이나 저장소에 노출되면 2점 감점하고 즉시 재발급을 지시합니다.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정리 타임에 조교가 눈으로 확인할 것은 세 가지입니다. compose down 완료, 시연용으로 넓혀둔 보안그룹 규칙 삭제, EC2 중지. 다음 주는 비용이 실제로 나가는 회차라 지각하면 삭제 절차를 놓친다고 두 번 말하세요.</a:t>
            </a:r>
            <a:endParaRPr/>
          </a:p>
          <a:p xmlns:a="http://schemas.openxmlformats.org/drawingml/2006/main">
            <a:r>
              <a:t>
[Sources]
- https://docs.aws.amazon.com/AWSEC2/latest/UserGuide/security-group-rules.html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https://console.aws.amazon.com/ec2/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EC2 인스턴스 목록에서 실습 대상 찾기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인스턴스 세부 정보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보안 탭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네트워킹 탭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스토리지 탭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모니터링 탭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리소스 태그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상태 검사와 경보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보안 그룹 규칙 목록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인바운드 규칙 편집 화면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첫 인바운드 규칙 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FastAPI 포트 8000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API 소스를 내 IP로 제한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Streamlit 포트 8501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두 규칙 입력 결과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규칙 저장 취소와 원상태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https://docs.aws.amazon.com/AWSEC2/latest/UserGuide/security-group-rules.html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중지된 EC2 시작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EC2 실행 중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SSM Run Command 양식 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AWS-RunShellScript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Compose 배포 명령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수동 대상 선택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관리형 노드 Online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Compose 배포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배포 진행 중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첫 배포 실패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오류 문구 `docker: 'compose' is not a docker command`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실패 명령 복사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Compose 플러그인 설치 수정안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수정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Streamlit 이미지 재빌드 진행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복사 명령의 겉보기 성공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겉보기 성공이어도 Error의 `/tmp/week8-fix.shecho`를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새 양식에서 수정 명령 재작성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깨끗한 수정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컨테이너 시작 후 즉시 점검 실패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준비 대기 후 헬스 체크 명령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헬스 체크 명령 접수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두 컨테이너는 Up이지만 API의 실제 포트가 8080임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API 포트 매핑 8000:8080 수정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Compose 최종 성공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Systems Manager → Run Command</a:t>
            </a:r>
          </a:p>
          <a:p xmlns:a="http://schemas.openxmlformats.org/drawingml/2006/main">
            <a:r>
              <a:t>- 확인: API `healthy`, Streamlit `ok`, 두 컨테이너 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https://docs.aws.amazon.com/systems-manager/latest/userguide/run-command.html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정리 전 실행 중 인스턴스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EBS·탄력적 IP는 중지 후에도 비용이 남을 수 있음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 → ysu-mlops-lab-ec2</a:t>
            </a:r>
          </a:p>
          <a:p xmlns:a="http://schemas.openxmlformats.org/drawingml/2006/main">
            <a:r>
              <a:t>- 확인: 중지 요청 완료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https://docs.aws.amazon.com/AWSEC2/latest/UserGuide/Stop_Start.html</a:t>
            </a:r>
          </a:p>
          <a:p xmlns:a="http://schemas.openxmlformats.org/drawingml/2006/main">
            <a:r>
              <a:t>- https://docs.aws.amazon.com/AWSEC2/latest/UserGuide/ec2-instance-lifecycle.html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c5c9276174f3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e5dc67e6d744f5" /><Relationship Type="http://schemas.openxmlformats.org/officeDocument/2006/relationships/slideLayout" Target="/ppt/slideLayouts/slideLayout1.xml" Id="Rf4c720835d7842e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c720835d7842e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7e15fa21241dc" /><Relationship Type="http://schemas.openxmlformats.org/officeDocument/2006/relationships/notesSlide" Target="/ppt/notesSlides/notesSlide1.xml" Id="Rd9eb7289099f4a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758e83ca0455c" /><Relationship Type="http://schemas.openxmlformats.org/officeDocument/2006/relationships/notesSlide" Target="/ppt/notesSlides/notesSlide2.xml" Id="R1c7b9bb84b22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102640f04481" /><Relationship Type="http://schemas.openxmlformats.org/officeDocument/2006/relationships/notesSlide" Target="/ppt/notesSlides/notesSlide3.xml" Id="R80962bbc44cd46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6f76a960c4d6f" /><Relationship Type="http://schemas.openxmlformats.org/officeDocument/2006/relationships/notesSlide" Target="/ppt/notesSlides/notesSlide4.xml" Id="R2e8f2aa540aa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053e82eaa4b7f" /><Relationship Type="http://schemas.openxmlformats.org/officeDocument/2006/relationships/notesSlide" Target="/ppt/notesSlides/notesSlide5.xml" Id="R4c86737716ed4b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04a38f16647a5" /><Relationship Type="http://schemas.openxmlformats.org/officeDocument/2006/relationships/notesSlide" Target="/ppt/notesSlides/notesSlide6.xml" Id="R1c0421fd83c547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97d4cd1d54ccd" /><Relationship Type="http://schemas.openxmlformats.org/officeDocument/2006/relationships/notesSlide" Target="/ppt/notesSlides/notesSlide7.xml" Id="R9365203e657847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c9cad8770454a" /><Relationship Type="http://schemas.openxmlformats.org/officeDocument/2006/relationships/notesSlide" Target="/ppt/notesSlides/notesSlide8.xml" Id="R874342f3c91b4e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c0fc54823492b" /><Relationship Type="http://schemas.openxmlformats.org/officeDocument/2006/relationships/notesSlide" Target="/ppt/notesSlides/notesSlide9.xml" Id="Rd58fa1b594034c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9420e35684131" /><Relationship Type="http://schemas.openxmlformats.org/officeDocument/2006/relationships/notesSlide" Target="/ppt/notesSlides/notesSlide10.xml" Id="Ra9812dadde2947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d8c4c691e4e51" /><Relationship Type="http://schemas.openxmlformats.org/officeDocument/2006/relationships/notesSlide" Target="/ppt/notesSlides/notesSlide11.xml" Id="Rf6674175f11e4a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7b38f5cda4926" /><Relationship Type="http://schemas.openxmlformats.org/officeDocument/2006/relationships/notesSlide" Target="/ppt/notesSlides/notesSlide12.xml" Id="Rac1802d6543b46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ee1bd34df4868" /><Relationship Type="http://schemas.openxmlformats.org/officeDocument/2006/relationships/notesSlide" Target="/ppt/notesSlides/notesSlide13.xml" Id="R9a310249bb4440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148c0489447e6" /><Relationship Type="http://schemas.openxmlformats.org/officeDocument/2006/relationships/notesSlide" Target="/ppt/notesSlides/notesSlide14.xml" Id="Rf9a84a417ace4b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660663d484a8b" /><Relationship Type="http://schemas.openxmlformats.org/officeDocument/2006/relationships/notesSlide" Target="/ppt/notesSlides/notesSlide15.xml" Id="Rbe5f6a0ca91343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64316a52c4092" /><Relationship Type="http://schemas.openxmlformats.org/officeDocument/2006/relationships/notesSlide" Target="/ppt/notesSlides/notesSlide16.xml" Id="R1b48bc37d7ee4e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3e02a2c8d49ce" /><Relationship Type="http://schemas.openxmlformats.org/officeDocument/2006/relationships/notesSlide" Target="/ppt/notesSlides/notesSlide17.xml" Id="R0f24905eedda4c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96427f6504c10" /><Relationship Type="http://schemas.openxmlformats.org/officeDocument/2006/relationships/notesSlide" Target="/ppt/notesSlides/notesSlide18.xml" Id="Receb85ce0ae144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a4291762549a7" /><Relationship Type="http://schemas.openxmlformats.org/officeDocument/2006/relationships/notesSlide" Target="/ppt/notesSlides/notesSlide19.xml" Id="R8907b0ca573b47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a3f3ea6ad431a" /><Relationship Type="http://schemas.openxmlformats.org/officeDocument/2006/relationships/notesSlide" Target="/ppt/notesSlides/notesSlide20.xml" Id="R4944b3f38d7248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b15a89bbc4c28" /><Relationship Type="http://schemas.openxmlformats.org/officeDocument/2006/relationships/notesSlide" Target="/ppt/notesSlides/notesSlide21.xml" Id="R13ae170cafbf49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dae06089f46da" /><Relationship Type="http://schemas.openxmlformats.org/officeDocument/2006/relationships/notesSlide" Target="/ppt/notesSlides/notesSlide22.xml" Id="R429bc946ea1f40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95565dd49401f" /><Relationship Type="http://schemas.openxmlformats.org/officeDocument/2006/relationships/notesSlide" Target="/ppt/notesSlides/notesSlide23.xml" Id="R48cf091a3f5c45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660174ab44ca9" /><Relationship Type="http://schemas.openxmlformats.org/officeDocument/2006/relationships/notesSlide" Target="/ppt/notesSlides/notesSlide24.xml" Id="Rce98f7b3bf3b4c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888a2505740d2" /><Relationship Type="http://schemas.openxmlformats.org/officeDocument/2006/relationships/notesSlide" Target="/ppt/notesSlides/notesSlide25.xml" Id="R1513bf5492bf43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707ae9a34a56" /><Relationship Type="http://schemas.openxmlformats.org/officeDocument/2006/relationships/notesSlide" Target="/ppt/notesSlides/notesSlide26.xml" Id="R433fc7d6346d46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39ad9da5f4671" /><Relationship Type="http://schemas.openxmlformats.org/officeDocument/2006/relationships/image" Target="/ppt/media/image.jpeg" Id="Rd6899a0dc6b341f9" /><Relationship Type="http://schemas.openxmlformats.org/officeDocument/2006/relationships/hyperlink" Target="https://console.aws.amazon.com/ec2/" TargetMode="External" Id="R78fb0c2cc8a24c2d" /><Relationship Type="http://schemas.openxmlformats.org/officeDocument/2006/relationships/hyperlink" Target="https://docs.aws.amazon.com/AWSEC2/latest/UserGuide/security-group-rules.html" TargetMode="External" Id="R72fcb5efa7a84663" /><Relationship Type="http://schemas.openxmlformats.org/officeDocument/2006/relationships/notesSlide" Target="/ppt/notesSlides/notesSlide27.xml" Id="R22d587cf47a244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5048cf7c845af" /><Relationship Type="http://schemas.openxmlformats.org/officeDocument/2006/relationships/hyperlink" Target="https://docs.aws.amazon.com/AWSEC2/latest/UserGuide/Stop_Start.html" TargetMode="External" Id="R188efb6ece884bce" /><Relationship Type="http://schemas.openxmlformats.org/officeDocument/2006/relationships/hyperlink" Target="https://docs.aws.amazon.com/AWSEC2/latest/UserGuide/ec2-instance-lifecycle.html" TargetMode="External" Id="R13fd77dbea014496" /><Relationship Type="http://schemas.openxmlformats.org/officeDocument/2006/relationships/image" Target="/ppt/media/image2.jpeg" Id="R1d99bbf8c3cb4175" /><Relationship Type="http://schemas.openxmlformats.org/officeDocument/2006/relationships/notesSlide" Target="/ppt/notesSlides/notesSlide28.xml" Id="R8839f901110544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e219a55cb4143" /><Relationship Type="http://schemas.openxmlformats.org/officeDocument/2006/relationships/hyperlink" Target="https://docs.aws.amazon.com/AWSEC2/latest/UserGuide/Stop_Start.html" TargetMode="External" Id="R13f71857708b4be9" /><Relationship Type="http://schemas.openxmlformats.org/officeDocument/2006/relationships/hyperlink" Target="https://docs.aws.amazon.com/AWSEC2/latest/UserGuide/ec2-instance-lifecycle.html" TargetMode="External" Id="R0578e6c9c46647db" /><Relationship Type="http://schemas.openxmlformats.org/officeDocument/2006/relationships/image" Target="/ppt/media/image3.jpeg" Id="R6468a3011cf94040" /><Relationship Type="http://schemas.openxmlformats.org/officeDocument/2006/relationships/notesSlide" Target="/ppt/notesSlides/notesSlide29.xml" Id="R2cd34554aadd426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7bdbb19934922" /><Relationship Type="http://schemas.openxmlformats.org/officeDocument/2006/relationships/hyperlink" Target="https://docs.aws.amazon.com/AWSEC2/latest/UserGuide/Stop_Start.html" TargetMode="External" Id="Re6058c822ce9485c" /><Relationship Type="http://schemas.openxmlformats.org/officeDocument/2006/relationships/hyperlink" Target="https://docs.aws.amazon.com/AWSEC2/latest/UserGuide/ec2-instance-lifecycle.html" TargetMode="External" Id="R0e74eace8fb047b2" /><Relationship Type="http://schemas.openxmlformats.org/officeDocument/2006/relationships/image" Target="/ppt/media/image4.jpeg" Id="R482263966f374d4e" /><Relationship Type="http://schemas.openxmlformats.org/officeDocument/2006/relationships/notesSlide" Target="/ppt/notesSlides/notesSlide30.xml" Id="Re7874247d5944c6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68a9610d24c29" /><Relationship Type="http://schemas.openxmlformats.org/officeDocument/2006/relationships/hyperlink" Target="https://docs.aws.amazon.com/AWSEC2/latest/UserGuide/Stop_Start.html" TargetMode="External" Id="R61960fc27e3449b2" /><Relationship Type="http://schemas.openxmlformats.org/officeDocument/2006/relationships/hyperlink" Target="https://docs.aws.amazon.com/AWSEC2/latest/UserGuide/ec2-instance-lifecycle.html" TargetMode="External" Id="R8281db8610b34d60" /><Relationship Type="http://schemas.openxmlformats.org/officeDocument/2006/relationships/image" Target="/ppt/media/image5.jpeg" Id="R52cf04d2d85c4f1c" /><Relationship Type="http://schemas.openxmlformats.org/officeDocument/2006/relationships/notesSlide" Target="/ppt/notesSlides/notesSlide31.xml" Id="R18dbdad54d9945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16607b63d472b" /><Relationship Type="http://schemas.openxmlformats.org/officeDocument/2006/relationships/hyperlink" Target="https://docs.aws.amazon.com/AWSEC2/latest/UserGuide/Stop_Start.html" TargetMode="External" Id="R922aeec2bec84cf2" /><Relationship Type="http://schemas.openxmlformats.org/officeDocument/2006/relationships/hyperlink" Target="https://docs.aws.amazon.com/AWSEC2/latest/UserGuide/ec2-instance-lifecycle.html" TargetMode="External" Id="Rb49bf4440fb9467f" /><Relationship Type="http://schemas.openxmlformats.org/officeDocument/2006/relationships/image" Target="/ppt/media/image6.jpeg" Id="R416d6406faef4520" /><Relationship Type="http://schemas.openxmlformats.org/officeDocument/2006/relationships/notesSlide" Target="/ppt/notesSlides/notesSlide32.xml" Id="R171c3664a63a464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c1f9cc4df4c98" /><Relationship Type="http://schemas.openxmlformats.org/officeDocument/2006/relationships/hyperlink" Target="https://docs.aws.amazon.com/AWSEC2/latest/UserGuide/Stop_Start.html" TargetMode="External" Id="R641080923ce74512" /><Relationship Type="http://schemas.openxmlformats.org/officeDocument/2006/relationships/hyperlink" Target="https://docs.aws.amazon.com/AWSEC2/latest/UserGuide/ec2-instance-lifecycle.html" TargetMode="External" Id="R0ea46a62117842f5" /><Relationship Type="http://schemas.openxmlformats.org/officeDocument/2006/relationships/image" Target="/ppt/media/image7.jpeg" Id="R65ecc416a3f5496e" /><Relationship Type="http://schemas.openxmlformats.org/officeDocument/2006/relationships/notesSlide" Target="/ppt/notesSlides/notesSlide33.xml" Id="R9431eb8183064d0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8506b88884df9" /><Relationship Type="http://schemas.openxmlformats.org/officeDocument/2006/relationships/hyperlink" Target="https://docs.aws.amazon.com/AWSEC2/latest/UserGuide/Stop_Start.html" TargetMode="External" Id="Rac93eb5912404acf" /><Relationship Type="http://schemas.openxmlformats.org/officeDocument/2006/relationships/hyperlink" Target="https://docs.aws.amazon.com/AWSEC2/latest/UserGuide/ec2-instance-lifecycle.html" TargetMode="External" Id="Raa776b4bcced4858" /><Relationship Type="http://schemas.openxmlformats.org/officeDocument/2006/relationships/image" Target="/ppt/media/image8.jpeg" Id="R971d0f4035004406" /><Relationship Type="http://schemas.openxmlformats.org/officeDocument/2006/relationships/notesSlide" Target="/ppt/notesSlides/notesSlide34.xml" Id="Raef84649186b41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7aae9e61e46e4" /><Relationship Type="http://schemas.openxmlformats.org/officeDocument/2006/relationships/hyperlink" Target="https://docs.aws.amazon.com/AWSEC2/latest/UserGuide/Stop_Start.html" TargetMode="External" Id="R79442583e3494ab2" /><Relationship Type="http://schemas.openxmlformats.org/officeDocument/2006/relationships/hyperlink" Target="https://docs.aws.amazon.com/AWSEC2/latest/UserGuide/ec2-instance-lifecycle.html" TargetMode="External" Id="Rca7b37d2d9dd4154" /><Relationship Type="http://schemas.openxmlformats.org/officeDocument/2006/relationships/image" Target="/ppt/media/image9.jpeg" Id="Rf181115d9df54bbf" /><Relationship Type="http://schemas.openxmlformats.org/officeDocument/2006/relationships/notesSlide" Target="/ppt/notesSlides/notesSlide35.xml" Id="Red142f4ebc094a5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634bf2c14563" /><Relationship Type="http://schemas.openxmlformats.org/officeDocument/2006/relationships/hyperlink" Target="https://docs.aws.amazon.com/AWSEC2/latest/UserGuide/security-group-rules.html" TargetMode="External" Id="R4b163972bd1641b4" /><Relationship Type="http://schemas.openxmlformats.org/officeDocument/2006/relationships/hyperlink" Target="https://docs.aws.amazon.com/AWSEC2/latest/UserGuide/ec2-instance-lifecycle.html" TargetMode="External" Id="R7580f80372c844d4" /><Relationship Type="http://schemas.openxmlformats.org/officeDocument/2006/relationships/image" Target="/ppt/media/image10.jpeg" Id="Rbe9264a255ba41de" /><Relationship Type="http://schemas.openxmlformats.org/officeDocument/2006/relationships/notesSlide" Target="/ppt/notesSlides/notesSlide36.xml" Id="R10f295311bc0440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0ccfea7f64f04" /><Relationship Type="http://schemas.openxmlformats.org/officeDocument/2006/relationships/hyperlink" Target="https://docs.aws.amazon.com/AWSEC2/latest/UserGuide/security-group-rules.html" TargetMode="External" Id="Rbc164b5105014e38" /><Relationship Type="http://schemas.openxmlformats.org/officeDocument/2006/relationships/hyperlink" Target="https://docs.aws.amazon.com/AWSEC2/latest/UserGuide/ec2-instance-lifecycle.html" TargetMode="External" Id="Rf983b08a587c46cb" /><Relationship Type="http://schemas.openxmlformats.org/officeDocument/2006/relationships/image" Target="/ppt/media/image11.jpeg" Id="R36e3d705934142ca" /><Relationship Type="http://schemas.openxmlformats.org/officeDocument/2006/relationships/notesSlide" Target="/ppt/notesSlides/notesSlide37.xml" Id="R928d6e0347eb452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341298754d70" /><Relationship Type="http://schemas.openxmlformats.org/officeDocument/2006/relationships/hyperlink" Target="https://docs.aws.amazon.com/AWSEC2/latest/UserGuide/security-group-rules.html" TargetMode="External" Id="R3728dbbf427646f8" /><Relationship Type="http://schemas.openxmlformats.org/officeDocument/2006/relationships/hyperlink" Target="https://docs.aws.amazon.com/AWSEC2/latest/UserGuide/ec2-instance-lifecycle.html" TargetMode="External" Id="R26525d3df02542d2" /><Relationship Type="http://schemas.openxmlformats.org/officeDocument/2006/relationships/image" Target="/ppt/media/image12.jpeg" Id="R7a55411ad1e34b0b" /><Relationship Type="http://schemas.openxmlformats.org/officeDocument/2006/relationships/notesSlide" Target="/ppt/notesSlides/notesSlide38.xml" Id="R0d4aa62991594ef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1aae748444a42" /><Relationship Type="http://schemas.openxmlformats.org/officeDocument/2006/relationships/hyperlink" Target="https://docs.aws.amazon.com/AWSEC2/latest/UserGuide/security-group-rules.html" TargetMode="External" Id="R14ffdb1d3c0e427f" /><Relationship Type="http://schemas.openxmlformats.org/officeDocument/2006/relationships/hyperlink" Target="https://docs.aws.amazon.com/AWSEC2/latest/UserGuide/ec2-instance-lifecycle.html" TargetMode="External" Id="R0621f357224b4be5" /><Relationship Type="http://schemas.openxmlformats.org/officeDocument/2006/relationships/image" Target="/ppt/media/image13.jpeg" Id="R7bc9d58e4f684ba4" /><Relationship Type="http://schemas.openxmlformats.org/officeDocument/2006/relationships/notesSlide" Target="/ppt/notesSlides/notesSlide39.xml" Id="R167c51335740472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5a45f430547b3" /><Relationship Type="http://schemas.openxmlformats.org/officeDocument/2006/relationships/hyperlink" Target="https://docs.aws.amazon.com/AWSEC2/latest/UserGuide/security-group-rules.html" TargetMode="External" Id="R7426324fffd84ee2" /><Relationship Type="http://schemas.openxmlformats.org/officeDocument/2006/relationships/hyperlink" Target="https://docs.aws.amazon.com/AWSEC2/latest/UserGuide/ec2-instance-lifecycle.html" TargetMode="External" Id="R788ccbf1d263486c" /><Relationship Type="http://schemas.openxmlformats.org/officeDocument/2006/relationships/image" Target="/ppt/media/image14.jpeg" Id="Rbfb809c6b6464b94" /><Relationship Type="http://schemas.openxmlformats.org/officeDocument/2006/relationships/notesSlide" Target="/ppt/notesSlides/notesSlide40.xml" Id="R9fffe8a7c1c94dc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8c09e00a24686" /><Relationship Type="http://schemas.openxmlformats.org/officeDocument/2006/relationships/hyperlink" Target="https://docs.aws.amazon.com/AWSEC2/latest/UserGuide/security-group-rules.html" TargetMode="External" Id="Ra14be14e33944052" /><Relationship Type="http://schemas.openxmlformats.org/officeDocument/2006/relationships/hyperlink" Target="https://docs.aws.amazon.com/AWSEC2/latest/UserGuide/ec2-instance-lifecycle.html" TargetMode="External" Id="R5d4db29fe0b741e9" /><Relationship Type="http://schemas.openxmlformats.org/officeDocument/2006/relationships/image" Target="/ppt/media/image15.jpeg" Id="R5328c80d5b7642ab" /><Relationship Type="http://schemas.openxmlformats.org/officeDocument/2006/relationships/notesSlide" Target="/ppt/notesSlides/notesSlide41.xml" Id="R0819d0647601444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49cabf2294d7d" /><Relationship Type="http://schemas.openxmlformats.org/officeDocument/2006/relationships/hyperlink" Target="https://docs.aws.amazon.com/AWSEC2/latest/UserGuide/security-group-rules.html" TargetMode="External" Id="R4f519bed961b4c79" /><Relationship Type="http://schemas.openxmlformats.org/officeDocument/2006/relationships/hyperlink" Target="https://docs.aws.amazon.com/AWSEC2/latest/UserGuide/ec2-instance-lifecycle.html" TargetMode="External" Id="Rafa2111959414b6b" /><Relationship Type="http://schemas.openxmlformats.org/officeDocument/2006/relationships/image" Target="/ppt/media/image16.jpeg" Id="Rcfd80ee363fb4adc" /><Relationship Type="http://schemas.openxmlformats.org/officeDocument/2006/relationships/notesSlide" Target="/ppt/notesSlides/notesSlide42.xml" Id="R4217beb537a5448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308a062714744" /><Relationship Type="http://schemas.openxmlformats.org/officeDocument/2006/relationships/hyperlink" Target="https://docs.aws.amazon.com/AWSEC2/latest/UserGuide/security-group-rules.html" TargetMode="External" Id="Rbd75bfd156f34e0d" /><Relationship Type="http://schemas.openxmlformats.org/officeDocument/2006/relationships/hyperlink" Target="https://docs.aws.amazon.com/AWSEC2/latest/UserGuide/ec2-instance-lifecycle.html" TargetMode="External" Id="R10141c5bfe9b45c1" /><Relationship Type="http://schemas.openxmlformats.org/officeDocument/2006/relationships/image" Target="/ppt/media/image17.jpeg" Id="R588340094d1c41e1" /><Relationship Type="http://schemas.openxmlformats.org/officeDocument/2006/relationships/notesSlide" Target="/ppt/notesSlides/notesSlide43.xml" Id="Rc711920e550749a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66e0de6de44c8" /><Relationship Type="http://schemas.openxmlformats.org/officeDocument/2006/relationships/hyperlink" Target="https://docs.aws.amazon.com/AWSEC2/latest/UserGuide/Stop_Start.html" TargetMode="External" Id="Re9201db15dae41af" /><Relationship Type="http://schemas.openxmlformats.org/officeDocument/2006/relationships/hyperlink" Target="https://docs.aws.amazon.com/AWSEC2/latest/UserGuide/ec2-instance-lifecycle.html" TargetMode="External" Id="Rc05b4e65ba26405c" /><Relationship Type="http://schemas.openxmlformats.org/officeDocument/2006/relationships/image" Target="/ppt/media/image18.jpeg" Id="R68f648229cf8468c" /><Relationship Type="http://schemas.openxmlformats.org/officeDocument/2006/relationships/notesSlide" Target="/ppt/notesSlides/notesSlide44.xml" Id="R4dbffb593bfd4d4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d8187d1ce4d08" /><Relationship Type="http://schemas.openxmlformats.org/officeDocument/2006/relationships/hyperlink" Target="https://docs.aws.amazon.com/AWSEC2/latest/UserGuide/Stop_Start.html" TargetMode="External" Id="Rc9bc56484d0343d5" /><Relationship Type="http://schemas.openxmlformats.org/officeDocument/2006/relationships/hyperlink" Target="https://docs.aws.amazon.com/AWSEC2/latest/UserGuide/ec2-instance-lifecycle.html" TargetMode="External" Id="Rf4effa5d4bc14f77" /><Relationship Type="http://schemas.openxmlformats.org/officeDocument/2006/relationships/image" Target="/ppt/media/image19.jpeg" Id="R3006c265236e498b" /><Relationship Type="http://schemas.openxmlformats.org/officeDocument/2006/relationships/notesSlide" Target="/ppt/notesSlides/notesSlide45.xml" Id="Ra47a1c38bb6049f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13d4e66104722" /><Relationship Type="http://schemas.openxmlformats.org/officeDocument/2006/relationships/hyperlink" Target="https://docs.aws.amazon.com/systems-manager/latest/userguide/run-command.html" TargetMode="External" Id="R6799cbf888504574" /><Relationship Type="http://schemas.openxmlformats.org/officeDocument/2006/relationships/hyperlink" Target="https://docs.aws.amazon.com/AWSEC2/latest/UserGuide/ec2-instance-lifecycle.html" TargetMode="External" Id="R1b31071bee6041a1" /><Relationship Type="http://schemas.openxmlformats.org/officeDocument/2006/relationships/image" Target="/ppt/media/image20.jpeg" Id="R0301072f372a4d02" /><Relationship Type="http://schemas.openxmlformats.org/officeDocument/2006/relationships/notesSlide" Target="/ppt/notesSlides/notesSlide46.xml" Id="R0ed3e7db237e46e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13aac8e064f45" /><Relationship Type="http://schemas.openxmlformats.org/officeDocument/2006/relationships/hyperlink" Target="https://docs.aws.amazon.com/systems-manager/latest/userguide/run-command.html" TargetMode="External" Id="Rbf0ea986262449ee" /><Relationship Type="http://schemas.openxmlformats.org/officeDocument/2006/relationships/hyperlink" Target="https://docs.aws.amazon.com/AWSEC2/latest/UserGuide/ec2-instance-lifecycle.html" TargetMode="External" Id="R4ae6bc782c26476b" /><Relationship Type="http://schemas.openxmlformats.org/officeDocument/2006/relationships/image" Target="/ppt/media/image21.jpeg" Id="Rd049a967ed294e42" /><Relationship Type="http://schemas.openxmlformats.org/officeDocument/2006/relationships/notesSlide" Target="/ppt/notesSlides/notesSlide47.xml" Id="Rb2873669eede476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09755fe70411c" /><Relationship Type="http://schemas.openxmlformats.org/officeDocument/2006/relationships/hyperlink" Target="https://docs.aws.amazon.com/systems-manager/latest/userguide/run-command.html" TargetMode="External" Id="R3f1e2d586f704a98" /><Relationship Type="http://schemas.openxmlformats.org/officeDocument/2006/relationships/hyperlink" Target="https://docs.aws.amazon.com/AWSEC2/latest/UserGuide/ec2-instance-lifecycle.html" TargetMode="External" Id="Rc9d31ed708844d6e" /><Relationship Type="http://schemas.openxmlformats.org/officeDocument/2006/relationships/image" Target="/ppt/media/image22.jpeg" Id="R8db8f0a76f4e4a90" /><Relationship Type="http://schemas.openxmlformats.org/officeDocument/2006/relationships/notesSlide" Target="/ppt/notesSlides/notesSlide48.xml" Id="R8db6dc6bec7d4ff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363a723eb4f5d" /><Relationship Type="http://schemas.openxmlformats.org/officeDocument/2006/relationships/hyperlink" Target="https://docs.aws.amazon.com/systems-manager/latest/userguide/run-command.html" TargetMode="External" Id="Ra9f43ef66e764b78" /><Relationship Type="http://schemas.openxmlformats.org/officeDocument/2006/relationships/hyperlink" Target="https://docs.aws.amazon.com/AWSEC2/latest/UserGuide/ec2-instance-lifecycle.html" TargetMode="External" Id="R07063449c1bf4886" /><Relationship Type="http://schemas.openxmlformats.org/officeDocument/2006/relationships/image" Target="/ppt/media/image23.jpeg" Id="R8ca081ce56344c00" /><Relationship Type="http://schemas.openxmlformats.org/officeDocument/2006/relationships/notesSlide" Target="/ppt/notesSlides/notesSlide49.xml" Id="R0e63f12926b94d2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f4838e6a4ada" /><Relationship Type="http://schemas.openxmlformats.org/officeDocument/2006/relationships/hyperlink" Target="https://docs.aws.amazon.com/systems-manager/latest/userguide/run-command.html" TargetMode="External" Id="R0d6ed1b4350b44b3" /><Relationship Type="http://schemas.openxmlformats.org/officeDocument/2006/relationships/hyperlink" Target="https://docs.aws.amazon.com/AWSEC2/latest/UserGuide/ec2-instance-lifecycle.html" TargetMode="External" Id="Rd1859198dc554ca5" /><Relationship Type="http://schemas.openxmlformats.org/officeDocument/2006/relationships/image" Target="/ppt/media/image24.jpeg" Id="R6cecdbd757234ed6" /><Relationship Type="http://schemas.openxmlformats.org/officeDocument/2006/relationships/notesSlide" Target="/ppt/notesSlides/notesSlide50.xml" Id="R0d8027cdb33f44c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61482db50478c" /><Relationship Type="http://schemas.openxmlformats.org/officeDocument/2006/relationships/hyperlink" Target="https://docs.aws.amazon.com/systems-manager/latest/userguide/run-command.html" TargetMode="External" Id="R88c39745a8b045c8" /><Relationship Type="http://schemas.openxmlformats.org/officeDocument/2006/relationships/hyperlink" Target="https://docs.aws.amazon.com/AWSEC2/latest/UserGuide/ec2-instance-lifecycle.html" TargetMode="External" Id="R77b91622d2274037" /><Relationship Type="http://schemas.openxmlformats.org/officeDocument/2006/relationships/image" Target="/ppt/media/image25.jpeg" Id="R8ce20bad32464930" /><Relationship Type="http://schemas.openxmlformats.org/officeDocument/2006/relationships/notesSlide" Target="/ppt/notesSlides/notesSlide51.xml" Id="R5968f8fccac94b3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b6ac570d144bd" /><Relationship Type="http://schemas.openxmlformats.org/officeDocument/2006/relationships/hyperlink" Target="https://docs.aws.amazon.com/systems-manager/latest/userguide/run-command.html" TargetMode="External" Id="R4e968925dbd24351" /><Relationship Type="http://schemas.openxmlformats.org/officeDocument/2006/relationships/hyperlink" Target="https://docs.aws.amazon.com/AWSEC2/latest/UserGuide/ec2-instance-lifecycle.html" TargetMode="External" Id="R71e5b5d6b7004419" /><Relationship Type="http://schemas.openxmlformats.org/officeDocument/2006/relationships/image" Target="/ppt/media/image26.jpeg" Id="Ra3c9d2bf22944e5f" /><Relationship Type="http://schemas.openxmlformats.org/officeDocument/2006/relationships/notesSlide" Target="/ppt/notesSlides/notesSlide52.xml" Id="Rd82c6167a561401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0613aef15471f" /><Relationship Type="http://schemas.openxmlformats.org/officeDocument/2006/relationships/hyperlink" Target="https://docs.aws.amazon.com/systems-manager/latest/userguide/run-command.html" TargetMode="External" Id="Rf620584e697a4e2b" /><Relationship Type="http://schemas.openxmlformats.org/officeDocument/2006/relationships/hyperlink" Target="https://docs.aws.amazon.com/AWSEC2/latest/UserGuide/ec2-instance-lifecycle.html" TargetMode="External" Id="R510d584aef7941d8" /><Relationship Type="http://schemas.openxmlformats.org/officeDocument/2006/relationships/image" Target="/ppt/media/image27.jpeg" Id="R5c59e7b2258a4516" /><Relationship Type="http://schemas.openxmlformats.org/officeDocument/2006/relationships/notesSlide" Target="/ppt/notesSlides/notesSlide53.xml" Id="R0f03b52905fd4e1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2981bf2fa4114" /><Relationship Type="http://schemas.openxmlformats.org/officeDocument/2006/relationships/hyperlink" Target="https://docs.aws.amazon.com/systems-manager/latest/userguide/run-command.html" TargetMode="External" Id="Rde771495d0d94fe4" /><Relationship Type="http://schemas.openxmlformats.org/officeDocument/2006/relationships/hyperlink" Target="https://docs.aws.amazon.com/AWSEC2/latest/UserGuide/ec2-instance-lifecycle.html" TargetMode="External" Id="R58328fd2623d4169" /><Relationship Type="http://schemas.openxmlformats.org/officeDocument/2006/relationships/image" Target="/ppt/media/image28.jpeg" Id="Rf75fd942560a4bb8" /><Relationship Type="http://schemas.openxmlformats.org/officeDocument/2006/relationships/notesSlide" Target="/ppt/notesSlides/notesSlide54.xml" Id="R1a41e7120a60413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21be184934e25" /><Relationship Type="http://schemas.openxmlformats.org/officeDocument/2006/relationships/hyperlink" Target="https://docs.aws.amazon.com/systems-manager/latest/userguide/run-command.html" TargetMode="External" Id="R48c02ae6d418486a" /><Relationship Type="http://schemas.openxmlformats.org/officeDocument/2006/relationships/hyperlink" Target="https://docs.aws.amazon.com/AWSEC2/latest/UserGuide/ec2-instance-lifecycle.html" TargetMode="External" Id="R5dd243b38a324151" /><Relationship Type="http://schemas.openxmlformats.org/officeDocument/2006/relationships/image" Target="/ppt/media/image29.jpeg" Id="R273cf34e6c4b4eb0" /><Relationship Type="http://schemas.openxmlformats.org/officeDocument/2006/relationships/notesSlide" Target="/ppt/notesSlides/notesSlide55.xml" Id="R0dfacf1dc9b4443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a287d571e4832" /><Relationship Type="http://schemas.openxmlformats.org/officeDocument/2006/relationships/hyperlink" Target="https://docs.aws.amazon.com/systems-manager/latest/userguide/run-command.html" TargetMode="External" Id="R83eafdc35a0a483b" /><Relationship Type="http://schemas.openxmlformats.org/officeDocument/2006/relationships/hyperlink" Target="https://docs.aws.amazon.com/AWSEC2/latest/UserGuide/ec2-instance-lifecycle.html" TargetMode="External" Id="Rd091bc280b804027" /><Relationship Type="http://schemas.openxmlformats.org/officeDocument/2006/relationships/image" Target="/ppt/media/image30.jpeg" Id="Rd675127aa05542cc" /><Relationship Type="http://schemas.openxmlformats.org/officeDocument/2006/relationships/notesSlide" Target="/ppt/notesSlides/notesSlide56.xml" Id="R32cde4df35b94db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27f8da77649f2" /><Relationship Type="http://schemas.openxmlformats.org/officeDocument/2006/relationships/hyperlink" Target="https://docs.aws.amazon.com/systems-manager/latest/userguide/run-command.html" TargetMode="External" Id="R605c4f8c2bc544e8" /><Relationship Type="http://schemas.openxmlformats.org/officeDocument/2006/relationships/hyperlink" Target="https://docs.aws.amazon.com/AWSEC2/latest/UserGuide/ec2-instance-lifecycle.html" TargetMode="External" Id="Rcad83107c56640d8" /><Relationship Type="http://schemas.openxmlformats.org/officeDocument/2006/relationships/image" Target="/ppt/media/image31.jpeg" Id="R0e5555acb1f54a5f" /><Relationship Type="http://schemas.openxmlformats.org/officeDocument/2006/relationships/notesSlide" Target="/ppt/notesSlides/notesSlide57.xml" Id="R83e268337a694b2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b01b328aa420f" /><Relationship Type="http://schemas.openxmlformats.org/officeDocument/2006/relationships/hyperlink" Target="https://docs.aws.amazon.com/systems-manager/latest/userguide/run-command.html" TargetMode="External" Id="R460b6b7bbfd74bbd" /><Relationship Type="http://schemas.openxmlformats.org/officeDocument/2006/relationships/hyperlink" Target="https://docs.aws.amazon.com/AWSEC2/latest/UserGuide/ec2-instance-lifecycle.html" TargetMode="External" Id="R3343f7ed53bd4275" /><Relationship Type="http://schemas.openxmlformats.org/officeDocument/2006/relationships/image" Target="/ppt/media/image32.jpeg" Id="Rca29bb98417149fb" /><Relationship Type="http://schemas.openxmlformats.org/officeDocument/2006/relationships/notesSlide" Target="/ppt/notesSlides/notesSlide58.xml" Id="Rb4ef25f1e9c6438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c3df3df934caf" /><Relationship Type="http://schemas.openxmlformats.org/officeDocument/2006/relationships/hyperlink" Target="https://docs.aws.amazon.com/systems-manager/latest/userguide/run-command.html" TargetMode="External" Id="R75a9169164f14788" /><Relationship Type="http://schemas.openxmlformats.org/officeDocument/2006/relationships/hyperlink" Target="https://docs.aws.amazon.com/AWSEC2/latest/UserGuide/ec2-instance-lifecycle.html" TargetMode="External" Id="R9b6d700825614507" /><Relationship Type="http://schemas.openxmlformats.org/officeDocument/2006/relationships/image" Target="/ppt/media/image33.jpeg" Id="R2f337492fb6b4e48" /><Relationship Type="http://schemas.openxmlformats.org/officeDocument/2006/relationships/notesSlide" Target="/ppt/notesSlides/notesSlide59.xml" Id="R25a6b9492cc94ad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f50c6d6e94978" /><Relationship Type="http://schemas.openxmlformats.org/officeDocument/2006/relationships/hyperlink" Target="https://docs.aws.amazon.com/systems-manager/latest/userguide/run-command.html" TargetMode="External" Id="R2939fc5848f444ae" /><Relationship Type="http://schemas.openxmlformats.org/officeDocument/2006/relationships/hyperlink" Target="https://docs.aws.amazon.com/AWSEC2/latest/UserGuide/ec2-instance-lifecycle.html" TargetMode="External" Id="R4226355c86c042df" /><Relationship Type="http://schemas.openxmlformats.org/officeDocument/2006/relationships/image" Target="/ppt/media/image34.jpeg" Id="Rbfa7d79d403d4897" /><Relationship Type="http://schemas.openxmlformats.org/officeDocument/2006/relationships/notesSlide" Target="/ppt/notesSlides/notesSlide60.xml" Id="R1bbe13e3f085476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677a63a884c45" /><Relationship Type="http://schemas.openxmlformats.org/officeDocument/2006/relationships/hyperlink" Target="https://docs.aws.amazon.com/systems-manager/latest/userguide/run-command.html" TargetMode="External" Id="R0be5a71fd9794057" /><Relationship Type="http://schemas.openxmlformats.org/officeDocument/2006/relationships/hyperlink" Target="https://docs.aws.amazon.com/AWSEC2/latest/UserGuide/ec2-instance-lifecycle.html" TargetMode="External" Id="R614bae103a9045ef" /><Relationship Type="http://schemas.openxmlformats.org/officeDocument/2006/relationships/image" Target="/ppt/media/image35.jpeg" Id="R35b319cd370e4e5b" /><Relationship Type="http://schemas.openxmlformats.org/officeDocument/2006/relationships/notesSlide" Target="/ppt/notesSlides/notesSlide61.xml" Id="Rc51817c0a22d427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258e995994a1a" /><Relationship Type="http://schemas.openxmlformats.org/officeDocument/2006/relationships/hyperlink" Target="https://docs.aws.amazon.com/systems-manager/latest/userguide/run-command.html" TargetMode="External" Id="R1048340ea38d4f33" /><Relationship Type="http://schemas.openxmlformats.org/officeDocument/2006/relationships/hyperlink" Target="https://docs.aws.amazon.com/AWSEC2/latest/UserGuide/ec2-instance-lifecycle.html" TargetMode="External" Id="R0aa563d2eebc4010" /><Relationship Type="http://schemas.openxmlformats.org/officeDocument/2006/relationships/image" Target="/ppt/media/image36.jpeg" Id="Rdacf136731c74011" /><Relationship Type="http://schemas.openxmlformats.org/officeDocument/2006/relationships/notesSlide" Target="/ppt/notesSlides/notesSlide62.xml" Id="R75b0c965eb22482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65653f6a34e1f" /><Relationship Type="http://schemas.openxmlformats.org/officeDocument/2006/relationships/hyperlink" Target="https://docs.aws.amazon.com/systems-manager/latest/userguide/run-command.html" TargetMode="External" Id="R9d61bc6e2d674074" /><Relationship Type="http://schemas.openxmlformats.org/officeDocument/2006/relationships/hyperlink" Target="https://docs.aws.amazon.com/AWSEC2/latest/UserGuide/ec2-instance-lifecycle.html" TargetMode="External" Id="Rfe0d32e4ba3d4796" /><Relationship Type="http://schemas.openxmlformats.org/officeDocument/2006/relationships/image" Target="/ppt/media/image37.jpeg" Id="R83efc3d4aa654717" /><Relationship Type="http://schemas.openxmlformats.org/officeDocument/2006/relationships/notesSlide" Target="/ppt/notesSlides/notesSlide63.xml" Id="R328853761306423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910c504ab4725" /><Relationship Type="http://schemas.openxmlformats.org/officeDocument/2006/relationships/hyperlink" Target="https://docs.aws.amazon.com/systems-manager/latest/userguide/run-command.html" TargetMode="External" Id="Rf847cb707c4f47ba" /><Relationship Type="http://schemas.openxmlformats.org/officeDocument/2006/relationships/hyperlink" Target="https://docs.aws.amazon.com/AWSEC2/latest/UserGuide/ec2-instance-lifecycle.html" TargetMode="External" Id="R7f94331e8f4d4b7c" /><Relationship Type="http://schemas.openxmlformats.org/officeDocument/2006/relationships/image" Target="/ppt/media/image38.jpeg" Id="Rc3ab168791714271" /><Relationship Type="http://schemas.openxmlformats.org/officeDocument/2006/relationships/notesSlide" Target="/ppt/notesSlides/notesSlide64.xml" Id="Ra4357462570e477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41c42251b4ed9" /><Relationship Type="http://schemas.openxmlformats.org/officeDocument/2006/relationships/hyperlink" Target="https://docs.aws.amazon.com/systems-manager/latest/userguide/run-command.html" TargetMode="External" Id="R284ee77546f640bf" /><Relationship Type="http://schemas.openxmlformats.org/officeDocument/2006/relationships/hyperlink" Target="https://docs.aws.amazon.com/AWSEC2/latest/UserGuide/ec2-instance-lifecycle.html" TargetMode="External" Id="R12276285aaf74bb7" /><Relationship Type="http://schemas.openxmlformats.org/officeDocument/2006/relationships/image" Target="/ppt/media/image39.jpeg" Id="Rcffd47c9a7cb42fc" /><Relationship Type="http://schemas.openxmlformats.org/officeDocument/2006/relationships/notesSlide" Target="/ppt/notesSlides/notesSlide65.xml" Id="Rc9da728d524a4d5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e4ca625624efd" /><Relationship Type="http://schemas.openxmlformats.org/officeDocument/2006/relationships/hyperlink" Target="https://docs.aws.amazon.com/systems-manager/latest/userguide/run-command.html" TargetMode="External" Id="Rc1c9345320f94503" /><Relationship Type="http://schemas.openxmlformats.org/officeDocument/2006/relationships/hyperlink" Target="https://docs.aws.amazon.com/AWSEC2/latest/UserGuide/ec2-instance-lifecycle.html" TargetMode="External" Id="Rbe237fe8c4ee4bd2" /><Relationship Type="http://schemas.openxmlformats.org/officeDocument/2006/relationships/image" Target="/ppt/media/image40.jpeg" Id="Rd31b1e6e8a2444fb" /><Relationship Type="http://schemas.openxmlformats.org/officeDocument/2006/relationships/notesSlide" Target="/ppt/notesSlides/notesSlide66.xml" Id="R14f0a3a95718461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332f3ed0e4401" /><Relationship Type="http://schemas.openxmlformats.org/officeDocument/2006/relationships/hyperlink" Target="https://docs.aws.amazon.com/systems-manager/latest/userguide/run-command.html" TargetMode="External" Id="R729ef9ffc8bf4550" /><Relationship Type="http://schemas.openxmlformats.org/officeDocument/2006/relationships/hyperlink" Target="https://docs.aws.amazon.com/AWSEC2/latest/UserGuide/ec2-instance-lifecycle.html" TargetMode="External" Id="R9baf59b99fb74b2d" /><Relationship Type="http://schemas.openxmlformats.org/officeDocument/2006/relationships/image" Target="/ppt/media/image41.jpeg" Id="R6efc6143aeda4d7f" /><Relationship Type="http://schemas.openxmlformats.org/officeDocument/2006/relationships/notesSlide" Target="/ppt/notesSlides/notesSlide67.xml" Id="Rbef555f4c0b346e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4eec9207e4b51" /><Relationship Type="http://schemas.openxmlformats.org/officeDocument/2006/relationships/hyperlink" Target="https://docs.aws.amazon.com/systems-manager/latest/userguide/run-command.html" TargetMode="External" Id="Ra5eb4a511327458d" /><Relationship Type="http://schemas.openxmlformats.org/officeDocument/2006/relationships/hyperlink" Target="https://docs.aws.amazon.com/AWSEC2/latest/UserGuide/ec2-instance-lifecycle.html" TargetMode="External" Id="R8bcafc6edf734fa6" /><Relationship Type="http://schemas.openxmlformats.org/officeDocument/2006/relationships/image" Target="/ppt/media/image42.jpeg" Id="R3d843ee97b9748a3" /><Relationship Type="http://schemas.openxmlformats.org/officeDocument/2006/relationships/notesSlide" Target="/ppt/notesSlides/notesSlide68.xml" Id="R42969e62de4642e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cd3d21c724647" /><Relationship Type="http://schemas.openxmlformats.org/officeDocument/2006/relationships/hyperlink" Target="https://docs.aws.amazon.com/systems-manager/latest/userguide/run-command.html" TargetMode="External" Id="R37b1e90b372049f3" /><Relationship Type="http://schemas.openxmlformats.org/officeDocument/2006/relationships/hyperlink" Target="https://docs.aws.amazon.com/AWSEC2/latest/UserGuide/ec2-instance-lifecycle.html" TargetMode="External" Id="R18c3dd01a76d4897" /><Relationship Type="http://schemas.openxmlformats.org/officeDocument/2006/relationships/image" Target="/ppt/media/image43.jpeg" Id="R17f0f9d31f8c4d22" /><Relationship Type="http://schemas.openxmlformats.org/officeDocument/2006/relationships/notesSlide" Target="/ppt/notesSlides/notesSlide69.xml" Id="R1527f4df52794fa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477dc54a14f83" /><Relationship Type="http://schemas.openxmlformats.org/officeDocument/2006/relationships/hyperlink" Target="https://docs.aws.amazon.com/AWSEC2/latest/UserGuide/Stop_Start.html" TargetMode="External" Id="R2ee191805bc444bf" /><Relationship Type="http://schemas.openxmlformats.org/officeDocument/2006/relationships/hyperlink" Target="https://docs.aws.amazon.com/AWSEC2/latest/UserGuide/ec2-instance-lifecycle.html" TargetMode="External" Id="R974fb8894e6a4332" /><Relationship Type="http://schemas.openxmlformats.org/officeDocument/2006/relationships/image" Target="/ppt/media/image44.jpeg" Id="Reb2c5905d26d4f7a" /><Relationship Type="http://schemas.openxmlformats.org/officeDocument/2006/relationships/notesSlide" Target="/ppt/notesSlides/notesSlide70.xml" Id="R276de1331d464d5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51fef477d4f31" /><Relationship Type="http://schemas.openxmlformats.org/officeDocument/2006/relationships/hyperlink" Target="https://docs.aws.amazon.com/AWSEC2/latest/UserGuide/Stop_Start.html" TargetMode="External" Id="R26dc61139d91445a" /><Relationship Type="http://schemas.openxmlformats.org/officeDocument/2006/relationships/hyperlink" Target="https://docs.aws.amazon.com/AWSEC2/latest/UserGuide/ec2-instance-lifecycle.html" TargetMode="External" Id="R4b50ee3625014f08" /><Relationship Type="http://schemas.openxmlformats.org/officeDocument/2006/relationships/image" Target="/ppt/media/image45.jpeg" Id="R8a7c155409014663" /><Relationship Type="http://schemas.openxmlformats.org/officeDocument/2006/relationships/notesSlide" Target="/ppt/notesSlides/notesSlide71.xml" Id="R5976c4da9cdf4fc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023051664a1a" /><Relationship Type="http://schemas.openxmlformats.org/officeDocument/2006/relationships/hyperlink" Target="https://docs.aws.amazon.com/AWSEC2/latest/UserGuide/Stop_Start.html" TargetMode="External" Id="R00e3d7b27fff4df8" /><Relationship Type="http://schemas.openxmlformats.org/officeDocument/2006/relationships/hyperlink" Target="https://docs.aws.amazon.com/AWSEC2/latest/UserGuide/ec2-instance-lifecycle.html" TargetMode="External" Id="Rc1a4b62b43684273" /><Relationship Type="http://schemas.openxmlformats.org/officeDocument/2006/relationships/image" Target="/ppt/media/image46.jpeg" Id="Re80d7e0ddc4c4669" /><Relationship Type="http://schemas.openxmlformats.org/officeDocument/2006/relationships/notesSlide" Target="/ppt/notesSlides/notesSlide72.xml" Id="Ref347f0e9e38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E30EA4-330E-44B5-AF1C-C2751679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9EC02CC-29F1-4DCC-997E-0C1AA317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407A0D-A7A3-4917-8BAC-937CC81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006DA-DD71-4A14-BB0F-D1385FD2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배포와 데모 화면 · 중간 점검 (M2)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6D9DA5-E4EE-49AA-BAFB-CF549CEE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ECR 이미지를 EC2에 올려 API와 화면을 동시에 띄우고, 외부에서 접속되는 데모 주소를 만들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E8307C-574E-4841-B191-62B863A2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126623-6FBD-4771-B030-A48CA06C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C87F06-9C73-4F24-B8F3-95A69895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2001070308_19v1.2   2001070106_18v1.1   2001070108_18v1.2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0298842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208FF3-B8B8-4FBA-9EBE-A28664C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238448-13D4-4E93-A9A0-93C9BF8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이번 회차는 시간표가 예외입니다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CBA91C-E73C-496C-AF71-DF07831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688799-F8EA-49B5-A1C2-1D32705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복습 퀴즈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609920-53D8-486A-8E2B-DCFCC144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AA8DFD-533E-401B-A1CD-0CE7D59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FBBE24-A6EC-42B4-908D-1DB8B59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보안그룹·비밀 정보·데모 화면의 가치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2E36F6-E21E-4E69-9E67-1A1DDC8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91620AA-4F82-489A-AB47-EAF9BC0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D33C20-57D3-407B-8D4D-509D2F74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(1)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E820805-538F-40B1-86F5-EF19F0C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F61AAD-3F33-4869-AC61-B602FF0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274927-95DA-403D-8921-68611EBB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ECR pull + compose로 API와 화면 동시 실행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B18738-43A9-4E35-8FD4-B2ACB6F4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D7D0D89-586C-46A1-A2CB-557F864B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A4391E-3177-49AF-8D7B-06840A1E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 (2)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7C8905-CD26-42D9-9434-28FAE609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656377E-F6BB-41EC-A217-EDEE508E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203109C-5BBD-4EE0-AF93-13136D92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팀 중간 통합 + 시연 준비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63B308-9D12-4A90-B304-6D8C9A9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75분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AB77608-86A1-4E2E-B16D-91889BB9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70B897E-4963-4982-8C77-18165AE4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M2 중간 시연 (팀별 5분) + 강평 + 리소스 정리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ECAAC2B-8859-46E1-98D2-C928200C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40분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0E5FBA-4CF8-4412-B397-952B10A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B2EADCC-7C82-484E-9A5C-D887F86F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5678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114314-6CF6-48C8-A39E-3AB89D9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48D36B-7EE1-423F-B587-063C9D7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97691A-4526-4369-8B4E-8B6E811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밖에서 접속되게 하기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2FF103-7945-4B3C-BDB4-20E45A7E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35분 · 문이 몇 개인지부터 세어봅니다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68882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CF598D-81D1-4E6B-A8B5-1B67115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친구 노트북에서는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접속이 안 될까요?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E76356-463D-4F7E-9502-853DB89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내 서버에서 curl은 분명히 됐는데 말입니다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64225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CCC3F8-E7B3-408F-AA6B-92C6B598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밖에서 들어오려면 문 세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E766FF-128A-4446-BFDC-3719F1A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하나라도 닫혀 있으면 못 들어옵니다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AECC00-EB66-4742-9A3B-5E3B220C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3060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7910F8-9AF7-47AB-8260-83D6446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08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304190-C7ED-45C2-884A-D96F5E0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608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F5AB7F2-BEA8-4E65-A578-45FC55D1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842516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프로그램의 문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99CFAC-EE7A-49AF-8C64-1D727C14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354580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uvicorn과 Streamlit이 0.0.0.0으로 떠야 합니다. 127.0.0.1은 나 자신이라는 뜻이라 자기 외에는 아무도 못 붙습니다.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53996B-D998-4D09-B504-2643D36A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623060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0C1421-4058-4E73-80EF-03D938F4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18608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6675E9-EE38-413A-A06F-F96A0ECB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18608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43C52D-C000-4ADF-9D16-4C867298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1842516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컨테이너의 문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04A8265-9558-47D4-8C1E-6903610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354580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포트 매핑 8501:8501입니다. 컨테이너는 아파트 안의 방인데, 방문이 안 열려 있으면 현관까지 온 사람도 못 들어옵니다.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6DB29A1-7C59-49D2-ABDB-3BB53302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DC558E-C89D-429D-B821-80BD1E8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D3F625-BF04-4882-BDDB-C7AFCF14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3E716C8-9F32-4AB0-81FF-F5635A6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보안그룹의 문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BD09AAD-52EC-4BE7-92DE-ADF59866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 앞에 붙은 방화벽입니다. 기본값은 전부 차단이라, 인바운드 규칙을 우리가 넣어야 비로소 열립니다.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2949AE-6640-4B83-A9B3-4D77AC46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9ECB107-628A-4B6B-9630-D71B7407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578029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C657B2-92EC-4BD9-9FD9-3A6010DB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보안그룹과 IP에서 실제로 터지는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96A714-FED3-43FB-A380-3369494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인바운드만 건드립니다. 아웃바운드는 거의 손대지 않습니다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3EB9DE-EEB6-4590-A02E-6D0508FB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24AE09-E2BF-46B7-94EB-2DBB252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2B8C29B-2FD9-4D27-9EDE-B41EC4D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규칙은 포트마다 따로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9A59D4-0A4D-4DF5-94FD-D98243F2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22번을 열었다고 8501이 열리지 않습니다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D334F6-4B29-41E9-8FB2-51DA386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0B5EE5-B8AD-4D56-B26C-4A8C09F9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BE6D913-4D92-448D-9A00-E710502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소스는 좁게 잡는다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6352E4-9FED-4335-AEB4-D720739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중에는 내 IP, 시연 때만 0.0.0.0/0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C859E11-F716-4E19-9786-3805848A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9F011C-FD3F-4AAD-96D8-BDEB8DB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AC695E0-0A82-4751-8AA8-28D9254D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0.0.0.0/0은 전 세계 허용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60C6276-6817-41E8-8BA9-6082B6C7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자동 스캐너가 몇 시간 안에 찾아냅니다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8D49366-700D-45F0-975B-582C1B9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9BD40E3-D0A1-4A7C-B680-F3D0B4C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769D76F-0391-420D-A6F2-05E3420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퍼블릭 IP는 바뀐다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DAF1CD2-93E2-4922-ADB5-E408A3D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중지했다 시작하면 주소가 달라집니다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87E732-1DF1-49F9-9837-295CCF34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F4AF4A-7AFF-4D9C-A959-A9252E8F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6D8D235-E022-4791-85A3-8C5F009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탄력적 IP는 방치하면 과금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2F99C9-0F78-46BD-BF43-4232373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쓴다면 학기 말에 반드시 해제합니다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5634A75-5C7F-4B49-BD68-0FADEB7F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BE17FF5-3CAA-415D-AAFF-6D18BE1E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안 될 때 1순위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8DC2FBC-E3D0-454A-B3F4-C1A4A5D8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보안그룹 인바운드 8501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소스의 내 IP 다시 누르기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학교 와이파이는 IP가 자주 바뀜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4145827-9B09-470D-A657-4A67692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83D58EC-8448-4C94-8BD3-3DE65F8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821957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421484-605E-4BA9-9C97-2361BF4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비밀 정보는 코드에 넣지 않는다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EB0251-4AE7-4A2C-90BC-01B540F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매년 뉴스에 나오는 사고입니다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7F1792-A638-408B-98C5-AB3D403B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C31511F-9E19-4CCB-89E3-124ED687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A71122-43CE-46BF-9D47-062A8C90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1B9CB9-9EB2-472B-8D92-AFF69309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공개 저장소에 올린 액세스 키는 몇 분 안에 봇이 찾아냅니다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DB98A5-29F9-4907-AA33-A83811B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액세스 키·비밀번호·토큰은 코드, 저장소, 스크린샷 어디에도 넣지 않습니다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gitignore 파일에 .env 한 줄을 넣습니다. 이 한 줄이 여러분을 지켜줍니다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이미 올렸다면 커밋을 지워도 소용없습니다. 키를 비활성화하고 재발급합니다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제출 전에 스크린샷에 키가 찍히지 않았는지 눈으로 확인합니다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M2 시연에서 키 노출이 확인되면 2점 감점하고 즉시 재발급을 지시합니다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8F5107-79C8-47AB-9CBE-8A78349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F67B744-DCDE-4BFB-A9D4-684BD75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08214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D72F9-98A1-4CEE-8A2A-7663C11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그럼 값은 어디에 두나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900AB0-A145-4114-A60B-EF317BC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가지를 배웁니다. 실무에서는 둘을 같이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774327-6CAF-4B75-8C57-02637F1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82FD679-776A-4E72-857D-81816D7C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ECD919-156A-4F60-BB8D-4F7C9E6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환경변수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ABB7EF-F8A9-4CE2-9881-E629F3F9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코드에는 값 대신 이름만 쓴다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값은 compose의 environment로 주입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저장소에 값이 남지 않게 하는 장치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비밀이 아닌 설정값도 이렇게 뺀다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서버에 들어가면 보인다 — 금고는 아니다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6E42EB7-3C5F-476E-B1C8-863EC541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3090672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EBA8BDE-CE2E-48C3-AD00-5F932168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281428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07406D-889B-4C30-B406-5E29CDFB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281428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IAM 역할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E7124AA-0B45-4DDF-895F-CB00279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012948"/>
            <a:ext cx="485226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 인스턴스 자체에 신분을 붙인다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코드가 키를 아예 가지지 않는다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boto3가 임시 자격증명을 받아온다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키가 없으면 유출될 것도 없다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AWS 안에서는 이쪽이 정답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E0DE01-78E9-43EE-86A8-1FA498E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1F5514-F151-4271-BD1D-8C1F6FE5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60433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E10EA8-59D1-45F9-9063-489665AF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붙이는 화면은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C6ECE1-8361-48B0-950C-8E494CB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통합 테스트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4CC168-D3AB-4889-8727-02F57525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예쁜 장식이 아니라 전 구간이 살아 있다는 증거입니다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33FD72-324C-4C6C-97C6-CCC4AD8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버튼을 눌러 숫자가 나왔다면 전처리·모델·API·컨테이너·네트워크가 전부 살아 있다는 뜻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3주간 쌓은 실험 20건보다 심사자가 5분 동안 보는 것은 결국 화면 하나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Streamlit은 파이썬만으로 화면을 만드는 도구. HTML도 CSS도 자바스크립트도 필요 없다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830283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F0D8E4-130E-4EA0-866C-5EE27C34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왜 상자를 둘로 나누나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AF9A0E-40DF-4948-98EA-01E0270D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역할이 다르면 상자를 나눈다 — 오늘 배우는 설계 원칙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69DBDE-21D7-4A7E-92F4-E9D0556D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82769A-4C10-4B64-85EB-8DB810B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73BDF5-EFC4-4F52-86CC-8C7246B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컨테이너는 두 개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565F905-E400-4392-884F-450F6B71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api는 예측, ui는 화면. UI가 API를 부릅니다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A7A2899-51D4-4E6C-B4D6-89A4B17F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77D960-A39E-4B0E-8ACC-2C556033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E8469CF-6B17-41B4-8638-0B3194C9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장애가 번지지 않는다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87CB3B-96D0-442D-8919-E68F7BF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화면이 죽어도 API는 계속 살아 있습니다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1687277-1E39-4DA9-A6C8-0EEF49C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BBA9533-0DA7-43DA-8348-C9235B1C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CECD6A-EF94-45AF-B879-930D246E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수정 주기가 다르다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68C918-195D-449E-8E1A-198C501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화면은 자주 고치고 모델은 가끔 바꿉니다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B8A095C-2558-4F30-BB01-94C1A680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4BE79EE-7776-4F6D-9057-5FD7C9F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E9A4B92-E64A-4E15-8C6F-E624587D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다른 곳에서 재사용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3ECA67F-C674-459A-9E15-CA43A663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모바일 앱이 붙어도 API는 그대로 씁니다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6DE1BE-3863-4701-B2DF-6C832DFE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4DBE9F-069E-4661-99B9-115B95B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시연 원칙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0FA6D26-C9F6-4E00-B125-0B5C10C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현장에서 처음 누르지 않는다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리허설 한 번은 필수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휴대폰으로 30초 녹화 백업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47482B-8F77-4AAD-889D-27B721C1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A213B2C-93A9-417D-B30D-4730DB3F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87517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020069-EF87-4970-9E7F-ECE2062E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6C7AA4-D3D6-45C3-AA3C-26FA46D8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86A18B-C3A6-4F1B-B5BC-4B19D39C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ECR pull 하고 화면 붙이기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3D87B-D111-417B-A64D-A8FAC2D3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80619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B536E7-AC08-426A-B60D-647201CA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96380D-E8D3-4CB8-B6DF-498E325A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 단계씩. 안 되면 바로 손 드세요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76C5EE-CC54-4625-B7C8-AC163ACF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7389A1-899A-4302-9420-BAD40BBD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F8F912-968E-460D-875D-C8AB714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A33EA0-5B19-4AB1-AF01-AAEB722F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작업 폴더와 변수 설정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ACE1E8-FA79-46C3-9647-1E8A279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~/bike-demo를 만들고 계정 ID·리전·저장소 이름을 변수로 잡습니다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7F189C-E212-4107-8649-9233B5F3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FFEE90B-2CDE-4741-8FF9-58B77C9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6E2E8-1DCF-4AD2-A6C9-95BFB65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099727-A625-4448-B8B7-89FABCF6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 로그인 후 API 이미지 pull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D23F3D7-DFBD-4676-8F49-0F4C211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지난주 올린 이미지를 EC2로 내려받습니다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26EAFA-8A0B-4775-A311-30287E28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AA96387-813B-47E0-9FEB-24AD4924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9DCD742-3829-4264-AF16-E23275B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E47047-D551-4841-83C9-DA6DD8A6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Streamlit 화면과 Dockerfile 작성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6A8CAC-EE21-49B2-B4D0-47130DD4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server.address 값을 빠뜨리면 밖에서 절대 안 붙습니다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C0279A7-BBB4-47BD-9CF3-7464CD4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16F379D-B059-4A40-A26C-1466B3BB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2D8CF2B-99D0-40A6-B609-660C29B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33E3AC6-8814-4D3F-9B46-9BCBCD99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UI 이미지 빌드해서 ECR에 push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EF59C88-E707-42BA-B313-34A4E76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build 다음 tag, 그다음 push 순서입니다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3049429-2ABC-4FD9-BBA6-E73E00F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E7A586E-BACB-498B-BED2-28E2ECF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8C1F177-643A-4CF5-9246-7B7FD1C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4F112D9-9BD9-4D00-BC50-ACE15F82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compose로 둘 다 띄우고 8501 개방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4C2E731-4BE2-409A-9B8D-9D8AFAAA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브라우저에서 퍼블릭IP 콜론 8501로 접속 확인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E551655-EF1A-40D2-A580-BCFB18F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6A982C9-BA54-47BF-83FB-2405485D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892405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F4FC6F-8984-4CF1-932E-D630F2D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명령 (1/2) — 변수와 ECR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692B45-F3CE-435B-922B-3F6CF72A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학번 자리는 본인 학번으로 바꾸고 꺾쇠는 지웁니다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E69CB2-C63C-407F-8CE7-7B9311C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F30206-9605-4CA4-B461-90EDEB5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040132-1851-4D5F-A022-5572C74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작업 폴더와 변수 (세션마다 한 번씩 다시 해야 한다)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mkdir -p ~/bike-demo/ui &amp;&amp; cd ~/bike-demo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ACCOUNT_ID=$(aws sts get-caller-identity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--query Account --output text)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REGION=ap-northeast-2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API_REPO=mlops-2026-&lt;학번&gt;/bike-api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UI_REPO=mlops-2026-&lt;학번&gt;/bike-ui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ECR 로그인 (토큰은 12시간 뒤 만료된다)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get-login-password --region $REGION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| docker login --username AWS --password-stdin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$ACCOUNT_ID.dkr.ecr.$REGION.amazonaws.com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지난주 올린 API 이미지를 EC2로 내려받기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pull $ACCOUNT_ID.dkr.ecr.$REGION.amazonaws.com/$API_REPO:v1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images | grep bike-api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D9C719A-AAF6-4908-B605-1A03AE5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pull 성공 표시가 나오고 docker images 목록에 보이면 다음으로 넘어갑니다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A1471C-05E9-4EF7-B3DE-DC8E336F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DA735EA-EBFA-4D84-B507-A9523B1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800596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2B6701-3DDE-491A-8C8A-D3C0F517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docker-compose.yml — 두 상자를 한 파일로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C1F374-4584-40F4-95C8-F2019671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파일이 12주차 자동 배포의 배포 대상이 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9E0F930-D8F5-4286-B017-586DCB1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4DB90E-412E-425F-9915-204CFA8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yaml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BA219C-F637-48C9-B5C5-0058C23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services: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api: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image: ${ACCOUNT_ID}.dkr.ecr.${REGION}.amazonaws.com/${API_REPO}:v1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container_name: bike-api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ports: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"8000:8000"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restart: unless-stopped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ui: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image: ${ACCOUNT_ID}.dkr.ecr.${REGION}.amazonaws.com/${UI_REPO}:v1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container_name: bike-ui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ports: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- "8501:8501"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environment: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# api 는 위 서비스 이름. compose 안에서 곧 호스트명이 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API_URL: "http://api:8000"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depends_on: [api]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72E4E97-5B2C-4FFB-A2BF-691BC96A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달러 기호 값들은 같은 폴더의 .env 파일에서 읽습니다. .env는 절대 git에 올리지 않습니다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584B77-AB7C-45DD-A86D-A5658E2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4A10BE-E6A4-402C-BF15-3FC7271D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551289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3022FE-D05D-4769-AE5F-57F655A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보안그룹에서 8501 열기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DCD167-5157-428D-B3E7-18ED3B8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 작업입니다. 명령어가 아닙니다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A4099B-BC26-403E-9A49-751BE2F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0477D4-E895-4383-8ECD-8357943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D3D064-E51C-4751-99B6-F175C23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 인스턴스 · 보안 탭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3376DD-341F-4C57-8C2B-8C0D5C7F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보안 그룹을 눌러 인바운드 규칙 편집으로 갑니다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8C7723F-7648-43E5-A6A2-B6B7BE4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97F83B-28D3-467E-A278-014CD59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FB9CCBE-6B53-4B91-BFB5-1B60FBF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사용자 지정 TCP · 8501 · 내 IP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92ED3A-ADF0-4C35-AB6C-923489E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설명란에 mlops-ui-8501 이라고 적어둡니다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892F97-6C6C-4F15-A9DF-D159F2B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A13F118-FAC1-437A-A023-1DBD952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BE7C16C-56DD-458D-9128-05821AE1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8000번도 같은 방식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87C8F2-AC69-4B9A-A70B-0B9A7AA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7주차에 이미 추가했다면 그대로 둡니다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B2FD38-9E7C-4C3D-A403-E3E7A56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81E2D3-0A2D-4939-AF63-9EAC8E7A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5DFA83-5281-4432-B576-F611B7A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직전에만 소스를 넓힌다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69D9E97-D3FB-41B5-8888-BC8A92D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끝나면 반드시 내 IP로 되돌립니다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F6C7CC-546A-4A73-B5A1-1F7D84B3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2B63831-04B6-453F-BB01-FDA82DB8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접속 주소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F61F59-E0C5-4BFD-B0D8-C186650A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퍼블릭IP 콜론 8501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IP는 재시작하면 바뀐다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발표 자료에 IP를 박지 말 것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0E0C4F-29DD-49BB-912F-9193C99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113ED93-269C-4456-A554-3DB23FFE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21688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564F8D9-13FD-440B-9B85-7560F81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명령 (2/2) — 실행과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867F64-7E14-4326-A45D-653D382A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여기까지 오면 오늘 결과물 두 개가 나옵니다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95A65DE-0336-468C-9B08-21389532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401906F-1814-4989-AFBB-B087A97B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E824CA9-59C4-4C35-926E-E0C2469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두 컨테이너를 한 번에 띄운다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~/bike-demo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compose up -d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compose ps      # api 와 ui 가 모두 Up 이어야 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5. 내 서버의 퍼블릭 IP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-s http://169.254.169.254/latest/meta-data/public-ipv4; echo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6. 브라우저 주소창에 퍼블릭IP 와 포트 8501 을 입력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7. 안 될 때 먼저 보는 것 두 줄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compose logs --tail 50 ui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exec -it bike-ui env | grep API_URL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8. 수업이 끝나면 반드시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compose down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A2A975-EDBB-4847-9C38-334BA6F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제출용 스크린샷은 주소창과 예측 결과 숫자가 한 화면에 보이게 찍습니다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7824A6-A501-42BF-BC97-64DAAD34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4E256F-087E-4446-9642-8156F396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59385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25DC79-B339-4991-A7CA-81A4E77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DCFD4C-6456-4DE6-AEE0-C1DB35D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브라우저가 계속 돌기만 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보안그룹 인바운드 8501 미개방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추가. 이미 있으면 소스의 내 IP를 다시 눌러 갱신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연결이 거부됨 오류가 뜬다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Streamlit이 0.0.0.0에 안 붙음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Dockerfile CMD의 server.address 확인 후 ui 재빌드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화면은 뜨는데 API 호출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API_URL을 localhost로 둠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compose의 API_URL을 서비스 이름 api 주소로 고친다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pull access denied 가 뜬다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 로그인 토큰 만료 (12시간)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get-login-password 명령을 다시 실행한다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daemon 권한 거부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사용자가 docker 그룹에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usermod 로 그룹 추가 후 로그아웃했다 재접속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어제 되던 주소가 오늘 안 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중지 후 시작으로 퍼블릭 IP 변경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IP를 확인해 다시 접속. 자료에 IP를 박지 말 것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D9C0FAE-9D36-4BAA-AAE2-016D36BC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091F82-678E-4320-A3F1-E6AAF20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799206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77DA0B-B3DF-4732-AC5F-827A3A2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0EA5E5-6BFF-4381-BE8A-E796272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2A7D92-2407-48C0-BCDA-A7E3E6E7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팀 중간 통합과 시연 준비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62F635-BAFD-47AC-A575-353CD62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75분 · 팀 단위로 앉습니다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35208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5D02F8-8179-4BB4-89F0-22D4E6A1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항목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15EFF1-76F6-4B7F-9ED0-960C36A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새로 만드는 것은 없습니다. 데이터만 갈아 끼웁니다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BD89626-3959-4370-B1A6-7590C36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DFA9D30-7667-4EC9-A876-092A470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AF98C2E-C6F5-41A4-9695-156B8F87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2BD6712-C053-4E2C-8904-C307081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역할 분담 (5분)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ACEEAB-2AAD-46DA-89D3-6FC821A6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서빙·모델·문서·데이터 담당을 정하고 각자 산출물을 확인합니다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D672884-2B16-49DC-861C-48D79E8D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54A4D5-6ED0-423B-AA81-44F3C1A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59E5C04-BD08-4DA4-929B-A13FCE2D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8420803-7F17-4145-A29F-1D45BD48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이미지로 교체 (25분)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BD65DA-BAF1-432A-867C-187EC51F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compose의 image 주소와 화면 입력 위젯을 팀 것으로 바꿉니다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69F6FAE-255D-480D-8014-6AF2C757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80C02F1-2F42-4CD6-91E1-489DC26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894E64-4CF1-4E98-A441-7EFE8CF6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C9BCDA-39BD-4078-A4A3-1E4B33FA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통합 테스트 (20분)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6213BC-945C-4797-8809-F4771E1D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준비한 요청 3건을 순서대로 넣고 상태코드를 기록합니다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C6B943C-654E-4F39-BB6C-4A27FD6F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9DA6CE-A862-465A-B9E4-78C4CF4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1F9297B-F323-479E-B1B9-CD45D1B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3BFF5DB-DEB4-44D7-BDE9-4F8DB1A1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시연용 보안그룹 임시 개방 (5분)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4DE2C0-093B-42F9-BCC9-24EC0EB9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8501에 강사 노트북 IP를 추가하고 끝나면 되돌립니다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FBB66A-9D3D-4D27-85E6-7AEE9439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72F540B-402F-444E-87A3-63E82304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929340A-CF08-48CB-B361-FA81D349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380F14F-E068-4ABD-B899-4FCAAE3B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리허설과 백업 녹화 (20분)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B15A491-203A-409D-BF0F-2658AC8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타이머를 켜고 실제로 한 번 돌려본 뒤 30초 녹화합니다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04C89E6-75DE-4457-B0E4-3B0B432B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5C92E8A-2CB7-4D84-8CD0-9A7051D1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4275167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B0A461-6980-4A45-8C18-42C2D990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5분 시연 대본 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8815F2-539C-421C-8C9E-41669A5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 설명은 하지 않습니다. 아무도 안 궁금해합니다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  <a:gridCol w="29169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말할 것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0:00–1:00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문제 — 누가 어떤 상황에서 무엇을 몰라 곤란한가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슬라이드 1장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1:00–2:00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— 출처, 기간, 행수, 입력과 예측 대상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슬라이드 1장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2:00–3:00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베이스라인 성능 — 지표 이름과 숫자, 비교 기준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슬라이드 1장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3:00–4:30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 시연 — 값 입력, 예측 실행, 결과 설명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데모 화면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4:30–5:00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남은 계획 한 문장 + 질문 받기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C9B1D55-6CC0-467A-BF92-9681E893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049FFCD-F6BC-4F53-85F9-91F810C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62054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1A06DB-2CED-4C7E-93A4-D596C42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42E4E4-4C07-4AAB-8AE8-52C53054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E19D8C-503D-4C56-9F51-4C9506D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54DD61A-54CE-4B92-AEF8-E9084B38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0D3CBB-78F7-4F61-9EB3-6FF2385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데모 화면 스크린샷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9C5626-CBBF-43AB-B987-E949719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주소창의 퍼블릭IP 콜론 8501과 예측 결과가 한 화면에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1678976-E68D-407D-89B5-40F1B9F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21BD339-B7CF-49D5-87A2-7994E7B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98F488-FDA8-4B51-8B9A-A8F371C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compose ps 결과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B4033A-C114-46D2-8647-186B47B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api와 ui 두 컨테이너가 Up 인 화면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511FD35-34FC-4095-98B7-FB34555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30010AB-B0A4-49E1-88E4-FF820F3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62CC7C0-9435-4B40-9261-DC598B14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통합 테스트 기록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6897943-4F0F-4B62-BF6E-53CDBC3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요청 3건의 상태코드와 응답 요약. 텍스트도 가능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397531-DBDF-4196-9704-F1D77782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1F860A4-97F3-469F-B329-4FC69070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A54524-8C7C-4D3C-8F2C-E5C5A59F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M2 중간 시연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A9234BF-B014-465D-A50C-9289DFE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단위 현장 발표 5분. 15점은 별도 배점입니다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C05BD63-DF37-44B3-9ADF-C9600A3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635B90-A505-4478-998C-DEE02627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923563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F77940-F419-4428-B2C4-639EBB7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C79FA7-F23B-4217-9920-7D197D5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AB89B7-15C0-4642-A891-3EB1E64C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M2 중간 시연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5677BD-D55C-4F14-9D3A-9BCE7C0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40분 · 팀별 5분 엄수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1265589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4F26D2-8239-405E-802C-40696AC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시연 진행 방식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4C07C3-109E-4CBA-8426-1222024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타이머를 켭니다. 4분 30초에 1차 벨, 5분에 종료 벨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05EB4A-FEB4-4FF2-923F-663B74B6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25829E-27BC-4E4D-873D-C60F833F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16AC1F-6D35-4DCE-9673-09F164AF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1FCE5C-85DE-4C0D-A3E9-68EFF0F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팀별 5분, 순서는 추첨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AC577BC-926B-4877-B6FD-1C38922E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발표석 노트북을 프로젝터에 미리 연결해 둡니다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F5F3EE1-EF7A-4147-9D3D-CF6A040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10426EC-F368-4526-9E46-A824B9E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EC02C8-A486-4E8A-8ABF-CB953F3E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B7FBF7-1683-44E5-B58B-65CD1240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1분 · 문제 정의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86EA83F-0252-4314-A551-6B1C3B23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누가 어떤 상황에서 무엇을 몰라 곤란한지 한 문장으로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44F581-23CC-4BFC-B120-8F775B15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24BB2A2-DBE9-46D0-BE08-6AC5038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2F4BFC-967E-4591-83B3-8B6AA31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CEB423A-DA17-4BB4-8604-E585D6F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1분 · 베이스라인 성능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794439-B828-4158-8134-D5A85E32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지표 이름과 수치, 그리고 무엇과 비교한 숫자인지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F843FEC-E66D-488F-A7A5-9E659D19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35EFA03-0357-4783-AAE3-9D6CDD0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5FAA50E-B018-41C6-AF76-B3289A3E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D7BAD38-C605-47CA-B020-5BC5A180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1분 30초 · API 호출 시연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D2CED94-E84F-4B26-801E-92AC5E8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관중 앞에서 값을 넣고 예측이 실행되는 것을 보입니다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CCD62F8-21E2-4496-AA02-BA13C48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B53468C-AB1F-47EB-BA8C-F79B676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617208-B90A-4BBA-AD2C-581A2824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63DEAB7-8429-41DF-9CB5-2E5288A8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실패하면 30초 안에 백업 영상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A788E2E-9F26-48B0-BA00-F3E83E8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백업이 있으면 감점 없음. 없으면 시연 항목 0점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01352FB-F7FA-4760-A4FC-8C0F5A8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1E8AE78-AC6A-4CA1-ADC2-784391D2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1971248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F59AD5-B38A-4F36-BE38-7AF9698F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M2 중간 시연 평가표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A9AB13-E560-4688-873B-E4C3409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총 15점 · 평가자는 강사와 타 팀 전원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5943600"/>
                <a:gridCol w="2002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기준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정의의 명확성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누가 무엇을 몰라 곤란한지 한 문장. 입출력이 명확한가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근거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출처·기간·규모를 밝혔는가. 개인정보 확인했는가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베이스라인 성능 제시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이름과 수치, 비교 기준이 있는가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동작하는 API 호출 시연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라이브로 요청과 응답이 관중 앞에서 확인되었는가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상태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접속 가능한 주소인가. 로컬 실행만이면 1점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발표 운영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5분을 지켰는가. 코드 나열이 아닌 결과 중심인가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4C5416F-64BC-4FBB-AFB4-D6A22215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E114B46-26C1-41FD-85B7-9BF2768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368146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BABF35-B38E-40A7-A998-781CD571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F5D261-90E0-4A5E-9D88-E218171B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6D0FC7-F100-442C-BF0C-2CB2E3B7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F65254-5A45-4C9E-8A6E-994835A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73ABD1-A81E-45A1-9CB2-C25F4B7F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 세 개, 비밀 정보는 코드 밖으로, 화면은 통합 테스트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656196-9E8A-4CE3-9C67-0B67F22F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BAE3EC-36FB-4EF7-804E-A7B8921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038C6F-517A-46EA-9C8E-20D5996F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0506B8-99B9-41C6-93A6-F666CC8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compose down, 임시 개방 규칙 삭제, EC2 중지까지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BB858B-A56B-425D-AAB6-1F840079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62EADE9-6597-4C23-B14A-87C56BF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BE337C1-93CE-4CEF-8E46-8AFA15B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9F3B3F-FE5E-4C4F-82EE-7F16BF4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AWS가 대신 다 해주는 SageMaker를 써 봅니다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177CB5E-22D2-4FA3-B93E-69249BB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2F65C8-EC7D-4184-9F7E-30776FFE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5C176C-413E-4D16-AFEB-B519A74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경고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D784236-9631-4975-9E69-EF6FBF5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실제로 돈이 나가는 회차입니다. 지각하면 삭제 절차를 놓칩니다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915B5D6-6400-4380-A583-455BC1BB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519172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CC211C6-E0E5-45B2-9282-9916FE7B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38628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446291E-653A-4438-9538-E1314663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214116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compose와 ui 폴더 팀 저장소 커밋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.env 대신 견본 파일만 올리기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시연 지적사항 이슈 3개 등록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C3B535-8EC3-4334-BD13-9C34FBE3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8주차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C291F12-2DF3-48AB-883C-9417F2CA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842104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34A3E3C5-9DE0-40D6-98F3-4894D9B9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AF4A72-26F3-4C8D-8402-9361AF2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941F3D-CC15-4BA4-9BDE-EFE17ED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F3C52A5A-8C69-4BB8-9330-33B6E812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ECR 이미지를 EC2에 배포하고 Streamlit과 API를 연결해 중간 시연한다.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5C236E33-4815-478A-8828-E45E6E3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Browser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51FB6B5A-D3FE-4FEE-B16C-BC131815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Streamlit :8501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9339ADA0-02A9-421D-8611-A574435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FastAPI :8000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24778783-DAD2-4068-867F-238AB072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model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0F7E02C2-89A7-486D-B26F-7D1256BC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CloudWatch logs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F398882C-BA46-4454-B5A0-85D15F4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60E21B4F-5B45-4136-B13C-8178113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6921878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99a0dc6b341f9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Security / Networking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8fb0c2cc8a24c2d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2fcb5efa7a8466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EC2 인스턴스 목록에서 실습 대상 찾기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EC2 인스턴스 목록에서 실습 대상 찾기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88efb6ece884bc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3fd77dbea01449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9bbf8c3cb4175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인스턴스 세부 정보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인스턴스 세부 정보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3f71857708b4be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578e6c9c46647d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8a3011cf94040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보안 탭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보안 탭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6058c822ce9485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e74eace8fb047b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263966f374d4e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네트워킹 탭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네트워킹 탭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1960fc27e3449b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281db8610b34d6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f04d2d85c4f1c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스토리지 탭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스토리지 탭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22aeec2bec84cf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49bf4440fb9467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d6406faef4520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모니터링 탭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모니터링 탭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41080923ce7451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ea46a62117842f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cc416a3f5496e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리소스 태그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태그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c93eb5912404ac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a776b4bcced485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0f4035004406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상태 검사와 경보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 검사와 경보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9442583e3494ab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a7b37d2d9dd415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1115d9df54bbf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보안 그룹 규칙 목록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보안 그룹 규칙 목록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163972bd1641b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580f80372c844d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264a255ba41de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인바운드 규칙 편집 화면 열기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인바운드 규칙 편집 화면 열기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c164b5105014e3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983b08a587c46c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3d705934142ca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첫 인바운드 규칙 추가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첫 인바운드 규칙 추가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728dbbf427646f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525d3df02542d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5411ad1e34b0b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FastAPI 포트 8000 입력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FastAPI 포트 8000 입력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4ffdb1d3c0e427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621f357224b4be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9d58e4f684ba4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API 소스를 내 IP로 제한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API 소스를 내 IP로 제한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426324fffd84ee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88ccbf1d263486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09c6b6464b94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Streamlit 포트 8501 입력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Streamlit 포트 8501 입력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14be14e3394405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d4db29fe0b741e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c80d5b7642ab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두 규칙 입력 결과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두 규칙 입력 결과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f519bed961b4c7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fa2111959414b6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80ee363fb4adc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규칙 저장 취소와 원상태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규칙 저장 취소와 원상태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d75bfd156f34e0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0141c5bfe9b45c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340094d1c41e1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중지된 EC2 시작 요청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중지된 EC2 시작 요청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9201db15dae41a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05b4e65ba26405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648229cf8468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EC2 실행 중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EC2 실행 중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9bc56484d0343d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4effa5d4bc14f7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6c265236e498b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SSM Run Command 양식 열기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SSM Run Command 양식 열기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799cbf8885045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b31071bee6041a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1072f372a4d02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AWS-RunShellScript 선택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AWS-RunShellScript 선택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f0ea986262449e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ae6bc782c26476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9a967ed294e42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21: Compose 배포 명령 입력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Compose 배포 명령 입력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f1e2d586f704a9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9d31ed708844d6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8f0a76f4e4a9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22: 수동 대상 선택 방식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수동 대상 선택 방식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9f43ef66e764b7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7063449c1bf488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081ce56344c0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23: 관리형 노드 Online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관리형 노드 Online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d6ed1b4350b44b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1859198dc554ca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cdbd757234ed6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24: Compose 배포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Compose 배포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8c39745a8b045c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7b91622d227403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20bad3246493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25: 배포 진행 중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배포 진행 중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e968925dbd2435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1e5b5d6b700441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9d2bf22944e5f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26: 첫 배포 실패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첫 배포 실패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620584e697a4e2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10d584aef7941d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9e7b2258a4516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27: Compose 플러그인 누락 오류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오류 문구 `docker: 'compose' is not a docker command`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e771495d0d94fe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8328fd2623d416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fd942560a4bb8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28: 실패 명령 복사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실패 명령 복사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8c02ae6d418486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dd243b38a32415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cf34e6c4b4eb0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29: Compose 플러그인 설치 수정안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Compose 플러그인 설치 수정안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3eafdc35a0a483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091bc280b80402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5127aa05542cc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30: 수정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수정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5c4f8c2bc544e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ad83107c56640d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555acb1f54a5f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31: Streamlit 이미지 재빌드 진행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Streamlit 이미지 재빌드 진행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60b6b7bbfd74bb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43f7ed53bd427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9bb98417149fb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32: 복사 명령의 겉보기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복사 명령의 겉보기 성공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5a9169164f1478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6d70082561450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37492fb6b4e48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33: 남은 명령줄 결합 오류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겉보기 성공이어도 Error의 `/tmp/week8-fix.shecho`를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939fc5848f444a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226355c86c042d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d79d403d4897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34: 새 양식에서 수정 명령 재작성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새 양식에서 수정 명령 재작성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be5a71fd979405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14bae103a9045e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319cd370e4e5b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35: 깨끗한 수정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깨끗한 수정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048340ea38d4f3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aa563d2eebc401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f136731c74011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36: 컨테이너 시작 후 즉시 점검 실패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컨테이너 시작 후 즉시 점검 실패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d61bc6e2d6740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e0d32e4ba3d479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c3d4aa654717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37: 준비 대기 후 헬스 체크 명령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준비 대기 후 헬스 체크 명령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847cb707c4f47b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f94331e8f4d4b7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b168791714271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38: 헬스 체크 명령 접수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헬스 체크 명령 접수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84ee77546f640b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2276285aaf74bb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d47c9a7cb42fc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39: Compose Up과 포트 불일치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두 컨테이너는 Up이지만 API의 실제 포트가 8080임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1c9345320f9450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237fe8c4ee4bd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b1e6e8a2444fb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40: API 포트 매핑 8000:8080 수정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API 포트 매핑 8000:8080 수정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29ef9ffc8bf455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af59b99fb74b2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c6143aeda4d7f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41: Compose 최종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Compose 최종 성공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5eb4a511327458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bcafc6edf734fa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43ee97b9748a3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42: API와 Streamlit 헬스 체크 성공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Systems Manager → Run Command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API `healthy`, Streamlit `ok`, 두 컨테이너 Up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7b1e90b372049f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8c3dd01a76d489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f9d31f8c4d22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43: 정리 전 실행 중 인스턴스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정리 전 실행 중 인스턴스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ee191805bc444b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74fb8894e6a433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c5905d26d4f7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44: 인스턴스 중지 확인 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EBS·탄력적 IP는 중지 후에도 비용이 남을 수 있음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dc61139d91445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50ee3625014f0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c15540901466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854EA83-A291-4892-B960-6AEB6EA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08주차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24CBA-45AE-4067-A89A-657778B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45: 중지 요청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60BBA2-C5B9-4E41-9E04-9F03573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573DFA4A-1867-463F-886D-8CD7DBA1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176A4002-3B1E-4B2F-BB18-847343A6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ysu-mlops-lab-ec2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2A8D2A0A-4BF7-4BFB-8E42-270CED4D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중지 요청 완료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A50C5D85-A6A6-41EB-B37E-D20879A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0e3d7b27fff4df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1a4b62b4368427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97B05938-6F32-4C9A-94C1-201444B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d7e0ddc4c4669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9716087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2026-08-24T09:52:12.5470000Z</dcterms:created>
  <dcterms:modified xsi:type="dcterms:W3CDTF">2026-08-24T09:52:12.5470000Z</dcterms:modified>
</coreProperties>
</file>