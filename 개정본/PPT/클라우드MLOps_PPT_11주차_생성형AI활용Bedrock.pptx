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6b7e5b0c46483c" /><Relationship Type="http://schemas.openxmlformats.org/officeDocument/2006/relationships/extended-properties" Target="/docProps/app.xml" Id="R86f2e2c8e0fb47f7" /><Relationship Type="http://schemas.openxmlformats.org/officeDocument/2006/relationships/officeDocument" Target="/ppt/presentation.xml" Id="R3c0b5040b088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3a084b0276472e"/>
  </p:sldMasterIdLst>
  <p:notesMasterIdLst>
    <p:notesMasterId xmlns:r="http://schemas.openxmlformats.org/officeDocument/2006/relationships" r:id="Ra44df8c393134dce"/>
  </p:notesMasterIdLst>
  <p:sldIdLst>
    <p:sldId xmlns:r="http://schemas.openxmlformats.org/officeDocument/2006/relationships" id="256" r:id="R20a0c6a1f0fe4d13"/>
    <p:sldId xmlns:r="http://schemas.openxmlformats.org/officeDocument/2006/relationships" id="257" r:id="R60be853f0f4a44c7"/>
    <p:sldId xmlns:r="http://schemas.openxmlformats.org/officeDocument/2006/relationships" id="258" r:id="R9eafacead41b4297"/>
    <p:sldId xmlns:r="http://schemas.openxmlformats.org/officeDocument/2006/relationships" id="259" r:id="Ra2b042f69952480b"/>
    <p:sldId xmlns:r="http://schemas.openxmlformats.org/officeDocument/2006/relationships" id="260" r:id="R615a70ddcecf463b"/>
    <p:sldId xmlns:r="http://schemas.openxmlformats.org/officeDocument/2006/relationships" id="261" r:id="R6298303343204be0"/>
    <p:sldId xmlns:r="http://schemas.openxmlformats.org/officeDocument/2006/relationships" id="262" r:id="Rfdbd133420834cc4"/>
    <p:sldId xmlns:r="http://schemas.openxmlformats.org/officeDocument/2006/relationships" id="263" r:id="R2204a3901e7644e2"/>
    <p:sldId xmlns:r="http://schemas.openxmlformats.org/officeDocument/2006/relationships" id="264" r:id="R2d5462f9706c45b7"/>
    <p:sldId xmlns:r="http://schemas.openxmlformats.org/officeDocument/2006/relationships" id="265" r:id="Rd87ab53a2ef64f1f"/>
    <p:sldId xmlns:r="http://schemas.openxmlformats.org/officeDocument/2006/relationships" id="266" r:id="Rc7c53046327445c1"/>
    <p:sldId xmlns:r="http://schemas.openxmlformats.org/officeDocument/2006/relationships" id="267" r:id="Reb1f14a2de12451f"/>
    <p:sldId xmlns:r="http://schemas.openxmlformats.org/officeDocument/2006/relationships" id="268" r:id="Rc17a531882874e84"/>
    <p:sldId xmlns:r="http://schemas.openxmlformats.org/officeDocument/2006/relationships" id="269" r:id="R35246a7f319440a0"/>
    <p:sldId xmlns:r="http://schemas.openxmlformats.org/officeDocument/2006/relationships" id="270" r:id="R9150839017b2449f"/>
    <p:sldId xmlns:r="http://schemas.openxmlformats.org/officeDocument/2006/relationships" id="271" r:id="R2a9c4633f3f74a30"/>
    <p:sldId xmlns:r="http://schemas.openxmlformats.org/officeDocument/2006/relationships" id="272" r:id="R2426be2200734cc3"/>
    <p:sldId xmlns:r="http://schemas.openxmlformats.org/officeDocument/2006/relationships" id="273" r:id="R19b69b11344e4d84"/>
    <p:sldId xmlns:r="http://schemas.openxmlformats.org/officeDocument/2006/relationships" id="274" r:id="R18ef69d7485948b4"/>
    <p:sldId xmlns:r="http://schemas.openxmlformats.org/officeDocument/2006/relationships" id="275" r:id="Rb202f8d4eb3446ff"/>
    <p:sldId xmlns:r="http://schemas.openxmlformats.org/officeDocument/2006/relationships" id="276" r:id="Rf66ced88f4bb41fd"/>
    <p:sldId xmlns:r="http://schemas.openxmlformats.org/officeDocument/2006/relationships" id="277" r:id="R4a827c20054a4cc2"/>
    <p:sldId xmlns:r="http://schemas.openxmlformats.org/officeDocument/2006/relationships" id="278" r:id="R1a36157353e747b8"/>
    <p:sldId xmlns:r="http://schemas.openxmlformats.org/officeDocument/2006/relationships" id="279" r:id="R8aa32ea7a6c1469a"/>
    <p:sldId xmlns:r="http://schemas.openxmlformats.org/officeDocument/2006/relationships" id="280" r:id="R3f1f50dcd4f54210"/>
    <p:sldId xmlns:r="http://schemas.openxmlformats.org/officeDocument/2006/relationships" id="281" r:id="R96a9b3af9cd6454d"/>
    <p:sldId xmlns:r="http://schemas.openxmlformats.org/officeDocument/2006/relationships" id="282" r:id="Rd52ab3d357b54778"/>
    <p:sldId xmlns:r="http://schemas.openxmlformats.org/officeDocument/2006/relationships" id="283" r:id="R6c0e0211926048d2"/>
    <p:sldId xmlns:r="http://schemas.openxmlformats.org/officeDocument/2006/relationships" id="284" r:id="R4bbe42c8d6614a88"/>
    <p:sldId xmlns:r="http://schemas.openxmlformats.org/officeDocument/2006/relationships" id="285" r:id="R6fe36b5a16ef4ae0"/>
    <p:sldId xmlns:r="http://schemas.openxmlformats.org/officeDocument/2006/relationships" id="286" r:id="R3ad5fe9d9b6343e4"/>
    <p:sldId xmlns:r="http://schemas.openxmlformats.org/officeDocument/2006/relationships" id="287" r:id="R32edceb25d00403c"/>
    <p:sldId xmlns:r="http://schemas.openxmlformats.org/officeDocument/2006/relationships" id="288" r:id="Rc301b10cb9f543ee"/>
    <p:sldId xmlns:r="http://schemas.openxmlformats.org/officeDocument/2006/relationships" id="289" r:id="R2f4141c84b494d86"/>
    <p:sldId xmlns:r="http://schemas.openxmlformats.org/officeDocument/2006/relationships" id="290" r:id="R0236ac70b0bd4e85"/>
    <p:sldId xmlns:r="http://schemas.openxmlformats.org/officeDocument/2006/relationships" id="291" r:id="Ra28dd1d0f24f410d"/>
    <p:sldId xmlns:r="http://schemas.openxmlformats.org/officeDocument/2006/relationships" id="292" r:id="Rb8b4951a079a47ec"/>
    <p:sldId xmlns:r="http://schemas.openxmlformats.org/officeDocument/2006/relationships" id="293" r:id="R277fe51083cb4dfd"/>
    <p:sldId xmlns:r="http://schemas.openxmlformats.org/officeDocument/2006/relationships" id="294" r:id="Re61d36dbdd6d43d4"/>
    <p:sldId xmlns:r="http://schemas.openxmlformats.org/officeDocument/2006/relationships" id="295" r:id="Rb6f1bd566a38443b"/>
    <p:sldId xmlns:r="http://schemas.openxmlformats.org/officeDocument/2006/relationships" id="296" r:id="R06409bd1ff0f4a3c"/>
    <p:sldId xmlns:r="http://schemas.openxmlformats.org/officeDocument/2006/relationships" id="297" r:id="R4df153f57ae04878"/>
    <p:sldId xmlns:r="http://schemas.openxmlformats.org/officeDocument/2006/relationships" id="298" r:id="Rded89b6889e64ca2"/>
    <p:sldId xmlns:r="http://schemas.openxmlformats.org/officeDocument/2006/relationships" id="299" r:id="R9b431c78985646aa"/>
    <p:sldId xmlns:r="http://schemas.openxmlformats.org/officeDocument/2006/relationships" id="300" r:id="Rc62ccccebb084414"/>
    <p:sldId xmlns:r="http://schemas.openxmlformats.org/officeDocument/2006/relationships" id="301" r:id="Ra58ecb7f189a4f32"/>
    <p:sldId xmlns:r="http://schemas.openxmlformats.org/officeDocument/2006/relationships" id="302" r:id="R6072d7b7686f4a9a"/>
    <p:sldId xmlns:r="http://schemas.openxmlformats.org/officeDocument/2006/relationships" id="303" r:id="Rbb1f9c490f2b4cd7"/>
    <p:sldId xmlns:r="http://schemas.openxmlformats.org/officeDocument/2006/relationships" id="304" r:id="R24d103f880864d20"/>
    <p:sldId xmlns:r="http://schemas.openxmlformats.org/officeDocument/2006/relationships" id="305" r:id="R7e924120f38e418a"/>
    <p:sldId xmlns:r="http://schemas.openxmlformats.org/officeDocument/2006/relationships" id="306" r:id="R1500a2e637314f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f0577d0e843b7" /><Relationship Type="http://schemas.openxmlformats.org/officeDocument/2006/relationships/slideMaster" Target="/ppt/slideMasters/slideMaster1.xml" Id="R473a084b0276472e" /><Relationship Type="http://schemas.openxmlformats.org/officeDocument/2006/relationships/notesMaster" Target="/ppt/notesMasters/notesMaster1.xml" Id="Ra44df8c393134dce" /><Relationship Type="http://schemas.openxmlformats.org/officeDocument/2006/relationships/presProps" Target="/ppt/presProps.xml" Id="Ra13f7d6390a3467f" /><Relationship Type="http://schemas.openxmlformats.org/officeDocument/2006/relationships/viewProps" Target="/ppt/viewProps.xml" Id="R860cae69fe594d32" /><Relationship Type="http://schemas.openxmlformats.org/officeDocument/2006/relationships/tableStyles" Target="/ppt/tableStyles.xml" Id="R6efc75d219624b75" /><Relationship Type="http://schemas.openxmlformats.org/officeDocument/2006/relationships/slide" Target="/ppt/slides/slide1.xml" Id="R20a0c6a1f0fe4d13" /><Relationship Type="http://schemas.openxmlformats.org/officeDocument/2006/relationships/slide" Target="/ppt/slides/slide2.xml" Id="R60be853f0f4a44c7" /><Relationship Type="http://schemas.openxmlformats.org/officeDocument/2006/relationships/slide" Target="/ppt/slides/slide3.xml" Id="R9eafacead41b4297" /><Relationship Type="http://schemas.openxmlformats.org/officeDocument/2006/relationships/slide" Target="/ppt/slides/slide4.xml" Id="Ra2b042f69952480b" /><Relationship Type="http://schemas.openxmlformats.org/officeDocument/2006/relationships/slide" Target="/ppt/slides/slide5.xml" Id="R615a70ddcecf463b" /><Relationship Type="http://schemas.openxmlformats.org/officeDocument/2006/relationships/slide" Target="/ppt/slides/slide6.xml" Id="R6298303343204be0" /><Relationship Type="http://schemas.openxmlformats.org/officeDocument/2006/relationships/slide" Target="/ppt/slides/slide7.xml" Id="Rfdbd133420834cc4" /><Relationship Type="http://schemas.openxmlformats.org/officeDocument/2006/relationships/slide" Target="/ppt/slides/slide8.xml" Id="R2204a3901e7644e2" /><Relationship Type="http://schemas.openxmlformats.org/officeDocument/2006/relationships/slide" Target="/ppt/slides/slide9.xml" Id="R2d5462f9706c45b7" /><Relationship Type="http://schemas.openxmlformats.org/officeDocument/2006/relationships/slide" Target="/ppt/slides/slide10.xml" Id="Rd87ab53a2ef64f1f" /><Relationship Type="http://schemas.openxmlformats.org/officeDocument/2006/relationships/slide" Target="/ppt/slides/slide11.xml" Id="Rc7c53046327445c1" /><Relationship Type="http://schemas.openxmlformats.org/officeDocument/2006/relationships/slide" Target="/ppt/slides/slide12.xml" Id="Reb1f14a2de12451f" /><Relationship Type="http://schemas.openxmlformats.org/officeDocument/2006/relationships/slide" Target="/ppt/slides/slide13.xml" Id="Rc17a531882874e84" /><Relationship Type="http://schemas.openxmlformats.org/officeDocument/2006/relationships/slide" Target="/ppt/slides/slide14.xml" Id="R35246a7f319440a0" /><Relationship Type="http://schemas.openxmlformats.org/officeDocument/2006/relationships/slide" Target="/ppt/slides/slide15.xml" Id="R9150839017b2449f" /><Relationship Type="http://schemas.openxmlformats.org/officeDocument/2006/relationships/slide" Target="/ppt/slides/slide16.xml" Id="R2a9c4633f3f74a30" /><Relationship Type="http://schemas.openxmlformats.org/officeDocument/2006/relationships/slide" Target="/ppt/slides/slide17.xml" Id="R2426be2200734cc3" /><Relationship Type="http://schemas.openxmlformats.org/officeDocument/2006/relationships/slide" Target="/ppt/slides/slide18.xml" Id="R19b69b11344e4d84" /><Relationship Type="http://schemas.openxmlformats.org/officeDocument/2006/relationships/slide" Target="/ppt/slides/slide19.xml" Id="R18ef69d7485948b4" /><Relationship Type="http://schemas.openxmlformats.org/officeDocument/2006/relationships/slide" Target="/ppt/slides/slide20.xml" Id="Rb202f8d4eb3446ff" /><Relationship Type="http://schemas.openxmlformats.org/officeDocument/2006/relationships/slide" Target="/ppt/slides/slide21.xml" Id="Rf66ced88f4bb41fd" /><Relationship Type="http://schemas.openxmlformats.org/officeDocument/2006/relationships/slide" Target="/ppt/slides/slide22.xml" Id="R4a827c20054a4cc2" /><Relationship Type="http://schemas.openxmlformats.org/officeDocument/2006/relationships/slide" Target="/ppt/slides/slide23.xml" Id="R1a36157353e747b8" /><Relationship Type="http://schemas.openxmlformats.org/officeDocument/2006/relationships/slide" Target="/ppt/slides/slide24.xml" Id="R8aa32ea7a6c1469a" /><Relationship Type="http://schemas.openxmlformats.org/officeDocument/2006/relationships/slide" Target="/ppt/slides/slide25.xml" Id="R3f1f50dcd4f54210" /><Relationship Type="http://schemas.openxmlformats.org/officeDocument/2006/relationships/slide" Target="/ppt/slides/slide26.xml" Id="R96a9b3af9cd6454d" /><Relationship Type="http://schemas.openxmlformats.org/officeDocument/2006/relationships/slide" Target="/ppt/slides/slide27.xml" Id="Rd52ab3d357b54778" /><Relationship Type="http://schemas.openxmlformats.org/officeDocument/2006/relationships/slide" Target="/ppt/slides/slide28.xml" Id="R6c0e0211926048d2" /><Relationship Type="http://schemas.openxmlformats.org/officeDocument/2006/relationships/slide" Target="/ppt/slides/slide29.xml" Id="R4bbe42c8d6614a88" /><Relationship Type="http://schemas.openxmlformats.org/officeDocument/2006/relationships/slide" Target="/ppt/slides/slide30.xml" Id="R6fe36b5a16ef4ae0" /><Relationship Type="http://schemas.openxmlformats.org/officeDocument/2006/relationships/slide" Target="/ppt/slides/slide31.xml" Id="R3ad5fe9d9b6343e4" /><Relationship Type="http://schemas.openxmlformats.org/officeDocument/2006/relationships/slide" Target="/ppt/slides/slide32.xml" Id="R32edceb25d00403c" /><Relationship Type="http://schemas.openxmlformats.org/officeDocument/2006/relationships/slide" Target="/ppt/slides/slide33.xml" Id="Rc301b10cb9f543ee" /><Relationship Type="http://schemas.openxmlformats.org/officeDocument/2006/relationships/slide" Target="/ppt/slides/slide34.xml" Id="R2f4141c84b494d86" /><Relationship Type="http://schemas.openxmlformats.org/officeDocument/2006/relationships/slide" Target="/ppt/slides/slide35.xml" Id="R0236ac70b0bd4e85" /><Relationship Type="http://schemas.openxmlformats.org/officeDocument/2006/relationships/slide" Target="/ppt/slides/slide36.xml" Id="Ra28dd1d0f24f410d" /><Relationship Type="http://schemas.openxmlformats.org/officeDocument/2006/relationships/slide" Target="/ppt/slides/slide37.xml" Id="Rb8b4951a079a47ec" /><Relationship Type="http://schemas.openxmlformats.org/officeDocument/2006/relationships/slide" Target="/ppt/slides/slide38.xml" Id="R277fe51083cb4dfd" /><Relationship Type="http://schemas.openxmlformats.org/officeDocument/2006/relationships/slide" Target="/ppt/slides/slide39.xml" Id="Re61d36dbdd6d43d4" /><Relationship Type="http://schemas.openxmlformats.org/officeDocument/2006/relationships/slide" Target="/ppt/slides/slide40.xml" Id="Rb6f1bd566a38443b" /><Relationship Type="http://schemas.openxmlformats.org/officeDocument/2006/relationships/slide" Target="/ppt/slides/slide41.xml" Id="R06409bd1ff0f4a3c" /><Relationship Type="http://schemas.openxmlformats.org/officeDocument/2006/relationships/slide" Target="/ppt/slides/slide42.xml" Id="R4df153f57ae04878" /><Relationship Type="http://schemas.openxmlformats.org/officeDocument/2006/relationships/slide" Target="/ppt/slides/slide43.xml" Id="Rded89b6889e64ca2" /><Relationship Type="http://schemas.openxmlformats.org/officeDocument/2006/relationships/slide" Target="/ppt/slides/slide44.xml" Id="R9b431c78985646aa" /><Relationship Type="http://schemas.openxmlformats.org/officeDocument/2006/relationships/slide" Target="/ppt/slides/slide45.xml" Id="Rc62ccccebb084414" /><Relationship Type="http://schemas.openxmlformats.org/officeDocument/2006/relationships/slide" Target="/ppt/slides/slide46.xml" Id="Ra58ecb7f189a4f32" /><Relationship Type="http://schemas.openxmlformats.org/officeDocument/2006/relationships/slide" Target="/ppt/slides/slide47.xml" Id="R6072d7b7686f4a9a" /><Relationship Type="http://schemas.openxmlformats.org/officeDocument/2006/relationships/slide" Target="/ppt/slides/slide48.xml" Id="Rbb1f9c490f2b4cd7" /><Relationship Type="http://schemas.openxmlformats.org/officeDocument/2006/relationships/slide" Target="/ppt/slides/slide49.xml" Id="R24d103f880864d20" /><Relationship Type="http://schemas.openxmlformats.org/officeDocument/2006/relationships/slide" Target="/ppt/slides/slide50.xml" Id="R7e924120f38e418a" /><Relationship Type="http://schemas.openxmlformats.org/officeDocument/2006/relationships/slide" Target="/ppt/slides/slide51.xml" Id="R1500a2e637314f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a9856d841747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9cd3485eb494c" /><Relationship Type="http://schemas.openxmlformats.org/officeDocument/2006/relationships/notesMaster" Target="/ppt/notesMasters/notesMaster1.xml" Id="Rf5b5b419a20e4d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693135444a43c3" /><Relationship Type="http://schemas.openxmlformats.org/officeDocument/2006/relationships/notesMaster" Target="/ppt/notesMasters/notesMaster1.xml" Id="Rcbe594c9940f4e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eff774be5a435a" /><Relationship Type="http://schemas.openxmlformats.org/officeDocument/2006/relationships/notesMaster" Target="/ppt/notesMasters/notesMaster1.xml" Id="R30d6d2dc06134d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e467d8bafc4859" /><Relationship Type="http://schemas.openxmlformats.org/officeDocument/2006/relationships/notesMaster" Target="/ppt/notesMasters/notesMaster1.xml" Id="R860a5dfc7d9c4c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fa73fe2a5f4976" /><Relationship Type="http://schemas.openxmlformats.org/officeDocument/2006/relationships/notesMaster" Target="/ppt/notesMasters/notesMaster1.xml" Id="Raa97f980ee1c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43c48296a34b74" /><Relationship Type="http://schemas.openxmlformats.org/officeDocument/2006/relationships/notesMaster" Target="/ppt/notesMasters/notesMaster1.xml" Id="R9612916f912e4d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16a3ed29894c0f" /><Relationship Type="http://schemas.openxmlformats.org/officeDocument/2006/relationships/notesMaster" Target="/ppt/notesMasters/notesMaster1.xml" Id="Rceac0e2f2cd8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dc8c05753c4da1" /><Relationship Type="http://schemas.openxmlformats.org/officeDocument/2006/relationships/notesMaster" Target="/ppt/notesMasters/notesMaster1.xml" Id="Rb97885bdeca541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f426ac7ae4552" /><Relationship Type="http://schemas.openxmlformats.org/officeDocument/2006/relationships/notesMaster" Target="/ppt/notesMasters/notesMaster1.xml" Id="R49c230589ee548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10ee2f4ac4416" /><Relationship Type="http://schemas.openxmlformats.org/officeDocument/2006/relationships/notesMaster" Target="/ppt/notesMasters/notesMaster1.xml" Id="R4baaade09d7747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e1ba456a5b4594" /><Relationship Type="http://schemas.openxmlformats.org/officeDocument/2006/relationships/notesMaster" Target="/ppt/notesMasters/notesMaster1.xml" Id="R6fb52345cc724e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03e6857ef14241" /><Relationship Type="http://schemas.openxmlformats.org/officeDocument/2006/relationships/notesMaster" Target="/ppt/notesMasters/notesMaster1.xml" Id="Rdb0a7da3e10842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f69887ab7042e4" /><Relationship Type="http://schemas.openxmlformats.org/officeDocument/2006/relationships/notesMaster" Target="/ppt/notesMasters/notesMaster1.xml" Id="R12a81a2ea2b04b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e940f530be4816" /><Relationship Type="http://schemas.openxmlformats.org/officeDocument/2006/relationships/notesMaster" Target="/ppt/notesMasters/notesMaster1.xml" Id="R4256b02761714d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16f7e1fef341b3" /><Relationship Type="http://schemas.openxmlformats.org/officeDocument/2006/relationships/notesMaster" Target="/ppt/notesMasters/notesMaster1.xml" Id="R24f52ef0bebc49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c4e1f41ac44cb7" /><Relationship Type="http://schemas.openxmlformats.org/officeDocument/2006/relationships/notesMaster" Target="/ppt/notesMasters/notesMaster1.xml" Id="R675badd4002840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1b932ffa444256" /><Relationship Type="http://schemas.openxmlformats.org/officeDocument/2006/relationships/notesMaster" Target="/ppt/notesMasters/notesMaster1.xml" Id="R6bad435d1ec44c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dfe9d2d4c9442b" /><Relationship Type="http://schemas.openxmlformats.org/officeDocument/2006/relationships/notesMaster" Target="/ppt/notesMasters/notesMaster1.xml" Id="Rab25e13adc4848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8ea577e0de40c0" /><Relationship Type="http://schemas.openxmlformats.org/officeDocument/2006/relationships/notesMaster" Target="/ppt/notesMasters/notesMaster1.xml" Id="R7b4f5e86621f49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6903448d3b4443" /><Relationship Type="http://schemas.openxmlformats.org/officeDocument/2006/relationships/notesMaster" Target="/ppt/notesMasters/notesMaster1.xml" Id="R6df1209d097e49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e20b09f9484e2d" /><Relationship Type="http://schemas.openxmlformats.org/officeDocument/2006/relationships/notesMaster" Target="/ppt/notesMasters/notesMaster1.xml" Id="Rae1e2d733bb04c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ac2cc99e614457" /><Relationship Type="http://schemas.openxmlformats.org/officeDocument/2006/relationships/notesMaster" Target="/ppt/notesMasters/notesMaster1.xml" Id="R4abeb7228f2242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3fb3ed33fe499b" /><Relationship Type="http://schemas.openxmlformats.org/officeDocument/2006/relationships/notesMaster" Target="/ppt/notesMasters/notesMaster1.xml" Id="R7a31d051e28948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5ea87e69cc4f0a" /><Relationship Type="http://schemas.openxmlformats.org/officeDocument/2006/relationships/notesMaster" Target="/ppt/notesMasters/notesMaster1.xml" Id="R597d0ee9378e4e1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95045615144249" /><Relationship Type="http://schemas.openxmlformats.org/officeDocument/2006/relationships/notesMaster" Target="/ppt/notesMasters/notesMaster1.xml" Id="R0718916119dc44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2b48a107684b7c" /><Relationship Type="http://schemas.openxmlformats.org/officeDocument/2006/relationships/notesMaster" Target="/ppt/notesMasters/notesMaster1.xml" Id="R3e08a50848fb43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3bc785d2eb41cb" /><Relationship Type="http://schemas.openxmlformats.org/officeDocument/2006/relationships/notesMaster" Target="/ppt/notesMasters/notesMaster1.xml" Id="R52f7dcbc89d641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c4c8826a6c44b7" /><Relationship Type="http://schemas.openxmlformats.org/officeDocument/2006/relationships/notesMaster" Target="/ppt/notesMasters/notesMaster1.xml" Id="R3344c896db0f4a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d0f685924164722" /><Relationship Type="http://schemas.openxmlformats.org/officeDocument/2006/relationships/notesMaster" Target="/ppt/notesMasters/notesMaster1.xml" Id="R2f0cdc001f1b46c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162ad702954488" /><Relationship Type="http://schemas.openxmlformats.org/officeDocument/2006/relationships/notesMaster" Target="/ppt/notesMasters/notesMaster1.xml" Id="Reee55403962f4fe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226c267bbf443f1" /><Relationship Type="http://schemas.openxmlformats.org/officeDocument/2006/relationships/notesMaster" Target="/ppt/notesMasters/notesMaster1.xml" Id="R5e57f51d769a456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56a7b6d9534f61" /><Relationship Type="http://schemas.openxmlformats.org/officeDocument/2006/relationships/notesMaster" Target="/ppt/notesMasters/notesMaster1.xml" Id="R6f416d7eccdc4de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86fd8d99de54d29" /><Relationship Type="http://schemas.openxmlformats.org/officeDocument/2006/relationships/notesMaster" Target="/ppt/notesMasters/notesMaster1.xml" Id="Rbc9840396d0540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441a61709fc4593" /><Relationship Type="http://schemas.openxmlformats.org/officeDocument/2006/relationships/notesMaster" Target="/ppt/notesMasters/notesMaster1.xml" Id="R327d0fb8db4e44c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39782930912495e" /><Relationship Type="http://schemas.openxmlformats.org/officeDocument/2006/relationships/notesMaster" Target="/ppt/notesMasters/notesMaster1.xml" Id="Rc3527749c7c04a4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82a4880a5594408" /><Relationship Type="http://schemas.openxmlformats.org/officeDocument/2006/relationships/notesMaster" Target="/ppt/notesMasters/notesMaster1.xml" Id="R3d9711962146424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2fcd1a8076349b6" /><Relationship Type="http://schemas.openxmlformats.org/officeDocument/2006/relationships/notesMaster" Target="/ppt/notesMasters/notesMaster1.xml" Id="R5a13697c4ab44e6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68cc6b00d2449cb" /><Relationship Type="http://schemas.openxmlformats.org/officeDocument/2006/relationships/notesMaster" Target="/ppt/notesMasters/notesMaster1.xml" Id="R993714af66af47f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7c7685238ec47b6" /><Relationship Type="http://schemas.openxmlformats.org/officeDocument/2006/relationships/notesMaster" Target="/ppt/notesMasters/notesMaster1.xml" Id="R425b7e41f62d4f1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4e9f462d6794e6e" /><Relationship Type="http://schemas.openxmlformats.org/officeDocument/2006/relationships/notesMaster" Target="/ppt/notesMasters/notesMaster1.xml" Id="R2f0f03b1874e458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140fafab3df4c3f" /><Relationship Type="http://schemas.openxmlformats.org/officeDocument/2006/relationships/notesMaster" Target="/ppt/notesMasters/notesMaster1.xml" Id="R7b0846d55ab04b9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8407b04bb4a4d40" /><Relationship Type="http://schemas.openxmlformats.org/officeDocument/2006/relationships/notesMaster" Target="/ppt/notesMasters/notesMaster1.xml" Id="R2512128fa7d0476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22aa3b6ed184a59" /><Relationship Type="http://schemas.openxmlformats.org/officeDocument/2006/relationships/notesMaster" Target="/ppt/notesMasters/notesMaster1.xml" Id="Rc4585dcab90a407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93388478f774db4" /><Relationship Type="http://schemas.openxmlformats.org/officeDocument/2006/relationships/notesMaster" Target="/ppt/notesMasters/notesMaster1.xml" Id="Rb204c1c440cf4d0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78eb0ba903f4cd9" /><Relationship Type="http://schemas.openxmlformats.org/officeDocument/2006/relationships/notesMaster" Target="/ppt/notesMasters/notesMaster1.xml" Id="Rd493c421751048b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ef4f2825e3e4761" /><Relationship Type="http://schemas.openxmlformats.org/officeDocument/2006/relationships/notesMaster" Target="/ppt/notesMasters/notesMaster1.xml" Id="R96a5e1b82bf9400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97688cc7dd74ac4" /><Relationship Type="http://schemas.openxmlformats.org/officeDocument/2006/relationships/notesMaster" Target="/ppt/notesMasters/notesMaster1.xml" Id="R6595af7de46f46f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efcf97f1a494dee" /><Relationship Type="http://schemas.openxmlformats.org/officeDocument/2006/relationships/notesMaster" Target="/ppt/notesMasters/notesMaster1.xml" Id="R6be2ef63da1a4cd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3bd5973ef054ab9" /><Relationship Type="http://schemas.openxmlformats.org/officeDocument/2006/relationships/notesMaster" Target="/ppt/notesMasters/notesMaster1.xml" Id="R1414db9bb2a649b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599436d55154a9c" /><Relationship Type="http://schemas.openxmlformats.org/officeDocument/2006/relationships/notesMaster" Target="/ppt/notesMasters/notesMaster1.xml" Id="R25c280714bc84c4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247a1372f554091" /><Relationship Type="http://schemas.openxmlformats.org/officeDocument/2006/relationships/notesMaster" Target="/ppt/notesMasters/notesMaster1.xml" Id="R039ea70ab4a842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지난주까지 여러분의 API는 숫자를 하나 뱉습니다. 오늘은 그 숫자에 말을 붙입니다. 숫자를 만드는 건 여러분 모델이고, 그 숫자를 사람 말로 바꾸는 건 오늘 배울 생성형 AI입니다.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상시 과금 리소스가 없어서 지난주보다 마음이 편한 회차입니다. 다만 반복문 안에서 호출하는 사고가 나면 순식간에 수천 번이 나가니 그 부분만 조심하자고 시작하면서 말해두세요.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학생들에게 실제로 물어보세요. 따릉이 운영 담당자가 이 숫자만 보고 할 수 있는 일이 사실 별로 없습니다. 오늘 우리는 여기에 이유와 조치를 붙인 문장을 만들어 붙입니다.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파운데이션 모델은 특정 업무가 아니라 언어 자체를 학습했다는 점을 강조하세요. 그래서 요약도 번역도 분류도 코드 작성도 학습을 다시 시키지 않고 합니다. 이게 일하는 방식이 바뀐 지점입니다.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잘 설명해줘와 3문장 이내로 숫자를 인용해서 설명해줘의 차이를 실습 A에서 눈으로 보게 됩니다. API로 쓰려면 출력이 예측 가능해야 하니 형식 지정은 선택이 아니라 필수라고 말해주세요.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프롬프트에 참고 자료라며 문서 10페이지를 붙이면 매 호출마다 그 10페이지가 청구된다는 것을 강조하세요. 프롬프트를 짧고 정확하게 쓰는 것은 품질 문제이자 비용 문제입니다.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요즘 현업에서 가장 흔한 실수가 일단 LLM에 넣어보자입니다. 계산기로 될 일에 슈퍼컴퓨터를 부르는 겁니다. 그리고 오늘 우리가 하는 건 둘을 합치는 것입니다. 숫자는 우리 모델, 그 숫자의 해석은 LLM입니다.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환각 방어법 두 가지를 오늘 실습 프롬프트에 실제로 넣을 겁니다. 제공된 정보에만 근거하라, 그리고 모르면 모른다고 답하라. 개인정보 위반은 교육계획서상 프로젝트 0점이니 농담이 아니라고 말해주세요.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원칙 하나만 지켜도 방금 본 네 가지 위험의 대부분이 사라집니다. 대출 심사에서 같은 사람에게 오늘은 승인 내일은 거절이 나오면 큰일 난다는 예를 들어주면 바로 이해합니다.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1번과 2번에서 문제가 생기면 다음으로 넘어가지 말고 바로 부르라고 하세요. 액세스 미승인은 학생이 해결할 수 없습니다. 승인이 안 된 학생에게는 미리 준비한 대체 모델 ID를 주고 진행시킵니다.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1번 결과가 아무것도 안 나오면 모델 액세스나 IAM 권한 문제입니다. 그리고 3번을 꼭 같이 쳐보게 하세요. 액세스 키를 적지 않아도 EC2에 붙은 역할로 호출된다는 것을 지난주 이론과 연결해 확인시키는 단계입니다.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ID를 임의로 바꾸면 대부분 ValidationException이 납니다. 배포 목록의 값을 복사해 붙이라고 두 번 말하세요. 그리고 시스템 프롬프트 자리를 비워둔 이유는 뒤 실험에서 있고 없고를 비교하기 위해서입니다.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C에서 강남역 인근이 붐비기 때문 같은 근거 없는 문장이 줄어드는 것을 학생들이 직접 확인하게 하세요. 이게 이론에서 말한 환각 방어가 실제로 작동하는 모습입니다.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토큰 수를 매번 출력하는 습관을 들이게 하세요. 짧은 한국어와 짧은 영어를 한 번씩 넣어보면 한국어가 토큰을 더 많이 쓴다는 것을 숫자로 확인할 수 있습니다.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반복문 안에 LLM 호출이 들어간 첫 코드입니다. range(3)이 왜 필요한지 반드시 짚고 넘어가세요. 이 제한이 없으면 실수 한 번에 수천 번 호출이 나갑니다.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줄이 오늘 최다 사고입니다. 액세스 상태가 요청 가능이나 진행 중이면 즉시 알리라고 하세요. 승인이 바로 나지 않을 수 있으니 대체 모델 ID를 미리 준비해 두고 그걸로 진행시킵니다.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욕심내지 말라고 미리 말하세요. 85분 안에 새 기능을 두 개 만들려다 하나도 못 끝내는 팀이 나옵니다. 그리고 오늘 감점 항목 세 가지를 다시 읽어주세요. 개인정보, max_tokens, 반복 건수 제한입니다.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시스템 프롬프트 세 줄이 이론 2-4의 환각 방어를 그대로 코드로 옮긴 것입니다. 그리고 마지막 주석이 순회 지도의 1순위 항목입니다. 데이터프레임을 통째로 붙인 팀이 반드시 나옵니다.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번째가 특히 중요합니다. 데이터프레임을 한 행씩 돌면서 호출하는 코드를 발견하면 즉시 중단시키고 건수 제한을 넣게 하세요. 그리고 네 번째는 운영 원칙이니 그 자리에서 이유를 설명해 주세요.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컨테이너 안에서 Bedrock을 부를 때 EC2에 붙은 IAM 역할이 그대로 상속된다는 점을 짚어주세요. docker run 에 액세스 키를 넣는 팀이 나오면 그 자리에서 지우게 합니다.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번째가 NCS 평가와 바로 연결됩니다. 우리 팀은 숫자 예측에는 전통 ML을, 결과 설명에는 LLM을 썼다는 식으로 근거를 들어 쓰라고 안내하세요. 최종 발표에서 그대로 쓸 수 있는 문장입니다.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Bedrock은 상시 과금 리소스가 없어 지울 게 없지만, 반복 호출 스크립트를 백그라운드에 켜두지 않았는지는 확인시키세요. 그리고 커밋을 안 해오면 다음 주에 할 게 없다고 두 번 말하세요.</a:t>
            </a:r>
            <a:endParaRPr/>
          </a:p>
          <a:p xmlns:a="http://schemas.openxmlformats.org/drawingml/2006/main">
            <a:r>
              <a:t>
[Sources]
- https://docs.aws.amazon.com/bedrock/latest/userguide/model-access.html
- https://console.aws.amazon.com/bedrock/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https://docs.aws.amazon.com/bedrock/latest/userguide/model-access.html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https://docs.aws.amazon.com/bedrock/latest/userguide/model-access.html</a:t>
            </a:r>
          </a:p>
          <a:p xmlns:a="http://schemas.openxmlformats.org/drawingml/2006/main">
            <a:r>
              <a:t>- https://console.aws.amazon.com/bedrock/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Bedrock → Model catalog</a:t>
            </a:r>
          </a:p>
          <a:p xmlns:a="http://schemas.openxmlformats.org/drawingml/2006/main">
            <a:r>
              <a:t>- 확인: 공급자, 입력·출력 방식, 모델 ID를 먼저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https://ap-northeast-2.console.aws.amazon.com/bedrock/home?region=ap-northeast-2#/model-catalog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Bedrock → Model access</a:t>
            </a:r>
          </a:p>
          <a:p xmlns:a="http://schemas.openxmlformats.org/drawingml/2006/main">
            <a:r>
              <a:t>- 확인: 수업에서 사용할 모델의 액세스 가능 여부를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https://ap-northeast-2.console.aws.amazon.com/bedrock/home?region=ap-northeast-2#/modelaccess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Amazon Bedrock → Playgrounds → Chat</a:t>
            </a:r>
          </a:p>
          <a:p xmlns:a="http://schemas.openxmlformats.org/drawingml/2006/main">
            <a:r>
              <a:t>- 확인: 모델 선택, temperature, 최대 출력 길이 위치를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https://ap-northeast-2.console.aws.amazon.com/bedrock/home?region=ap-northeast-2#/chat-playground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bedrock-runtime converse 실행</a:t>
            </a:r>
          </a:p>
          <a:p xmlns:a="http://schemas.openxmlformats.org/drawingml/2006/main">
            <a:r>
              <a:t>- 확인: 응답 본문과 입력·출력 토큰 수, 지연 시간을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역할·대상·길이를 포함한 프롬프트 실행</a:t>
            </a:r>
          </a:p>
          <a:p xmlns:a="http://schemas.openxmlformats.org/drawingml/2006/main">
            <a:r>
              <a:t>- 확인: 지시가 구체적일수록 학생용 답변의 형태가 안정되는지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JSON 전용 출력 프롬프트 실행</a:t>
            </a:r>
          </a:p>
          <a:p xmlns:a="http://schemas.openxmlformats.org/drawingml/2006/main">
            <a:r>
              <a:t>- 확인: 모델이 코드 블록이나 설명을 덧붙이는 형식 이탈을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ec2 start-instances</a:t>
            </a:r>
          </a:p>
          <a:p xmlns:a="http://schemas.openxmlformats.org/drawingml/2006/main">
            <a:r>
              <a:t>- 확인: 이전 상태 stopped가 현재 상태 pending으로 바뀌는지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상태 running과 연결된 인스턴스 프로파일 ARN을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Roles → ysu-mlops-ec2-role → Permissions</a:t>
            </a:r>
          </a:p>
          <a:p xmlns:a="http://schemas.openxmlformats.org/drawingml/2006/main">
            <a:r>
              <a:t>- 확인: 기존 정책에는 bedrock 호출 권한이 없음을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https://us-east-1.console.aws.amazon.com/iam/home#/roles/details/ysu-mlops-ec2-role?section=permissions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명령 출력</a:t>
            </a:r>
          </a:p>
          <a:p xmlns:a="http://schemas.openxmlformats.org/drawingml/2006/main">
            <a:r>
              <a:t>- 확인: 오류에 표시된 역할 ARN, 작업 bedrock:InvokeModel, 리소스를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Roles → ysu-mlops-ec2-role → Permissions</a:t>
            </a:r>
          </a:p>
          <a:p xmlns:a="http://schemas.openxmlformats.org/drawingml/2006/main">
            <a:r>
              <a:t>- 확인: InvokeModel 작업과 Nova Micro 리소스만 허용했는지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https://us-east-1.console.aws.amazon.com/iam/home#/roles/details/ysu-mlops-ec2-role?section=permissions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명령 출력</a:t>
            </a:r>
          </a:p>
          <a:p xmlns:a="http://schemas.openxmlformats.org/drawingml/2006/main">
            <a:r>
              <a:t>- 확인: assumed-role ARN, 한국어 응답, 토큰 수와 지연 시간을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AWS-RunShellScript</a:t>
            </a:r>
          </a:p>
          <a:p xmlns:a="http://schemas.openxmlformats.org/drawingml/2006/main">
            <a:r>
              <a:t>- 확인: 명령 ID를 기록하고 대상 인스턴스가 맞는지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Output</a:t>
            </a:r>
          </a:p>
          <a:p xmlns:a="http://schemas.openxmlformats.org/drawingml/2006/main">
            <a:r>
              <a:t>- 확인: health 상태, 예측 설명, 토큰 사용량, 모델 지연을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Output</a:t>
            </a:r>
          </a:p>
          <a:p xmlns:a="http://schemas.openxmlformats.org/drawingml/2006/main">
            <a:r>
              <a:t>- 확인: 다른 입력의 설명과 GET·POST HTTP 200 로그를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Metrics → AWS/Bedrock</a:t>
            </a:r>
          </a:p>
          <a:p xmlns:a="http://schemas.openxmlformats.org/drawingml/2006/main">
            <a:r>
              <a:t>- 확인: 호출 수, 입력·출력 토큰, 호출 지연 지표가 수집되는지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https://ap-northeast-2.console.aws.amazon.com/cloudwatch/home?region=ap-northeast-2#metricsV2: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Metrics → AWS/Bedrock → ModelId</a:t>
            </a:r>
          </a:p>
          <a:p xmlns:a="http://schemas.openxmlformats.org/drawingml/2006/main">
            <a:r>
              <a:t>- 확인: apac.amazon.nova-micro-v1:0 차원의 Invocations와 InvocationLatency를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https://ap-northeast-2.console.aws.amazon.com/cloudwatch/home?region=ap-northeast-2#metricsV2: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Command ID</a:t>
            </a:r>
          </a:p>
          <a:p xmlns:a="http://schemas.openxmlformats.org/drawingml/2006/main">
            <a:r>
              <a:t>- 확인: 전체 상태 성공, 대상 1개, 오류 0개를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대상 인스턴스 → Output</a:t>
            </a:r>
          </a:p>
          <a:p xmlns:a="http://schemas.openxmlformats.org/drawingml/2006/main">
            <a:r>
              <a:t>- 확인: health JSON과 explain JSON이 같은 실행 기록에 남았는지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정리 명령 출력</a:t>
            </a:r>
          </a:p>
          <a:p xmlns:a="http://schemas.openxmlformats.org/drawingml/2006/main">
            <a:r>
              <a:t>- 확인: Status Failed를 보고 셸 인용과 JSON 인용이 겹쳤는지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 → 재실행 결과</a:t>
            </a:r>
          </a:p>
          <a:p xmlns:a="http://schemas.openxmlformats.org/drawingml/2006/main">
            <a:r>
              <a:t>- 확인: Base64 방식으로 명령을 전달한 뒤 BEDROCK_API_STOPPED를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https://ap-northeast-2.console.aws.amazon.com/systems-manager/run-command?region=ap-northeast-2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Roles → ysu-mlops-ec2-role → Permissions</a:t>
            </a:r>
          </a:p>
          <a:p xmlns:a="http://schemas.openxmlformats.org/drawingml/2006/main">
            <a:r>
              <a:t>- 확인: YSUWeek11BedrockInvoke가 목록에서 사라졌는지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https://us-east-1.console.aws.amazon.com/iam/home#/roles/details/ysu-mlops-ec2-role?section=permissions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Instance state → Stop instance</a:t>
            </a:r>
          </a:p>
          <a:p xmlns:a="http://schemas.openxmlformats.org/drawingml/2006/main">
            <a:r>
              <a:t>- 확인: running에서 stopping으로 바뀌는지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상태가 stopped인지 확인하고 수업 종료 체크리스트를 마친다.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https://ap-northeast-2.console.aws.amazon.com/ec2/home?region=ap-northeast-2#Instances:</a:t>
            </a:r>
          </a:p>
          <a:p xmlns:a="http://schemas.openxmlformats.org/drawingml/2006/main">
            <a:r>
              <a:t>- https://docs.aws.amazon.com/bedrock/latest/userguide/getting-started.html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4cf51d3ad486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fff8471ab84105" /><Relationship Type="http://schemas.openxmlformats.org/officeDocument/2006/relationships/slideLayout" Target="/ppt/slideLayouts/slideLayout1.xml" Id="R44ad143ca2d94ad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ad143ca2d94ad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2e29e37a472e" /><Relationship Type="http://schemas.openxmlformats.org/officeDocument/2006/relationships/notesSlide" Target="/ppt/notesSlides/notesSlide1.xml" Id="R9da104cf67f3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d71ec7c6646c6" /><Relationship Type="http://schemas.openxmlformats.org/officeDocument/2006/relationships/notesSlide" Target="/ppt/notesSlides/notesSlide2.xml" Id="R8eabc7860e2649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e3a3fb3654ab9" /><Relationship Type="http://schemas.openxmlformats.org/officeDocument/2006/relationships/notesSlide" Target="/ppt/notesSlides/notesSlide3.xml" Id="Rc443613922d84f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0e4a525364b6f" /><Relationship Type="http://schemas.openxmlformats.org/officeDocument/2006/relationships/notesSlide" Target="/ppt/notesSlides/notesSlide4.xml" Id="R83e41df7edaf4b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44103b7d645d6" /><Relationship Type="http://schemas.openxmlformats.org/officeDocument/2006/relationships/notesSlide" Target="/ppt/notesSlides/notesSlide5.xml" Id="R308fd206851643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834e0acfb42ec" /><Relationship Type="http://schemas.openxmlformats.org/officeDocument/2006/relationships/notesSlide" Target="/ppt/notesSlides/notesSlide6.xml" Id="R573c807af66a41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b468fcca24db8" /><Relationship Type="http://schemas.openxmlformats.org/officeDocument/2006/relationships/notesSlide" Target="/ppt/notesSlides/notesSlide7.xml" Id="Rd215f725d36e47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71da44a724ef9" /><Relationship Type="http://schemas.openxmlformats.org/officeDocument/2006/relationships/notesSlide" Target="/ppt/notesSlides/notesSlide8.xml" Id="R6f8f7a27d7c143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da3f678ba4f96" /><Relationship Type="http://schemas.openxmlformats.org/officeDocument/2006/relationships/notesSlide" Target="/ppt/notesSlides/notesSlide9.xml" Id="Ref05caa90d1942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ec7893eb74249" /><Relationship Type="http://schemas.openxmlformats.org/officeDocument/2006/relationships/notesSlide" Target="/ppt/notesSlides/notesSlide10.xml" Id="Re0a29451c4e340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657cbc5a34626" /><Relationship Type="http://schemas.openxmlformats.org/officeDocument/2006/relationships/notesSlide" Target="/ppt/notesSlides/notesSlide11.xml" Id="R9d2079cbf0e24c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39b6e9dca4f17" /><Relationship Type="http://schemas.openxmlformats.org/officeDocument/2006/relationships/notesSlide" Target="/ppt/notesSlides/notesSlide12.xml" Id="R310fba185cdc4c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82d1072354284" /><Relationship Type="http://schemas.openxmlformats.org/officeDocument/2006/relationships/notesSlide" Target="/ppt/notesSlides/notesSlide13.xml" Id="R320d0344482641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21b992b0c4e78" /><Relationship Type="http://schemas.openxmlformats.org/officeDocument/2006/relationships/notesSlide" Target="/ppt/notesSlides/notesSlide14.xml" Id="R5521d7f2e01440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0bfdd1e884f01" /><Relationship Type="http://schemas.openxmlformats.org/officeDocument/2006/relationships/notesSlide" Target="/ppt/notesSlides/notesSlide15.xml" Id="Reea0d1eac09d49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5bbea32224912" /><Relationship Type="http://schemas.openxmlformats.org/officeDocument/2006/relationships/notesSlide" Target="/ppt/notesSlides/notesSlide16.xml" Id="Radec6a57144f41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d3f2df9f54379" /><Relationship Type="http://schemas.openxmlformats.org/officeDocument/2006/relationships/notesSlide" Target="/ppt/notesSlides/notesSlide17.xml" Id="R8b83fcb2f73449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a6ee1266c4374" /><Relationship Type="http://schemas.openxmlformats.org/officeDocument/2006/relationships/notesSlide" Target="/ppt/notesSlides/notesSlide18.xml" Id="R71bfb7dc4f7644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53f8cc6d948c4" /><Relationship Type="http://schemas.openxmlformats.org/officeDocument/2006/relationships/notesSlide" Target="/ppt/notesSlides/notesSlide19.xml" Id="R20b4d12baee440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435eb835a4c0b" /><Relationship Type="http://schemas.openxmlformats.org/officeDocument/2006/relationships/notesSlide" Target="/ppt/notesSlides/notesSlide20.xml" Id="R28e0909206e74ec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6d60c0a884105" /><Relationship Type="http://schemas.openxmlformats.org/officeDocument/2006/relationships/notesSlide" Target="/ppt/notesSlides/notesSlide21.xml" Id="R8da3969664404d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fee22d28644ba" /><Relationship Type="http://schemas.openxmlformats.org/officeDocument/2006/relationships/notesSlide" Target="/ppt/notesSlides/notesSlide22.xml" Id="Rd2fb7f0126294c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ce1388b2a42f2" /><Relationship Type="http://schemas.openxmlformats.org/officeDocument/2006/relationships/notesSlide" Target="/ppt/notesSlides/notesSlide23.xml" Id="R122cd43a51ec41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e635fcd374a58" /><Relationship Type="http://schemas.openxmlformats.org/officeDocument/2006/relationships/notesSlide" Target="/ppt/notesSlides/notesSlide24.xml" Id="Rc0507e7b671249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4f7ac021a4f09" /><Relationship Type="http://schemas.openxmlformats.org/officeDocument/2006/relationships/notesSlide" Target="/ppt/notesSlides/notesSlide25.xml" Id="Rf3faaa8f183e4e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59f0737074e20" /><Relationship Type="http://schemas.openxmlformats.org/officeDocument/2006/relationships/notesSlide" Target="/ppt/notesSlides/notesSlide26.xml" Id="R179b9319bab648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975c6b8e84e4e" /><Relationship Type="http://schemas.openxmlformats.org/officeDocument/2006/relationships/image" Target="/ppt/media/image.jpeg" Id="R01e0a423b944497b" /><Relationship Type="http://schemas.openxmlformats.org/officeDocument/2006/relationships/hyperlink" Target="https://console.aws.amazon.com/bedrock/" TargetMode="External" Id="Ra521f87c493d4a33" /><Relationship Type="http://schemas.openxmlformats.org/officeDocument/2006/relationships/hyperlink" Target="https://docs.aws.amazon.com/bedrock/latest/userguide/model-access.html" TargetMode="External" Id="Rd3816f39c33c4592" /><Relationship Type="http://schemas.openxmlformats.org/officeDocument/2006/relationships/notesSlide" Target="/ppt/notesSlides/notesSlide27.xml" Id="Rdf6b27c083b849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2a4d61c4f469d" /><Relationship Type="http://schemas.openxmlformats.org/officeDocument/2006/relationships/hyperlink" Target="https://ap-northeast-2.console.aws.amazon.com/bedrock/home?region=ap-northeast-2#/model-catalog" TargetMode="External" Id="R3a4e23ddb6b141c1" /><Relationship Type="http://schemas.openxmlformats.org/officeDocument/2006/relationships/hyperlink" Target="https://docs.aws.amazon.com/bedrock/latest/userguide/getting-started.html" TargetMode="External" Id="Rbe62b2ff2e144a4a" /><Relationship Type="http://schemas.openxmlformats.org/officeDocument/2006/relationships/image" Target="/ppt/media/image2.jpeg" Id="R43b59c1b835945b7" /><Relationship Type="http://schemas.openxmlformats.org/officeDocument/2006/relationships/notesSlide" Target="/ppt/notesSlides/notesSlide28.xml" Id="Rad43e04652f64e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e865b60d44e48" /><Relationship Type="http://schemas.openxmlformats.org/officeDocument/2006/relationships/hyperlink" Target="https://ap-northeast-2.console.aws.amazon.com/bedrock/home?region=ap-northeast-2#/modelaccess" TargetMode="External" Id="R2492ef47e520416f" /><Relationship Type="http://schemas.openxmlformats.org/officeDocument/2006/relationships/hyperlink" Target="https://docs.aws.amazon.com/bedrock/latest/userguide/getting-started.html" TargetMode="External" Id="R5b91a131d74a45e9" /><Relationship Type="http://schemas.openxmlformats.org/officeDocument/2006/relationships/image" Target="/ppt/media/image3.jpeg" Id="R906a8b92a45f4db7" /><Relationship Type="http://schemas.openxmlformats.org/officeDocument/2006/relationships/notesSlide" Target="/ppt/notesSlides/notesSlide29.xml" Id="R91c95da3c61a43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bd27cb44d44e5" /><Relationship Type="http://schemas.openxmlformats.org/officeDocument/2006/relationships/hyperlink" Target="https://ap-northeast-2.console.aws.amazon.com/bedrock/home?region=ap-northeast-2#/chat-playground" TargetMode="External" Id="Rfd500961d6874be0" /><Relationship Type="http://schemas.openxmlformats.org/officeDocument/2006/relationships/hyperlink" Target="https://docs.aws.amazon.com/bedrock/latest/userguide/getting-started.html" TargetMode="External" Id="R3383eb31eb9b4274" /><Relationship Type="http://schemas.openxmlformats.org/officeDocument/2006/relationships/image" Target="/ppt/media/image4.jpeg" Id="Rab23f826b30b474b" /><Relationship Type="http://schemas.openxmlformats.org/officeDocument/2006/relationships/notesSlide" Target="/ppt/notesSlides/notesSlide30.xml" Id="R5f0fc83e7f1348b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35fba1f584f1b" /><Relationship Type="http://schemas.openxmlformats.org/officeDocument/2006/relationships/hyperlink" Target="https://ap-northeast-2.console.aws.amazon.com/cloudshell/home?region=ap-northeast-2" TargetMode="External" Id="Rcd6312ad479e42a3" /><Relationship Type="http://schemas.openxmlformats.org/officeDocument/2006/relationships/hyperlink" Target="https://docs.aws.amazon.com/bedrock/latest/userguide/getting-started.html" TargetMode="External" Id="R2563dc3ea3324964" /><Relationship Type="http://schemas.openxmlformats.org/officeDocument/2006/relationships/image" Target="/ppt/media/image5.jpeg" Id="Rdedcfa045f4c467c" /><Relationship Type="http://schemas.openxmlformats.org/officeDocument/2006/relationships/notesSlide" Target="/ppt/notesSlides/notesSlide31.xml" Id="R36d21ee7d058461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b27f2e83344e9" /><Relationship Type="http://schemas.openxmlformats.org/officeDocument/2006/relationships/hyperlink" Target="https://ap-northeast-2.console.aws.amazon.com/cloudshell/home?region=ap-northeast-2" TargetMode="External" Id="R220d96ab7f1e4a08" /><Relationship Type="http://schemas.openxmlformats.org/officeDocument/2006/relationships/hyperlink" Target="https://docs.aws.amazon.com/bedrock/latest/userguide/getting-started.html" TargetMode="External" Id="R49a667a65b2c4a9a" /><Relationship Type="http://schemas.openxmlformats.org/officeDocument/2006/relationships/image" Target="/ppt/media/image6.jpeg" Id="R1e3fc599e7c94fd9" /><Relationship Type="http://schemas.openxmlformats.org/officeDocument/2006/relationships/notesSlide" Target="/ppt/notesSlides/notesSlide32.xml" Id="R3dac56e1f93240f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a7a4c5f33480c" /><Relationship Type="http://schemas.openxmlformats.org/officeDocument/2006/relationships/hyperlink" Target="https://ap-northeast-2.console.aws.amazon.com/cloudshell/home?region=ap-northeast-2" TargetMode="External" Id="R22d73fda21ed49d0" /><Relationship Type="http://schemas.openxmlformats.org/officeDocument/2006/relationships/hyperlink" Target="https://docs.aws.amazon.com/bedrock/latest/userguide/getting-started.html" TargetMode="External" Id="R2795ea557a1843fa" /><Relationship Type="http://schemas.openxmlformats.org/officeDocument/2006/relationships/image" Target="/ppt/media/image7.jpeg" Id="Rfdeca4faaa0b40ee" /><Relationship Type="http://schemas.openxmlformats.org/officeDocument/2006/relationships/notesSlide" Target="/ppt/notesSlides/notesSlide33.xml" Id="R1d644bff2c1a424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f87736ef5420c" /><Relationship Type="http://schemas.openxmlformats.org/officeDocument/2006/relationships/hyperlink" Target="https://ap-northeast-2.console.aws.amazon.com/ec2/home?region=ap-northeast-2#Instances:" TargetMode="External" Id="R65fcc06b9aa14ca1" /><Relationship Type="http://schemas.openxmlformats.org/officeDocument/2006/relationships/hyperlink" Target="https://docs.aws.amazon.com/bedrock/latest/userguide/getting-started.html" TargetMode="External" Id="Rdd437c36673b4ee0" /><Relationship Type="http://schemas.openxmlformats.org/officeDocument/2006/relationships/image" Target="/ppt/media/image8.jpeg" Id="R045d7269e99c4a49" /><Relationship Type="http://schemas.openxmlformats.org/officeDocument/2006/relationships/notesSlide" Target="/ppt/notesSlides/notesSlide34.xml" Id="R85c5986e58cb4bc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9d52dd48544a5" /><Relationship Type="http://schemas.openxmlformats.org/officeDocument/2006/relationships/hyperlink" Target="https://ap-northeast-2.console.aws.amazon.com/ec2/home?region=ap-northeast-2#Instances:" TargetMode="External" Id="R7f7603574f5d4894" /><Relationship Type="http://schemas.openxmlformats.org/officeDocument/2006/relationships/hyperlink" Target="https://docs.aws.amazon.com/bedrock/latest/userguide/getting-started.html" TargetMode="External" Id="R4412dd74b9624b23" /><Relationship Type="http://schemas.openxmlformats.org/officeDocument/2006/relationships/image" Target="/ppt/media/image9.jpeg" Id="Re6db2c85eb0c4812" /><Relationship Type="http://schemas.openxmlformats.org/officeDocument/2006/relationships/notesSlide" Target="/ppt/notesSlides/notesSlide35.xml" Id="Rf3ddf74be5e1467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2118e8ac44846" /><Relationship Type="http://schemas.openxmlformats.org/officeDocument/2006/relationships/hyperlink" Target="https://us-east-1.console.aws.amazon.com/iam/home#/roles/details/ysu-mlops-ec2-role?section=permissions" TargetMode="External" Id="Re63e2c8097274abc" /><Relationship Type="http://schemas.openxmlformats.org/officeDocument/2006/relationships/hyperlink" Target="https://docs.aws.amazon.com/bedrock/latest/userguide/getting-started.html" TargetMode="External" Id="R9b3caa3cbd604d38" /><Relationship Type="http://schemas.openxmlformats.org/officeDocument/2006/relationships/image" Target="/ppt/media/image10.jpeg" Id="R6065a597c9924d6a" /><Relationship Type="http://schemas.openxmlformats.org/officeDocument/2006/relationships/notesSlide" Target="/ppt/notesSlides/notesSlide36.xml" Id="R60f6688bd9df403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d24525318401c" /><Relationship Type="http://schemas.openxmlformats.org/officeDocument/2006/relationships/hyperlink" Target="https://ap-northeast-2.console.aws.amazon.com/systems-manager/run-command?region=ap-northeast-2" TargetMode="External" Id="R81f6f52cd45346d6" /><Relationship Type="http://schemas.openxmlformats.org/officeDocument/2006/relationships/hyperlink" Target="https://docs.aws.amazon.com/bedrock/latest/userguide/getting-started.html" TargetMode="External" Id="Ra818b983f126475c" /><Relationship Type="http://schemas.openxmlformats.org/officeDocument/2006/relationships/image" Target="/ppt/media/image11.jpeg" Id="R951b22a3c5f044cf" /><Relationship Type="http://schemas.openxmlformats.org/officeDocument/2006/relationships/notesSlide" Target="/ppt/notesSlides/notesSlide37.xml" Id="R0269300d9a5446d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35e9c4d2047bd" /><Relationship Type="http://schemas.openxmlformats.org/officeDocument/2006/relationships/hyperlink" Target="https://us-east-1.console.aws.amazon.com/iam/home#/roles/details/ysu-mlops-ec2-role?section=permissions" TargetMode="External" Id="R338cbbdf538b4513" /><Relationship Type="http://schemas.openxmlformats.org/officeDocument/2006/relationships/hyperlink" Target="https://docs.aws.amazon.com/bedrock/latest/userguide/getting-started.html" TargetMode="External" Id="Rd276da261a2e44b4" /><Relationship Type="http://schemas.openxmlformats.org/officeDocument/2006/relationships/image" Target="/ppt/media/image12.jpeg" Id="R939c8ac667dc4de5" /><Relationship Type="http://schemas.openxmlformats.org/officeDocument/2006/relationships/notesSlide" Target="/ppt/notesSlides/notesSlide38.xml" Id="R10ce94548aa3497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736d23484427a" /><Relationship Type="http://schemas.openxmlformats.org/officeDocument/2006/relationships/hyperlink" Target="https://ap-northeast-2.console.aws.amazon.com/systems-manager/run-command?region=ap-northeast-2" TargetMode="External" Id="R538cce5849df49a2" /><Relationship Type="http://schemas.openxmlformats.org/officeDocument/2006/relationships/hyperlink" Target="https://docs.aws.amazon.com/bedrock/latest/userguide/getting-started.html" TargetMode="External" Id="Red594b07527143fe" /><Relationship Type="http://schemas.openxmlformats.org/officeDocument/2006/relationships/image" Target="/ppt/media/image13.jpeg" Id="Rba8b711efa90457d" /><Relationship Type="http://schemas.openxmlformats.org/officeDocument/2006/relationships/notesSlide" Target="/ppt/notesSlides/notesSlide39.xml" Id="R3e61dfdf675144b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69822b43542cd" /><Relationship Type="http://schemas.openxmlformats.org/officeDocument/2006/relationships/hyperlink" Target="https://ap-northeast-2.console.aws.amazon.com/systems-manager/run-command?region=ap-northeast-2" TargetMode="External" Id="Rcc07f70ee8a74c28" /><Relationship Type="http://schemas.openxmlformats.org/officeDocument/2006/relationships/hyperlink" Target="https://docs.aws.amazon.com/bedrock/latest/userguide/getting-started.html" TargetMode="External" Id="R534339cb377544e6" /><Relationship Type="http://schemas.openxmlformats.org/officeDocument/2006/relationships/image" Target="/ppt/media/image14.jpeg" Id="Ra7fabf131058492f" /><Relationship Type="http://schemas.openxmlformats.org/officeDocument/2006/relationships/notesSlide" Target="/ppt/notesSlides/notesSlide40.xml" Id="R697853d12ff4447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ccc91af6c4995" /><Relationship Type="http://schemas.openxmlformats.org/officeDocument/2006/relationships/hyperlink" Target="https://ap-northeast-2.console.aws.amazon.com/systems-manager/run-command?region=ap-northeast-2" TargetMode="External" Id="R4b7d0ff97fe54b46" /><Relationship Type="http://schemas.openxmlformats.org/officeDocument/2006/relationships/hyperlink" Target="https://docs.aws.amazon.com/bedrock/latest/userguide/getting-started.html" TargetMode="External" Id="R4cf3cc96ec674a84" /><Relationship Type="http://schemas.openxmlformats.org/officeDocument/2006/relationships/image" Target="/ppt/media/image15.jpeg" Id="R832652ff923e4f89" /><Relationship Type="http://schemas.openxmlformats.org/officeDocument/2006/relationships/notesSlide" Target="/ppt/notesSlides/notesSlide41.xml" Id="R4a4c9e40dc164ad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11b36ba454b5e" /><Relationship Type="http://schemas.openxmlformats.org/officeDocument/2006/relationships/hyperlink" Target="https://ap-northeast-2.console.aws.amazon.com/systems-manager/run-command?region=ap-northeast-2" TargetMode="External" Id="R7a34d9b3dc61458c" /><Relationship Type="http://schemas.openxmlformats.org/officeDocument/2006/relationships/hyperlink" Target="https://docs.aws.amazon.com/bedrock/latest/userguide/getting-started.html" TargetMode="External" Id="R2e24b1b386c947ee" /><Relationship Type="http://schemas.openxmlformats.org/officeDocument/2006/relationships/image" Target="/ppt/media/image16.jpeg" Id="Rd1d993fa9fd8442b" /><Relationship Type="http://schemas.openxmlformats.org/officeDocument/2006/relationships/notesSlide" Target="/ppt/notesSlides/notesSlide42.xml" Id="R0b78479ede9743b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49c58da5348db" /><Relationship Type="http://schemas.openxmlformats.org/officeDocument/2006/relationships/hyperlink" Target="https://ap-northeast-2.console.aws.amazon.com/cloudwatch/home?region=ap-northeast-2#metricsV2:" TargetMode="External" Id="Ra7ab7cd9afa04758" /><Relationship Type="http://schemas.openxmlformats.org/officeDocument/2006/relationships/hyperlink" Target="https://docs.aws.amazon.com/bedrock/latest/userguide/getting-started.html" TargetMode="External" Id="R30382e7b79524f23" /><Relationship Type="http://schemas.openxmlformats.org/officeDocument/2006/relationships/image" Target="/ppt/media/image17.jpeg" Id="R18f08e9734ae42a9" /><Relationship Type="http://schemas.openxmlformats.org/officeDocument/2006/relationships/notesSlide" Target="/ppt/notesSlides/notesSlide43.xml" Id="R8336593a908842c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069db14b241c5" /><Relationship Type="http://schemas.openxmlformats.org/officeDocument/2006/relationships/hyperlink" Target="https://ap-northeast-2.console.aws.amazon.com/cloudwatch/home?region=ap-northeast-2#metricsV2:" TargetMode="External" Id="R4ae9443ebb6b4d41" /><Relationship Type="http://schemas.openxmlformats.org/officeDocument/2006/relationships/hyperlink" Target="https://docs.aws.amazon.com/bedrock/latest/userguide/getting-started.html" TargetMode="External" Id="R9b4916f8db14400b" /><Relationship Type="http://schemas.openxmlformats.org/officeDocument/2006/relationships/image" Target="/ppt/media/image18.jpeg" Id="R9ed4cd24f97d4c50" /><Relationship Type="http://schemas.openxmlformats.org/officeDocument/2006/relationships/notesSlide" Target="/ppt/notesSlides/notesSlide44.xml" Id="R78b315a331ed4f6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ff258c2f94a60" /><Relationship Type="http://schemas.openxmlformats.org/officeDocument/2006/relationships/hyperlink" Target="https://ap-northeast-2.console.aws.amazon.com/systems-manager/run-command?region=ap-northeast-2" TargetMode="External" Id="R2265c738646b46f1" /><Relationship Type="http://schemas.openxmlformats.org/officeDocument/2006/relationships/hyperlink" Target="https://docs.aws.amazon.com/bedrock/latest/userguide/getting-started.html" TargetMode="External" Id="Rbbe1a7f51317499a" /><Relationship Type="http://schemas.openxmlformats.org/officeDocument/2006/relationships/image" Target="/ppt/media/image19.jpeg" Id="Rf977bdb9d1eb4c6a" /><Relationship Type="http://schemas.openxmlformats.org/officeDocument/2006/relationships/notesSlide" Target="/ppt/notesSlides/notesSlide45.xml" Id="R37c424cbc74b440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1ecd08bda486d" /><Relationship Type="http://schemas.openxmlformats.org/officeDocument/2006/relationships/hyperlink" Target="https://ap-northeast-2.console.aws.amazon.com/systems-manager/run-command?region=ap-northeast-2" TargetMode="External" Id="R31242d616a5f4fad" /><Relationship Type="http://schemas.openxmlformats.org/officeDocument/2006/relationships/hyperlink" Target="https://docs.aws.amazon.com/bedrock/latest/userguide/getting-started.html" TargetMode="External" Id="R64d26321c2344cb9" /><Relationship Type="http://schemas.openxmlformats.org/officeDocument/2006/relationships/image" Target="/ppt/media/image20.jpeg" Id="R01c36585dbb14c0b" /><Relationship Type="http://schemas.openxmlformats.org/officeDocument/2006/relationships/notesSlide" Target="/ppt/notesSlides/notesSlide46.xml" Id="R00d639198bbe433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3400251bb4b43" /><Relationship Type="http://schemas.openxmlformats.org/officeDocument/2006/relationships/hyperlink" Target="https://ap-northeast-2.console.aws.amazon.com/systems-manager/run-command?region=ap-northeast-2" TargetMode="External" Id="R5fe1b2341c8343cb" /><Relationship Type="http://schemas.openxmlformats.org/officeDocument/2006/relationships/hyperlink" Target="https://docs.aws.amazon.com/bedrock/latest/userguide/getting-started.html" TargetMode="External" Id="R8cab4d48742c4ba6" /><Relationship Type="http://schemas.openxmlformats.org/officeDocument/2006/relationships/image" Target="/ppt/media/image21.jpeg" Id="Raaf8c6e74d864692" /><Relationship Type="http://schemas.openxmlformats.org/officeDocument/2006/relationships/notesSlide" Target="/ppt/notesSlides/notesSlide47.xml" Id="R96d936c5b607423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19cafbc024266" /><Relationship Type="http://schemas.openxmlformats.org/officeDocument/2006/relationships/hyperlink" Target="https://ap-northeast-2.console.aws.amazon.com/systems-manager/run-command?region=ap-northeast-2" TargetMode="External" Id="Rb05ce2b1c66048e6" /><Relationship Type="http://schemas.openxmlformats.org/officeDocument/2006/relationships/hyperlink" Target="https://docs.aws.amazon.com/bedrock/latest/userguide/getting-started.html" TargetMode="External" Id="R63588ffe09aa4ff9" /><Relationship Type="http://schemas.openxmlformats.org/officeDocument/2006/relationships/image" Target="/ppt/media/image22.jpeg" Id="R060e4d930c2549b5" /><Relationship Type="http://schemas.openxmlformats.org/officeDocument/2006/relationships/notesSlide" Target="/ppt/notesSlides/notesSlide48.xml" Id="R570e98897002454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4618f202843b4" /><Relationship Type="http://schemas.openxmlformats.org/officeDocument/2006/relationships/hyperlink" Target="https://us-east-1.console.aws.amazon.com/iam/home#/roles/details/ysu-mlops-ec2-role?section=permissions" TargetMode="External" Id="Rd40a621673704b15" /><Relationship Type="http://schemas.openxmlformats.org/officeDocument/2006/relationships/hyperlink" Target="https://docs.aws.amazon.com/bedrock/latest/userguide/getting-started.html" TargetMode="External" Id="Re4e0ef5bbf7f449c" /><Relationship Type="http://schemas.openxmlformats.org/officeDocument/2006/relationships/image" Target="/ppt/media/image23.jpeg" Id="R27baca241c4e4148" /><Relationship Type="http://schemas.openxmlformats.org/officeDocument/2006/relationships/notesSlide" Target="/ppt/notesSlides/notesSlide49.xml" Id="R9b678fadd1aa451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c7c99ba874d7f" /><Relationship Type="http://schemas.openxmlformats.org/officeDocument/2006/relationships/hyperlink" Target="https://ap-northeast-2.console.aws.amazon.com/ec2/home?region=ap-northeast-2#Instances:" TargetMode="External" Id="Rdf22908c9932464c" /><Relationship Type="http://schemas.openxmlformats.org/officeDocument/2006/relationships/hyperlink" Target="https://docs.aws.amazon.com/bedrock/latest/userguide/getting-started.html" TargetMode="External" Id="Re1394337bb874ee6" /><Relationship Type="http://schemas.openxmlformats.org/officeDocument/2006/relationships/image" Target="/ppt/media/image24.jpeg" Id="R08fcb38865684e66" /><Relationship Type="http://schemas.openxmlformats.org/officeDocument/2006/relationships/notesSlide" Target="/ppt/notesSlides/notesSlide50.xml" Id="R525fc8011c6648c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18c65e69f40ab" /><Relationship Type="http://schemas.openxmlformats.org/officeDocument/2006/relationships/hyperlink" Target="https://ap-northeast-2.console.aws.amazon.com/ec2/home?region=ap-northeast-2#Instances:" TargetMode="External" Id="R8a57a6e9d9e14e32" /><Relationship Type="http://schemas.openxmlformats.org/officeDocument/2006/relationships/hyperlink" Target="https://docs.aws.amazon.com/bedrock/latest/userguide/getting-started.html" TargetMode="External" Id="Rfcef05d20d904321" /><Relationship Type="http://schemas.openxmlformats.org/officeDocument/2006/relationships/image" Target="/ppt/media/image25.jpeg" Id="Ra35da2b609e94e6f" /><Relationship Type="http://schemas.openxmlformats.org/officeDocument/2006/relationships/notesSlide" Target="/ppt/notesSlides/notesSlide51.xml" Id="Rdfe018e16c4f46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2D28056-7FFB-40F3-A750-3824011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AB456D-6851-47EC-B293-4A0A682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37C47D-298F-4CB3-85CC-DCC58B33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11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8023385-EB2E-458A-A24D-45C1172E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 활용 (Amazon Bedrock)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7A380F-443E-4A55-9316-F3FCABA1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Bedrock을 boto3로 호출해 예측 결과를 설명하는 엔드포인트를 팀 API에 하나 붙일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67F08E-12FE-4A06-89B3-15FE7238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D84B7B-032C-41B2-97CE-7CE16F4A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B800ADE-6834-42BC-AF57-B50DA071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2001070106_18v1.3   2001070206_18v1.1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405654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585920-3CA3-4F45-BFA2-D1269F8B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621571-1E15-433B-82C7-80D56FE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10분 조기 종료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3E8EFF8-9DB9-4ABB-9202-5565C715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EDC484-36DB-46E2-9DBE-B55F5C00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복습 퀴즈 + 오늘 만들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79CF98-7FBC-4394-9154-644400F9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707CD20-9C7B-4F0E-AB4C-8C7CBA2F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14A8271-03B8-446C-A975-B2512408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파운데이션 모델, 토큰과 과금, LLM vs 전통 ML, 한계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58D5259-3405-40CD-8258-764D8FC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386853D-5CE7-4777-A718-583576B5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65A3C9-74FB-4017-81E4-F7626284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253DDC0-691E-4D98-901D-2B635113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ED28D19-A433-4454-837C-A45104CB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0D263CC-FFE0-4AA1-824B-5D048A3D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모델 액세스 확인, 첫 호출, 프롬프트 실험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2A5D21-EE21-46E5-B65F-070E884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B991DD8-E014-4D4B-8E1A-A53F7E0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735F4F1-A0F2-4789-8E8B-701793F7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451CEBE-FADC-444A-BE80-5E4487F5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DC71E72-CCA6-48AC-883C-E471570B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6B1631F-A838-47C8-BC3F-379427BB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팀 API에 LLM 보조 기능 하나 붙이기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2DB0A0-1990-4E9B-BF40-579E6D1F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B5DDE0D-A56E-494A-8F4B-0DC8CF32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22C9B30-72E1-4FBD-A6AD-07E64198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515483C-79F0-4D9C-B5B2-A1B6F0F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A8E4275-7EAC-42C7-BA4F-C36FBEDE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65F3C2C-7FA6-4293-8BE0-BBE3CCC7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0D8646-D2B0-49B6-90CF-B49455D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803064C-38AF-4135-9933-6FB9CAB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9FDF679-FAB6-47AA-A4A8-073257D6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58230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719B2-C55D-4A19-ABA8-424884A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5A6F36-0ACE-436D-9EF9-58F74228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3D72CF6-0072-4ECB-8276-2176B24E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생성형 AI를 어디에 쓰나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3BB6F67-1FA3-4D6E-AB50-5353C24C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오늘의 핵심은 판단 기준입니다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00991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EC99275-B1F6-436C-8013-F642D3DA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187.4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숫자를 보고 무엇을 할까요?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1D450E-4014-420C-8EE8-9D3735A9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많은 건지 적은 건지, 왜 그런지 모릅니다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701027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60490EE-7B70-4F37-94C0-2A7DB093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우리 모델과 파운데이션 모델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4C7F53-FB11-4611-A905-38E60B76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만들어진 방식이 근본적으로 다릅니다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E36B4B1-1A2E-4373-BAB6-1CA3DD95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BDBFDF-4CBB-4636-87E8-3D5D163B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2A5DF0-5126-465F-A313-D44718E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우리 모델은 기능공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58BAC6E-A3AB-4AFA-A6F6-165F015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자격증 하나. 그 일은 정확하지만 그 일만 합니다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1FEBAA3-8978-4988-8670-34D9884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3FCF90-5F76-40F5-ADE8-29DAAA5F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6E22EC0-CEF5-4007-BC50-281BC14C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파운데이션 모델은 신입사원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FFFE98-3153-419D-9CC4-76B75CF7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책을 아주 많이 읽었지만 우리 회사 사정은 모릅니다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0CE96EE-390F-45A0-9EC4-014843F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342FF3C-5546-44E5-89DA-B0F2F173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FBB8804-EBBA-41D8-B149-0A9228BC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쓰는 법이 다르다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1DC38F0-EBF7-407B-9A30-F313BDA4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재학습이 아니라 프롬프트, 즉 지시문을 씁니다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8AAEFE-9C80-41DE-8D30-5CB15E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9314647-D01C-49D3-8664-02B44E05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6115B98-4350-4D37-B6D3-EB36EEC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Bedrock은 창구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0FE92DB-D341-476E-9BA8-856C0ADE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여러 회사의 모델을 AWS API 하나로 골라 씁니다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6084864-D767-42DD-A285-BC90F138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79A06C-5A74-494C-97E3-7E8E58E5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A8F016-9830-4383-AFF6-854003C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서버가 없다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751D33-DF27-469C-A168-CAA6AA7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부른 만큼만 냅니다. 안 부르면 0원입니다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BF8FDE0-8083-45D7-9BCB-486A564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5780114-DE0C-44ED-8D35-723A347D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지난주와 비교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E594102-05D2-4A96-A078-ED58E75B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엔드포인트는 켜두면 과금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Bedrock은 호출할 때만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지울 리소스가 없습니다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D340649-B372-4CB7-A664-5B2F578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211342A-81FD-4B91-9987-380B98BD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318924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8588E3-AB1D-465B-B398-E577CAE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좋은 프롬프트의 네 요소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6A015-6178-4E7B-A578-E2869A9B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실무 프롬프트는 형식 지정이 절반을 차지합니다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1092A3-80D8-41EC-88AA-371A40E8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C7DBC16-700F-48F4-8E1B-21A04C43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912C7A-91D9-46B3-B79F-7CB86944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1F0EF4-8698-475B-8B63-892A2420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역할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D731999-FD32-4E29-A2D9-4F138049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너는 따릉이 운영 담당자를 돕는 데이터 분석 어시스턴트다. 모델이 어떤 입장에서 말할지를 정해줍니다.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1F8A069-FF3A-498A-800C-8C739DBE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E484E3E-1D66-456C-84B6-CFC0EE0D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86CB35-9025-4FA7-AA7D-275F34E7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F1BF851-B02A-4E28-AB55-F55C99E1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맥락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6134D0-C617-456C-83F6-A27B0B64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오늘 18시 대여량을 187건으로 예측했고 같은 시간대 평균은 150건이다. 판단 근거가 될 사실을 줍니다.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50B740-3D1D-44D4-80C5-E7F66D1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D57C0B9-B7EA-40A9-AECB-FC90237B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1A8D4DC-7E70-4CFB-8CD6-E962E35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3758EDB-7575-4D3C-8A71-909A47DC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지시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AC99E8-59B6-4026-B0CC-97A8C674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왜 이런 예측이 나왔는지 입력 조건에 근거해 설명하라. 시킬 일을 동사로 분명히 적습니다.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84E828-5470-44CA-B4E5-318D7762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9C8C7E4-6BD5-4A4D-9A80-782539D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C25F862-0DB8-4B36-90D8-A1D13F0D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2AD22E-4A2D-443B-B9F4-7FEFA5B5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형식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8AF514B-B271-41E1-936E-66F6DEF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3문장 이내, 존댓말, 숫자는 반드시 포함. 형식을 안 정하면 매번 길이가 달라져 화면이 깨집니다.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F1A678C-95B8-49AF-833D-78C634C2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C637F6D-46D2-4F2E-88B8-F128211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77717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CD88DD-8377-4333-92A5-64DA6764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회차 1인 예상 비용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8C297E-D1C1-46EB-B4F5-4FEE9947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약 $1</a:t>
            </a:r>
            <a:endParaRPr sz="7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D8E2B6A-0850-4E68-85A5-C196FF9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시간당이 아니라 토큰당 과금입니다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05F4B4D-106F-4F37-A8A7-3DFAC4C0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토큰은 글자를 쪼갠 단위. 한국어는 대체로 글자 수에 가까워 영어보다 많이 씁니다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입력 토큰과 출력 토큰의 값이 다릅니다. 보통 출력이 3~5배 비쌉니다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긴 프롬프트는 매 호출마다 청구됩니다. 100번 부르면 100배입니다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max_tokens 300은 안전벨트입니다. 모델이 폭주하는 것을 막습니다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959466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AD5C23-3D7B-4D12-B42F-5AE7B953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언제 LLM, 언제 전통 ML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B00DA0-80EA-45F6-83FF-8061B7B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시험에서든 면접에서든 답할 수 있어야 하는 부분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4206240"/>
                <a:gridCol w="447141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축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전통 ML을 쓴다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LLM을 쓴다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형태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숫자, 확률, 범주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자유로운 문장, 요약, 설명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존재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실제값과 비교해 채점할 수 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정답이 하나로 정해지지 않는다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양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데이터가 수백~수천 건 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데이터가 거의 없다. 예시 몇 개로 시작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결정성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입력에 항상 같은 출력이 필요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표현이 매번 달라져도 무방하다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속도와 비용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밀리초, 사실상 무료. 대량 처리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1~3초, 호출당 과금. 건수가 적다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자체가 결과물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모델의 결과를 사람에게 설명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21A12E7-1CFD-4768-AFF0-01D4BF22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E705E1-776D-4A56-AAD5-574BC4B8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440731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E8BC2B-12B3-40EB-BC85-5A1412DD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생성형 AI의 네 가지 한계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95BA31-44DF-44B0-BF1D-5E973141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모르고 서비스에 붙이면 사고가 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962E49-7AD5-4339-88AB-4CFF33B5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FFFBEE-C3F1-46C8-967A-6A649E22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5ED021-4CB6-43AD-96EC-4B6827D1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3F2395-EAA1-450B-B2E6-54EA8E8A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환각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95B2647-0F45-48B5-95EA-8AA24516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모르는 것을 모른다고 하지 않고 그럴듯하게 지어냅니다. 문장이 자연스러워서 사람이 믿는다는 게 가장 위험합니다.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24B9D54-F790-4B27-ACB9-8703D7F2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C60919C-79A3-4A62-B3C8-299396F0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96787D-72D4-4B8D-9838-14F2396E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46844AE-B06E-4274-B658-4ECA8EE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비결정성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ED3673-8308-4101-9150-7ED482C6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같은 질문에 매번 다른 답이 옵니다. temperature를 낮춰도 완전히 같아지지는 않아 자동 테스트가 어렵습니다.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FFDBB14-F5A3-4F68-8C3D-11175787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664FE8A-BE74-48CC-A919-D74609EB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9A16F0-5501-4C6A-87ED-BD833309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C566946-0085-4940-8CC5-F34E764F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비용과 지연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6D66904-C2C5-4E74-A826-081DCA81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1~3초가 걸립니다. 화면에 생성 중 표시가 없으면 사용자가 계속 눌러 호출도 요금도 몇 배가 됩니다.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2D67C7C-9EA6-4C82-BE1D-5A31EC82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F81972A-A831-48A2-A0AF-84E6E4B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71BF52-BEDA-4087-80F0-DA5CCC95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1F8B240-F086-428F-AEF5-7098A7E3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개인정보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D4D7EDB-263B-4111-B7EA-B04010EF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실명, 연락처, 주민번호, 주소를 프롬프트에 넣지 않습니다. 필요한 필드만 골라 넣는 습관을 들이세요.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9ED2864-6267-4E27-961E-C2427560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1A6460C-A9CF-451B-AE63-6F8A5D2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373166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8A56EE-EDC2-4A5A-B078-F57230A5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LLM은 결정하는 자리가 아니라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설명하는 자리에 둡니다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51FA25-328C-4F78-A56B-5B998AF9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판단은 우리 모델이, 전달은 LLM이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59872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9B42696-F1A2-4111-A28D-CCE151A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8DF927-9306-44DE-BFC8-7026BDFC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D830F3F-B200-456F-B554-B2893B71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Bedrock 첫 호출과 프롬프트 실험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9E5CE1-2D1E-4F0B-A5CC-F9C16F81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957666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2C2C8C-BC9D-4482-95AD-144C675D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08A2E7-8CB9-4FA5-B19B-BC7583D5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 ID는 오늘 배포한 목록의 값을 그대로 복사해 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886404A-AA8C-49E0-A513-F3526A5E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849E24D-4311-4D34-8CE8-2E84F4D7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1366BD-E91D-49E4-9A8F-07169F66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623463-5184-4C72-9275-8FBE95A8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액세스 상태 확인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8D0A84-8688-463C-BD0A-40257006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 Bedrock의 Model access 에서 Access granted 인지 봅니다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F42B8D0-197B-4EAD-B397-584E29D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0D34FF2-F6BF-41F8-85B0-524D6AF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75B933-87A5-4A08-B6F4-3118434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011FEF-47B9-4A96-B641-B13E792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사용 가능한 모델 목록 확인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ECCDB75-34F5-4ABC-BBB6-9FCE59CA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서울 리전에서 실제로 부를 수 있는 모델인지 CLI로 확인합니다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A5CAD87-E6A6-458E-AF8E-44ED72E8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784B26-80EC-46BB-9FFC-3284561F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8608B9-F66D-46AF-A552-5562E2B1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3D0E3A9-446B-4B33-BB3A-ABB59E0E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파이썬 환경 준비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3B870E-37D0-4AC6-9BCE-1AF51A4D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boto3 1.35 이상이어야 Converse API를 쓸 수 있습니다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308BDBE-60F3-4E5A-8BCC-843C80E4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B1624BD-870E-4C96-B23F-9FBD1926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E08BB7-97CB-40AF-9211-3D7CBD80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014738E-51DC-43C4-AD3A-165DDAB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첫 호출과 토큰 수 확인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F745629-5ADB-45E0-89F7-7FC82F46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응답 문장과 함께 입력·출력 토큰이 찍히는지 봅니다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E173AFD-1254-4C98-9E01-71DB5CD3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8361C80-5E30-4CAF-97F7-374D3C63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D1A143C-BBEA-4252-A02E-4F9FB80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751914E-52EB-4BE1-A1BC-CD629B1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프롬프트를 바꿔가며 실험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9859813-F4DE-4057-B058-599E7FCA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형식 지정의 효과와 temperature의 효과를 기록합니다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DC2777D-D52A-4892-8401-11946999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55257CA-2F59-41B9-82FA-31CD3A70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876530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FDC611-9181-42AA-B536-F9AFB67D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액세스와 환경 준비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C34746-848B-4AB9-A273-E8AC80F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EC2 또는 CloudShell에서 실행합니다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225AEF-8D4E-4E9C-B43A-5537C57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22B0281-9000-4CBC-83EB-2C3C9BF0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0D387F-7EFE-4E39-BA8A-40FA9A0A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서울 리전에서 실제로 부를 수 있는 모델 목록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bedrock list-foundation-models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--query "modelSummaries[].[modelId,providerName]"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--output table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파이썬 환경 준비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mkdir -p ~/bedrock-lab &amp;&amp; cd ~/bedrock-lab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python3 -m venv .venv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source .venv/bin/activate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 install --upgrade pip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 install "boto3&gt;=1.35.0"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-c "import boto3; print(boto3.__version__)"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내가 누구로 호출하는지 확인 (키는 쓰지 않는다)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sts get-caller-identity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0EF50E-1AF3-4449-93E7-D2B2C939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목록이 비어 있거나 권한 오류가 나면 다음으로 넘어가지 말고 손을 드세요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AE5F4C8-604D-40AA-A4BF-7992D51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CDA9F60-1B9E-4AC9-99E8-A93C8B1A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511363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3A4C59-1D19-45E1-877C-588C6AD8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Bedrock 호출 함수 (1/2)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DF9FD5-BA46-41D8-8A9A-6236A0D8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bedrock_demo.py · Converse API로 통일해서 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8FADAC-F2D3-4796-9B34-286685E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6C73F66-B5EE-4A13-BFA2-F34FB44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CE0181-B535-456C-8171-FE7A474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boto3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REGION = "ap-northeast-2"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모델 ID는 수업 당일 배포 목록의 값을 그대로 복사해 넣는다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MODEL_ID = "&lt;수업당일_배포_모델ID&gt;"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client = boto3.client("bedrock-runtime", region_name=REGION)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def generate(prompt, system="", max_tokens=300, temperature=0.2):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"""프롬프트를 받아 생성 결과와 토큰 사용량을 함께 돌려준다."""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kwargs = {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"modelId": MODEL_ID,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"messages": [{"role": "user", "content": [{"text": prompt}]}],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"inferenceConfig": {"maxTokens": max_tokens,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                  "temperature": temperature},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}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if system: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kwargs["system"] = [{"text": system}]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F4474F-F1B6-4225-876B-393153CC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max_tokens 기본값 300이 비용 안전벨트입니다. 지우지 마세요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7F28254-2C3D-4A5F-A641-F43D2272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D745BA1-0F0A-4EF7-85E8-10EB036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363348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D2AA07-6822-4CCC-A209-F248CCB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프롬프트 실험 · 세 가지를 비교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996A430-0B31-48A8-A061-BA613713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같은 내용을 세 방식으로 부르고 출력을 나란히 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CFDCD8-2C54-47E1-BE25-00EE9FA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EFF142-3C8F-4EFA-B55A-91E49CC2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282F8D-0DD2-4D00-84CF-3CF0FE71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 · 지시만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9D3EBC0-F501-4AAA-B2D6-B9FF0880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예측을 설명해 주세요. 길고 산만한 답이 옵니다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C293A00-B8F1-4BE7-ADF0-7558734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6128C1-F04F-4C8E-B59C-D94F89D8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1E52FE-C6E9-4593-977D-7C31A93C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 · 형식 추가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DCD9EA-83CF-4CF5-B31C-49D80CD4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3문장 이내 존댓말로 숫자를 인용해 설명해 주세요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5DD89DE-1227-4ACD-B78A-2EA30A4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358382-640C-4B5D-9383-04508AC9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095D10F-59A2-4169-9313-E8FFB70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 · 역할과 제약까지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035F39F-3D68-473B-98D4-69395B06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제공된 정보에만 근거하라, 모르면 모른다고 답하라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6BDC3F7-F920-4367-AEFA-75D3C7ED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BCA3F0C-77A5-4CA3-A875-685802CE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262278-C67D-4FA3-B96C-374C3B5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기록할 것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D8C5D28-3A43-4CED-85FB-A369F61A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 출력의 토큰 수, 문장 수, 지어낸 것 같은 문장 유무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2EE0460-0C45-44C5-84EA-B913316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4AADB2E-007F-485B-84BD-3A344D1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관찰 포인트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E77F23E-ABA4-4A8E-A29F-9B3B8EBE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B에서 길이가 짧아진다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C에서 추측이 줄어든다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토큰이 곧 비용이다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3CBBD0A-727B-4028-9E98-A498DEE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2BDE9A7-6D76-4A2A-BB53-AEF2903D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943177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8B7092-835D-4BD8-AB20-081F157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Bedrock 호출 함수 (2/2)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98FC6E-A8C9-4B64-A557-77F72316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응답에서 텍스트와 토큰 수를 함께 꺼냅니다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A7E69B-E08D-4B28-985B-F0D9AA8C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2815A71-C2DF-4F11-A0D1-F29747E6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76922C3-CC24-437A-9A70-291786A5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resp = client.converse(**kwargs)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return {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"text": resp["output"]["message"]["content"][0]["text"],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"input_tokens": resp["usage"]["inputTokens"],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"output_tokens": resp["usage"]["outputTokens"],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"stop_reason": resp["stopReason"],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}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if __name__ == "__main__":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out = generate("따릉이를 두 문장으로 소개해 주세요.")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print(out["text"])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print("입력 토큰:", out["input_tokens"],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"/ 출력 토큰:", out["output_tokens"])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print("종료 이유:", out["stop_reason"])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9E41D7-EB1E-47A5-A1F8-B39D8049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종료 이유가 end_turn 이면 정상, max_tokens 면 답이 중간에 잘린 것입니다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923411-4C4B-4719-80EA-C9DB21C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B78E8D-E93E-4551-BD78-841419EB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692280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05965B-E8EF-4306-8BB5-7927738F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비결정성을 직접 확인하기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5658EE-96CD-4234-AA24-C502E47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exp2.py · 같은 프롬프트를 온도만 바꿔 세 번씩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F0345-A3CE-4187-8EA5-4E4718B6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C11261-9C22-414E-A4A6-9410B3EE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985FDF9-1738-467C-8112-729F4825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bedrock_demo import generate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PROMPT = ("따릉이 대여량이 평소보다 25% 많을 것으로 예상됩니다. "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  "운영 담당자에게 보낼 안내 문구를 한 문장으로 작성하세요.")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for temp in (0.0, 0.7):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print("=" * 50)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print("temperature =", temp)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for i in range(3):     # 반복 횟수를 3으로 제한 (비용 안전장치)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r = generate(PROMPT, max_tokens=120, temperature=temp)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print(f"  [{i+1}] {r['text'].strip()}")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F3BDD7-F29E-4EDA-B110-2838DFD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온도 0.0은 세 번이 거의 같고 0.7은 표현이 눈에 띄게 달라집니다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346D382-BF5A-43FD-B6D3-2E56991B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85F279-3C21-47C9-A16D-CEB95F8B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432299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982171-80AE-44AF-9B00-3F91A87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1DDDD9-0CD0-4146-B0BF-70FE264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AccessDeniedException 모델 접근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액세스 미승인. 오늘 1순위 사고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 Model access 확인. 강사가 승인해 둔 대체 모델로 교체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AccessDeniedException 권한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IAM 정책에 Bedrock 권한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강사 호출. 학생이 고칠 수 없는 문제입니다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식별자가 잘못되었다는 오류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오타 또는 서울 리전에 없는 모델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 조회 결과에 있는 ID만 사용. 접두어까지 그대로 복사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답이 중간에 끊긴다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토큰 한도 초과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max_tokens 를 늘리거나 3문장 이내 제약을 넣습니다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ThrottlingException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시간에 과다 호출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횟수를 줄이고 호출 사이에 1초씩 쉽니다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converse 속성이 없다는 오류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boto3 버전이 낮음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boto3 를 1.35 이상으로 올린 뒤 다시 실행합니다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E57A8DF-D849-4082-B8B2-6C1DE882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5273460-BAA5-4E9D-8274-CF9C55F8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788005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FC0A20-A706-4AF5-85FE-8363C10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B44C31-1A92-451C-B446-CB05FC8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3E0A13-456B-42AC-8E51-3599EC56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팀 API에 보조 기능 붙이기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ABFD08-C34A-43AC-83FD-176A46D3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만들 것은 엔드포인트 딱 하나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2855402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4BC802-AE5F-4398-A972-987A5928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1DAC5F-FEBB-4978-B43F-CCEF9EC2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새 프로젝트가 아니라 7주차 코드에 함수 하나를 더 붙입니다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F0DAE1-9E27-42D3-B466-8031020A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4E33C26-090C-4C60-8B8D-8C708FE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436E9ED-8A97-4B9F-862F-B031DB1B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7C53C9B-2A03-445B-B969-A5F7E158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유형 선택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16417BE-2BF1-429F-80F5-B0DA3250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예측형 팀은 explain, 텍스트형 팀은 summarize 하나만 만듭니다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1A7C49A-A409-4FE1-9E46-2E51E73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0B53194-E8A0-4D71-89CD-301C1B9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6058E6D-A40C-4DC8-B848-415057F4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2FD84A-9F64-4BDE-A053-7C9DBCD1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Bedrock 권한 확인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D7C3CE-4CCF-4E50-990B-9FF6C042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EC2에 붙은 역할로 호출되는지 확인. 키는 절대 적지 않습니다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0C1726F-8FEF-426C-8B18-80C9C667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B7BD5AA-63E5-424B-8588-98596571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91FB5D-39F9-4ABF-9D6E-CC33B5A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240BD9A-2C86-41CF-A14C-4AFB7A71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llm.py 작성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AE58404-FFB5-4FFC-B592-C2A26A84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Bedrock 호출을 한 파일에 모으고 시스템 프롬프트를 정합니다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28E233B-6B12-481C-88A1-A0059D3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BB7DC88-AA39-4E1C-9DAF-E5D8190D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7DCA6BD-A71F-4414-8D35-D51ECC4A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4B695D6-37C2-4C94-B741-5F3D793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엔드포인트와 스키마 추가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FA5415E-462D-4313-81C6-A3E825B0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응답에 토큰 수와 모델 ID를 함께 담아 돌려줍니다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A454D76-21A3-47E4-A649-EAF42A4D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58864E4-CE9B-4E7B-9451-84D8E131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6E493D3-6B98-4D7A-A931-892A8934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ECA311-2D7E-40A4-B09E-D57F780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호출 테스트 후 컨테이너 재빌드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D9DF249-C074-4A4F-A46B-0647FC8A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 ID는 이미지에 굽지 말고 실행할 때 주입합니다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57FB67F-610D-4306-8D74-376CEDD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D054879-1EE3-4183-958E-DC94EDAD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6024349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CC007C-E443-46E4-9143-976752AC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app/llm.py — 예측 결과를 설명하게 하기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25AB5E-EF06-430B-82C8-8EBFB989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환각 방어 문장이 시스템 프롬프트에 들어 있습니다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CFF34E-D05F-45CC-A9CB-380FFEF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CD1BF7-CBC3-487E-B247-187EA6AB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36A613-EEDC-4B40-9159-C46DCBA3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os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boto3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REGION = os.getenv("AWS_REGION", "ap-northeast-2")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MODEL_ID = os.getenv("BEDROCK_MODEL_ID", "&lt;수업당일_배포_모델ID&gt;")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MAX_TOKENS = int(os.getenv("BEDROCK_MAX_TOKENS", "300"))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_client = boto3.client("bedrock-runtime", region_name=REGION)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SYSTEM_PROMPT = (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"당신은 공공자전거 운영 담당자를 돕는 데이터 분석 어시스턴트입니다. 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"반드시 아래에 주어진 수치에만 근거해 설명하고, 주어지지 않은 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"사실은 추측하거나 지어내지 마세요. 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"판단할 수 없으면 주어진 정보로는 알 수 없습니다 라고 답하세요. 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"항상 한국어 존댓말로, 3문장 이내로 답하세요."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features 에는 예측에 쓴 값만 넣는다. 개인정보 필드는 호출 전에 제거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59A111E-6A51-4E3C-97CA-B90ED94F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 ID도 최대 토큰도 코드에 박지 않고 환경변수로 받습니다. 8주차 이론의 적용입니다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33E849-C8B8-4C5F-B878-ADD7A5A7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492D25-8FA9-4D64-8C38-09A1BBB1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1731223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A00496-AA4F-4CC9-B165-D9CFDE37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반드시 지킬 세 가지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0028D2-424C-4EA2-A900-A0860D8B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셋 다 감점 항목입니다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FA047D5-58E2-403B-A45E-489D837A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C35B3AC-507C-4544-A7E6-0CD3DB07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2B3D507-8B47-490F-BD29-06444DCA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5FE0B9-976B-49C7-86B8-C5832B9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보조 기능이 본 기능을 죽이지 않게 만드는 것이 오늘의 설계 원칙입니다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B2B7BC-C965-4A97-90CC-15BDDA75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프롬프트에 개인정보를 넣지 않습니다. 필요한 필드만 골라 넣습니다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max_tokens 를 반드시 지정합니다. 우리 실습 기본값은 300입니다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반복문 안에서 부를 때는 건수를 코드로 제한합니다. 리뷰는 30건까지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Bedrock 호출이 실패해도 예측값은 돌려줍니다. 예외를 잡아 처리합니다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화면에는 생성 중 표시를 넣습니다. 중복 클릭이 곧 중복 과금입니다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BBF603-987A-4944-8C8A-77F290A7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0F7251-89D7-4C23-8B91-6A037E4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6709975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2EBB6C-BA0D-47BD-BA41-90BF7F89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호출 테스트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748FF8-44ED-46C9-AB7F-910CD898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응답에 설명 문장과 토큰 수가 함께 나와야 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1E4014-61DF-4BFA-B823-12E0F423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051A95-E2FC-48BF-B7FC-BEC7EAC8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FF0650-BC10-42F1-878C-B54E6690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cd ~/bike-api &amp;&amp; source .venv/bin/activate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 install "boto3&gt;=1.35.0"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BEDROCK_MODEL_ID="&lt;수업당일_배포_모델ID&gt;"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uvicorn app.main:app --host 0.0.0.0 --port 8000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다른 터미널에서 호출한다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-s -X POST http://localhost:8000/explain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-d '{"hour":18,"temperature":24.5,"humidity":55.0,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"windspeed":2.1,"weekday":2,"is_holiday":0,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"season":"summer"}'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| python3 -m json.tool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컨테이너로 실행할 때도 키를 넣지 않는다 (역할이 상속된다)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run -d --name bike-api-v2 -p 8000:8000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-e BEDROCK_MODEL_ID="$BEDROCK_MODEL_ID"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-e AWS_REGION=ap-northeast-2 bike-api:v2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E88C76-CCCD-4B55-A82B-25DBB7A7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제출용 캡처는 한국어 설명과 입력·출력 토큰 수가 한 화면에 보이게 찍습니다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DC45F8C-AC21-488A-82D4-03EAB2FA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914BD4-8BA2-45A3-8F89-E30F332D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5180151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2ED064-989B-40B4-AFB7-49D15FA0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0E5BAE-D032-4D8D-82E4-24BBCE9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제출하면 오늘 수업 완료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2223D9-04B9-4F9E-8380-D2BBC12B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5B2C1C7-7AD4-4274-A68D-9190357D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C27DA6-F13E-4665-8C68-7E95B5A3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프롬프트 3종 비교 결과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87E60D-E9CC-40D8-B831-E64518D0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A·B·C 출력과 각각의 토큰 수. 스크린샷 또는 텍스트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6AA725F-0E82-4A98-A2C6-968770DB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ACB783-E0AA-4914-9791-5815569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94E45F9-CECE-4381-95EA-A58BB761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온도 0.0 대 0.7 비교 기록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03B23A-FFAF-45FB-B63E-C92FBC8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 3회씩 돌린 결과를 표로 정리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B6E4D1E-B50E-438C-8449-588EC7B5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91F5BFE-BB12-45A3-B075-38C5842C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2C7B6F-3F59-4170-92E0-ED65561B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API 호출 응답 캡처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9D91C6B-FF7F-45B0-B524-71482E44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설명 또는 요약 결과와 토큰 수가 함께 보일 것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F3A22E4-2993-45EC-9B08-4D03A341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517C955-8800-4A5D-981A-CCFBDF7B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C022701-9853-410D-AF7F-C441C4F2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LLM과 전통 ML을 쓴 자리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E82358C-AAC8-4AE4-A6B5-172A2EF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 팀이 어디에 무엇을 썼고 왜 그랬는지 3문장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F58413B-F5C3-4E88-AE23-5AFED432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651837B-5034-42B3-85E0-04F8E95E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9303071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6E01E4-1C3D-4B58-BF02-F3ECBADC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F19AF95-D20D-4675-9EE0-7486D02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D0638E0-BAAF-4D3D-A7E1-CEAE2B8C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940D6A-311D-44F7-A00D-41E43282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A69487C-E624-45D4-8FF3-431F0F0A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532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파운데이션 모델은 재학습이 아니라 프롬프트로 씁니다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0C9A6AC-AA05-4DF5-8CF7-5A6EEE1B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69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E97B5D-DB5E-4E8E-9A18-EDA060AD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69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FE486C0-A775-4A04-810D-AA0FF41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32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기억할 조합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485B9E-3E85-41AE-A102-961CD58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17013"/>
            <a:ext cx="5956347" cy="532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숫자는 우리 모델, 그 숫자의 설명은 LLM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E5F4A4C-C139-429C-8407-BC5D4536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892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A8FD96-2FCB-4AB2-95D6-D82DF186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892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4D625E-7441-4804-8568-E0D470BF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2234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타임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A493938-1E27-430C-8003-6112C070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606394"/>
            <a:ext cx="5956347" cy="532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컨테이너와 uvicorn 종료, 지난주 SageMaker 잔여도 재확인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615263B-5CA3-4791-95C2-11E4A1E6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4830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80A9475-BA06-4DDC-9192-29148C7B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4830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2D58A75-97CF-4FBF-9F98-48F10E10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1172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360CE3C-8F05-41F4-81F5-3DED347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95774"/>
            <a:ext cx="5956347" cy="532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push 하면 알아서 배포되는 파이프라인을 만듭니다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020664-76F0-4F66-9E0C-1CAFDDC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7683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57C6837-091B-427A-AAE7-0AAAA770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7683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84DED6-291A-4523-A83B-414EA0C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01107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5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72489AA-7051-4BA4-B77A-35CDD759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85155"/>
            <a:ext cx="5956347" cy="532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코드가 팀 저장소에 올라가 있을 것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C4521D6-6244-4C51-A511-0E261F7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519172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FA6D960-BB66-45D8-9045-DE12D8D1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738628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4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ED976B2-1EDA-4F21-A7E6-C57DCF5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214116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README에 호출 예시 추가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프롬프트 개선 전후 기록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환각 유도 실험 해보기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653AA96-D15C-4D3F-803E-A0B66753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11주차</a:t>
            </a:r>
            <a:endParaRPr sz="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30980B4-D094-4307-A81E-CFEF1428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094572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C33CB52-39C2-4E3B-9DED-168C81AA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A7765B-EAD7-458D-AF14-9B1767AA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87E029-94CD-4645-A804-CD5C7E5D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3B714A18-90EE-44E8-9880-03DA3ECB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전통 ML의 예측값을 사용자가 이해할 설명으로 바꾸는 보조 기능을 만든다.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538A276E-5FB3-4B8D-8028-7B439A2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ML prediction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F80DC01C-B22A-48A2-9CF0-D49ECE0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context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6A48663F-F2C0-4558-88B0-F98D3CB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Bedrock Converse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2E4B68E6-475D-46BD-974A-8BA1B46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guardrail prompt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CD5E0A48-146B-4321-98F8-243E51AC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user explanation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34DFD04D-D644-4D5A-ACAF-C1725E2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9EA1D06F-9E56-46B0-AD81-C046CA4C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2568738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0a423b944497b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Bedrock → Model catalog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521f87c493d4a33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3816f39c33c459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Bedrock 모델 카탈로그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Bedrock → Model catalog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공급자, 입력·출력 방식, 모델 ID를 먼저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a4e23ddb6b141c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e62b2ff2e144a4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59c1b835945b7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모델 액세스 상태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Bedrock → Model access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수업에서 사용할 모델의 액세스 가능 여부를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492ef47e520416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b91a131d74a45e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a8b92a45f4db7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채팅 플레이그라운드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Amazon Bedrock → Playgrounds → Chat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 선택, temperature, 최대 출력 길이 위치를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d500961d6874be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383eb31eb9b427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3f826b30b474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Converse 첫 호출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bedrock-runtime converse 실행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응답 본문과 입력·출력 토큰 수, 지연 시간을 함께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d6312ad479e42a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563dc3ea332496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cfa045f4c467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역할과 출력 형식 지정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역할·대상·길이를 포함한 프롬프트 실행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지시가 구체적일수록 학생용 답변의 형태가 안정되는지 비교한다.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20d96ab7f1e4a0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9a667a65b2c4a9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fc599e7c94fd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JSON 출력 요청과 형식 이탈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JSON 전용 출력 프롬프트 실행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모델이 코드 블록이나 설명을 덧붙이는 형식 이탈을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2d73fda21ed49d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795ea557a1843f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ca4faaa0b40ee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EC2 시작 요청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ec2 start-instances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이전 상태 stopped가 현재 상태 pending으로 바뀌는지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5fcc06b9aa14ca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d437c36673b4ee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d7269e99c4a4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EC2와 인스턴스 프로파일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상태 running과 연결된 인스턴스 프로파일 ARN을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f7603574f5d489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412dd74b9624b2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b2c85eb0c4812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Bedrock 권한 추가 전 역할 정책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Roles → ysu-mlops-ec2-role → Permissions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기존 정책에는 bedrock 호출 권한이 없음을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63e2c8097274ab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b3caa3cbd604d3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5a597c9924d6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AccessDeniedException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명령 출력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오류에 표시된 역할 ARN, 작업 bedrock:InvokeModel, 리소스를 읽는다.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1f6f52cd45346d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818b983f126475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b22a3c5f044cf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임시 최소 권한 정책 추가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Roles → ysu-mlops-ec2-role → Permissions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InvokeModel 작업과 Nova Micro 리소스만 허용했는지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38cbbdf538b451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276da261a2e44b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c8ac667dc4de5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EC2 역할 호출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명령 출력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assumed-role ARN, 한국어 응답, 토큰 수와 지연 시간을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38cce5849df49a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d594b07527143f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b711efa90457d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설명 API 배포 명령 제출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AWS-RunShellScript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명령 ID를 기록하고 대상 인스턴스가 맞는지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c07f70ee8a74c2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34339cb377544e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abf131058492f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health와 explain 응답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Output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health 상태, 예측 설명, 토큰 사용량, 모델 지연을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b7d0ff97fe54b4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cf3cc96ec674a8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652ff923e4f8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두 번째 응답과 애플리케이션 로그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Output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다른 입력의 설명과 GET·POST HTTP 200 로그를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a34d9b3dc61458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e24b1b386c947e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993fa9fd8442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Bedrock CloudWatch 지표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Metrics → AWS/Bedrock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호출 수, 입력·출력 토큰, 호출 지연 지표가 수집되는지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7ab7cd9afa0475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0382e7b79524f2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08e9734ae42a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모델 ID별 지표 차원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Metrics → AWS/Bedrock → ModelId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apac.amazon.nova-micro-v1:0 차원의 Invocations와 InvocationLatency를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ae9443ebb6b4d4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b4916f8db14400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4cd24f97d4c50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Run Command 성공 요약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Command ID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전체 상태 성공, 대상 1개, 오류 0개를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265c738646b46f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be1a7f51317499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7bdb9d1eb4c6a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Run Command API 출력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대상 인스턴스 → Output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health JSON과 explain JSON이 같은 실행 기록에 남았는지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1242d616a5f4fa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4d26321c2344cb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36585dbb14c0b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첫 정리 명령 실패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정리 명령 출력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Status Failed를 보고 셸 인용과 JSON 인용이 겹쳤는지 점검한다.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fe1b2341c8343c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cab4d48742c4ba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8c6e74d864692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21: 인용 문제 수정 후 API 중지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 → 재실행 결과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Base64 방식으로 명령을 전달한 뒤 BEDROCK_API_STOPPED를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05ce2b1c66048e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3588ffe09aa4ff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e4d930c2549b5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22: 임시 Bedrock 정책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Roles → ysu-mlops-ec2-role → Permissions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YSUWeek11BedrockInvoke가 목록에서 사라졌는지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40a621673704b1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4e0ef5bbf7f449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aca241c4e414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23: EC2 중지 요청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Instance state → Stop instance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running에서 stopping으로 바뀌는지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f22908c9932464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1394337bb874ee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b38865684e6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000F99-D0D0-433D-AF68-881CCAF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57C7A4-6600-4697-8EC6-FD621D9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24: EC2 중지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6D1A50-BDC7-4B99-9050-74E5F1C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3DB20F1-36C1-4996-8398-E0AF04D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069636B0-1B13-4806-822A-74068A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5F550BF6-52C8-4FF9-9256-98F001D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상태가 stopped인지 확인하고 수업 종료 체크리스트를 마친다.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47F53A32-72F3-46A1-89FB-CEF78FE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a57a6e9d9e14e3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cef05d20d90432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66215442-51CF-4DBA-9118-F15BF7B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da2b609e94e6f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6989632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2026-08-31T14:07:04.2660000Z</dcterms:created>
  <dcterms:modified xsi:type="dcterms:W3CDTF">2026-08-31T14:07:04.2660000Z</dcterms:modified>
</coreProperties>
</file>