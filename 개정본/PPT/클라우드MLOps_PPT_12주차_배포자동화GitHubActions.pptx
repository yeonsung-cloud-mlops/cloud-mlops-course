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c4a0cc21c4f3b" /><Relationship Type="http://schemas.openxmlformats.org/officeDocument/2006/relationships/extended-properties" Target="/docProps/app.xml" Id="Rdb616b9028404640" /><Relationship Type="http://schemas.openxmlformats.org/officeDocument/2006/relationships/officeDocument" Target="/ppt/presentation.xml" Id="R33211a7c398f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0d724000346d4"/>
  </p:sldMasterIdLst>
  <p:notesMasterIdLst>
    <p:notesMasterId xmlns:r="http://schemas.openxmlformats.org/officeDocument/2006/relationships" r:id="R6e562f99ca454b16"/>
  </p:notesMasterIdLst>
  <p:sldIdLst>
    <p:sldId xmlns:r="http://schemas.openxmlformats.org/officeDocument/2006/relationships" id="256" r:id="Rbf71521fbb0d4fd2"/>
    <p:sldId xmlns:r="http://schemas.openxmlformats.org/officeDocument/2006/relationships" id="257" r:id="R4601eb68f1d843a5"/>
    <p:sldId xmlns:r="http://schemas.openxmlformats.org/officeDocument/2006/relationships" id="258" r:id="Rebd61ca88ad04311"/>
    <p:sldId xmlns:r="http://schemas.openxmlformats.org/officeDocument/2006/relationships" id="259" r:id="R1727ca54abc54597"/>
    <p:sldId xmlns:r="http://schemas.openxmlformats.org/officeDocument/2006/relationships" id="260" r:id="Rc92ac7676764494f"/>
    <p:sldId xmlns:r="http://schemas.openxmlformats.org/officeDocument/2006/relationships" id="261" r:id="R834a43c908fc43fe"/>
    <p:sldId xmlns:r="http://schemas.openxmlformats.org/officeDocument/2006/relationships" id="262" r:id="Rdcff190a29ad439b"/>
    <p:sldId xmlns:r="http://schemas.openxmlformats.org/officeDocument/2006/relationships" id="263" r:id="Re318119c69964c72"/>
    <p:sldId xmlns:r="http://schemas.openxmlformats.org/officeDocument/2006/relationships" id="264" r:id="R5c677b8d848d4c03"/>
    <p:sldId xmlns:r="http://schemas.openxmlformats.org/officeDocument/2006/relationships" id="265" r:id="Rff846f4fbd0d49ed"/>
    <p:sldId xmlns:r="http://schemas.openxmlformats.org/officeDocument/2006/relationships" id="266" r:id="Rb1268b63441b4e47"/>
    <p:sldId xmlns:r="http://schemas.openxmlformats.org/officeDocument/2006/relationships" id="267" r:id="R842db36955514756"/>
    <p:sldId xmlns:r="http://schemas.openxmlformats.org/officeDocument/2006/relationships" id="268" r:id="R5d54f83880bb4af7"/>
    <p:sldId xmlns:r="http://schemas.openxmlformats.org/officeDocument/2006/relationships" id="269" r:id="R8604f41823524b45"/>
    <p:sldId xmlns:r="http://schemas.openxmlformats.org/officeDocument/2006/relationships" id="270" r:id="R9f4d2bb9d1964249"/>
    <p:sldId xmlns:r="http://schemas.openxmlformats.org/officeDocument/2006/relationships" id="271" r:id="R89d5a3c2d011428b"/>
    <p:sldId xmlns:r="http://schemas.openxmlformats.org/officeDocument/2006/relationships" id="272" r:id="R5dfb02575ced4e61"/>
    <p:sldId xmlns:r="http://schemas.openxmlformats.org/officeDocument/2006/relationships" id="273" r:id="R7718100936814b43"/>
    <p:sldId xmlns:r="http://schemas.openxmlformats.org/officeDocument/2006/relationships" id="274" r:id="Ref46cb7011344e3d"/>
    <p:sldId xmlns:r="http://schemas.openxmlformats.org/officeDocument/2006/relationships" id="275" r:id="Rdb1b3b4ebba14bca"/>
    <p:sldId xmlns:r="http://schemas.openxmlformats.org/officeDocument/2006/relationships" id="276" r:id="Rc13d4fcedba649ec"/>
    <p:sldId xmlns:r="http://schemas.openxmlformats.org/officeDocument/2006/relationships" id="277" r:id="Rf83479ca45e64eb0"/>
    <p:sldId xmlns:r="http://schemas.openxmlformats.org/officeDocument/2006/relationships" id="278" r:id="R75cd7f8d74734fa4"/>
    <p:sldId xmlns:r="http://schemas.openxmlformats.org/officeDocument/2006/relationships" id="279" r:id="R72971f1dbb254254"/>
    <p:sldId xmlns:r="http://schemas.openxmlformats.org/officeDocument/2006/relationships" id="280" r:id="R9ef686329bee4add"/>
    <p:sldId xmlns:r="http://schemas.openxmlformats.org/officeDocument/2006/relationships" id="281" r:id="R95ed0f9a13d643bb"/>
    <p:sldId xmlns:r="http://schemas.openxmlformats.org/officeDocument/2006/relationships" id="282" r:id="R9eedcc097e5a432a"/>
    <p:sldId xmlns:r="http://schemas.openxmlformats.org/officeDocument/2006/relationships" id="283" r:id="Rc3ea948fb986440a"/>
    <p:sldId xmlns:r="http://schemas.openxmlformats.org/officeDocument/2006/relationships" id="284" r:id="R60f3b1d79158432e"/>
    <p:sldId xmlns:r="http://schemas.openxmlformats.org/officeDocument/2006/relationships" id="285" r:id="R2b2e59843aab4d4c"/>
    <p:sldId xmlns:r="http://schemas.openxmlformats.org/officeDocument/2006/relationships" id="286" r:id="Re48234021c864453"/>
    <p:sldId xmlns:r="http://schemas.openxmlformats.org/officeDocument/2006/relationships" id="287" r:id="R4fb0de5f6f3042bb"/>
    <p:sldId xmlns:r="http://schemas.openxmlformats.org/officeDocument/2006/relationships" id="288" r:id="R8a28421da64b44c8"/>
    <p:sldId xmlns:r="http://schemas.openxmlformats.org/officeDocument/2006/relationships" id="289" r:id="R57e8dff7fd544ff7"/>
    <p:sldId xmlns:r="http://schemas.openxmlformats.org/officeDocument/2006/relationships" id="290" r:id="R00b0417e367f4337"/>
    <p:sldId xmlns:r="http://schemas.openxmlformats.org/officeDocument/2006/relationships" id="291" r:id="R45273df260a04695"/>
    <p:sldId xmlns:r="http://schemas.openxmlformats.org/officeDocument/2006/relationships" id="292" r:id="R0cb923760a44429b"/>
    <p:sldId xmlns:r="http://schemas.openxmlformats.org/officeDocument/2006/relationships" id="293" r:id="R8dfc9519d9754fae"/>
    <p:sldId xmlns:r="http://schemas.openxmlformats.org/officeDocument/2006/relationships" id="294" r:id="R35f4e04ef0654114"/>
    <p:sldId xmlns:r="http://schemas.openxmlformats.org/officeDocument/2006/relationships" id="295" r:id="R6a06674703df48c6"/>
    <p:sldId xmlns:r="http://schemas.openxmlformats.org/officeDocument/2006/relationships" id="296" r:id="R282d99cb595b4728"/>
    <p:sldId xmlns:r="http://schemas.openxmlformats.org/officeDocument/2006/relationships" id="297" r:id="Rb319f60056f34292"/>
    <p:sldId xmlns:r="http://schemas.openxmlformats.org/officeDocument/2006/relationships" id="298" r:id="R283ec4fb75be4ec5"/>
    <p:sldId xmlns:r="http://schemas.openxmlformats.org/officeDocument/2006/relationships" id="299" r:id="R754c81be426548dc"/>
    <p:sldId xmlns:r="http://schemas.openxmlformats.org/officeDocument/2006/relationships" id="300" r:id="R636fe83c005a40bc"/>
    <p:sldId xmlns:r="http://schemas.openxmlformats.org/officeDocument/2006/relationships" id="301" r:id="Rca2d97ccf8fa4f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683239dfd4746" /><Relationship Type="http://schemas.openxmlformats.org/officeDocument/2006/relationships/slideMaster" Target="/ppt/slideMasters/slideMaster1.xml" Id="R1790d724000346d4" /><Relationship Type="http://schemas.openxmlformats.org/officeDocument/2006/relationships/notesMaster" Target="/ppt/notesMasters/notesMaster1.xml" Id="R6e562f99ca454b16" /><Relationship Type="http://schemas.openxmlformats.org/officeDocument/2006/relationships/presProps" Target="/ppt/presProps.xml" Id="R2c24e12fba514c88" /><Relationship Type="http://schemas.openxmlformats.org/officeDocument/2006/relationships/viewProps" Target="/ppt/viewProps.xml" Id="R07a48ee2ed824e70" /><Relationship Type="http://schemas.openxmlformats.org/officeDocument/2006/relationships/tableStyles" Target="/ppt/tableStyles.xml" Id="R37b0dea0111e49f0" /><Relationship Type="http://schemas.openxmlformats.org/officeDocument/2006/relationships/slide" Target="/ppt/slides/slide1.xml" Id="Rbf71521fbb0d4fd2" /><Relationship Type="http://schemas.openxmlformats.org/officeDocument/2006/relationships/slide" Target="/ppt/slides/slide2.xml" Id="R4601eb68f1d843a5" /><Relationship Type="http://schemas.openxmlformats.org/officeDocument/2006/relationships/slide" Target="/ppt/slides/slide3.xml" Id="Rebd61ca88ad04311" /><Relationship Type="http://schemas.openxmlformats.org/officeDocument/2006/relationships/slide" Target="/ppt/slides/slide4.xml" Id="R1727ca54abc54597" /><Relationship Type="http://schemas.openxmlformats.org/officeDocument/2006/relationships/slide" Target="/ppt/slides/slide5.xml" Id="Rc92ac7676764494f" /><Relationship Type="http://schemas.openxmlformats.org/officeDocument/2006/relationships/slide" Target="/ppt/slides/slide6.xml" Id="R834a43c908fc43fe" /><Relationship Type="http://schemas.openxmlformats.org/officeDocument/2006/relationships/slide" Target="/ppt/slides/slide7.xml" Id="Rdcff190a29ad439b" /><Relationship Type="http://schemas.openxmlformats.org/officeDocument/2006/relationships/slide" Target="/ppt/slides/slide8.xml" Id="Re318119c69964c72" /><Relationship Type="http://schemas.openxmlformats.org/officeDocument/2006/relationships/slide" Target="/ppt/slides/slide9.xml" Id="R5c677b8d848d4c03" /><Relationship Type="http://schemas.openxmlformats.org/officeDocument/2006/relationships/slide" Target="/ppt/slides/slide10.xml" Id="Rff846f4fbd0d49ed" /><Relationship Type="http://schemas.openxmlformats.org/officeDocument/2006/relationships/slide" Target="/ppt/slides/slide11.xml" Id="Rb1268b63441b4e47" /><Relationship Type="http://schemas.openxmlformats.org/officeDocument/2006/relationships/slide" Target="/ppt/slides/slide12.xml" Id="R842db36955514756" /><Relationship Type="http://schemas.openxmlformats.org/officeDocument/2006/relationships/slide" Target="/ppt/slides/slide13.xml" Id="R5d54f83880bb4af7" /><Relationship Type="http://schemas.openxmlformats.org/officeDocument/2006/relationships/slide" Target="/ppt/slides/slide14.xml" Id="R8604f41823524b45" /><Relationship Type="http://schemas.openxmlformats.org/officeDocument/2006/relationships/slide" Target="/ppt/slides/slide15.xml" Id="R9f4d2bb9d1964249" /><Relationship Type="http://schemas.openxmlformats.org/officeDocument/2006/relationships/slide" Target="/ppt/slides/slide16.xml" Id="R89d5a3c2d011428b" /><Relationship Type="http://schemas.openxmlformats.org/officeDocument/2006/relationships/slide" Target="/ppt/slides/slide17.xml" Id="R5dfb02575ced4e61" /><Relationship Type="http://schemas.openxmlformats.org/officeDocument/2006/relationships/slide" Target="/ppt/slides/slide18.xml" Id="R7718100936814b43" /><Relationship Type="http://schemas.openxmlformats.org/officeDocument/2006/relationships/slide" Target="/ppt/slides/slide19.xml" Id="Ref46cb7011344e3d" /><Relationship Type="http://schemas.openxmlformats.org/officeDocument/2006/relationships/slide" Target="/ppt/slides/slide20.xml" Id="Rdb1b3b4ebba14bca" /><Relationship Type="http://schemas.openxmlformats.org/officeDocument/2006/relationships/slide" Target="/ppt/slides/slide21.xml" Id="Rc13d4fcedba649ec" /><Relationship Type="http://schemas.openxmlformats.org/officeDocument/2006/relationships/slide" Target="/ppt/slides/slide22.xml" Id="Rf83479ca45e64eb0" /><Relationship Type="http://schemas.openxmlformats.org/officeDocument/2006/relationships/slide" Target="/ppt/slides/slide23.xml" Id="R75cd7f8d74734fa4" /><Relationship Type="http://schemas.openxmlformats.org/officeDocument/2006/relationships/slide" Target="/ppt/slides/slide24.xml" Id="R72971f1dbb254254" /><Relationship Type="http://schemas.openxmlformats.org/officeDocument/2006/relationships/slide" Target="/ppt/slides/slide25.xml" Id="R9ef686329bee4add" /><Relationship Type="http://schemas.openxmlformats.org/officeDocument/2006/relationships/slide" Target="/ppt/slides/slide26.xml" Id="R95ed0f9a13d643bb" /><Relationship Type="http://schemas.openxmlformats.org/officeDocument/2006/relationships/slide" Target="/ppt/slides/slide27.xml" Id="R9eedcc097e5a432a" /><Relationship Type="http://schemas.openxmlformats.org/officeDocument/2006/relationships/slide" Target="/ppt/slides/slide28.xml" Id="Rc3ea948fb986440a" /><Relationship Type="http://schemas.openxmlformats.org/officeDocument/2006/relationships/slide" Target="/ppt/slides/slide29.xml" Id="R60f3b1d79158432e" /><Relationship Type="http://schemas.openxmlformats.org/officeDocument/2006/relationships/slide" Target="/ppt/slides/slide30.xml" Id="R2b2e59843aab4d4c" /><Relationship Type="http://schemas.openxmlformats.org/officeDocument/2006/relationships/slide" Target="/ppt/slides/slide31.xml" Id="Re48234021c864453" /><Relationship Type="http://schemas.openxmlformats.org/officeDocument/2006/relationships/slide" Target="/ppt/slides/slide32.xml" Id="R4fb0de5f6f3042bb" /><Relationship Type="http://schemas.openxmlformats.org/officeDocument/2006/relationships/slide" Target="/ppt/slides/slide33.xml" Id="R8a28421da64b44c8" /><Relationship Type="http://schemas.openxmlformats.org/officeDocument/2006/relationships/slide" Target="/ppt/slides/slide34.xml" Id="R57e8dff7fd544ff7" /><Relationship Type="http://schemas.openxmlformats.org/officeDocument/2006/relationships/slide" Target="/ppt/slides/slide35.xml" Id="R00b0417e367f4337" /><Relationship Type="http://schemas.openxmlformats.org/officeDocument/2006/relationships/slide" Target="/ppt/slides/slide36.xml" Id="R45273df260a04695" /><Relationship Type="http://schemas.openxmlformats.org/officeDocument/2006/relationships/slide" Target="/ppt/slides/slide37.xml" Id="R0cb923760a44429b" /><Relationship Type="http://schemas.openxmlformats.org/officeDocument/2006/relationships/slide" Target="/ppt/slides/slide38.xml" Id="R8dfc9519d9754fae" /><Relationship Type="http://schemas.openxmlformats.org/officeDocument/2006/relationships/slide" Target="/ppt/slides/slide39.xml" Id="R35f4e04ef0654114" /><Relationship Type="http://schemas.openxmlformats.org/officeDocument/2006/relationships/slide" Target="/ppt/slides/slide40.xml" Id="R6a06674703df48c6" /><Relationship Type="http://schemas.openxmlformats.org/officeDocument/2006/relationships/slide" Target="/ppt/slides/slide41.xml" Id="R282d99cb595b4728" /><Relationship Type="http://schemas.openxmlformats.org/officeDocument/2006/relationships/slide" Target="/ppt/slides/slide42.xml" Id="Rb319f60056f34292" /><Relationship Type="http://schemas.openxmlformats.org/officeDocument/2006/relationships/slide" Target="/ppt/slides/slide43.xml" Id="R283ec4fb75be4ec5" /><Relationship Type="http://schemas.openxmlformats.org/officeDocument/2006/relationships/slide" Target="/ppt/slides/slide44.xml" Id="R754c81be426548dc" /><Relationship Type="http://schemas.openxmlformats.org/officeDocument/2006/relationships/slide" Target="/ppt/slides/slide45.xml" Id="R636fe83c005a40bc" /><Relationship Type="http://schemas.openxmlformats.org/officeDocument/2006/relationships/slide" Target="/ppt/slides/slide46.xml" Id="Rca2d97ccf8fa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9cf15e2440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ae776d4314d04" /><Relationship Type="http://schemas.openxmlformats.org/officeDocument/2006/relationships/notesMaster" Target="/ppt/notesMasters/notesMaster1.xml" Id="Re13ff2bda58e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580ee7e76343c2" /><Relationship Type="http://schemas.openxmlformats.org/officeDocument/2006/relationships/notesMaster" Target="/ppt/notesMasters/notesMaster1.xml" Id="R1cdfb65b09e348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2e335d0644f83" /><Relationship Type="http://schemas.openxmlformats.org/officeDocument/2006/relationships/notesMaster" Target="/ppt/notesMasters/notesMaster1.xml" Id="R6b75a2a7db6e4c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9d83c736644733" /><Relationship Type="http://schemas.openxmlformats.org/officeDocument/2006/relationships/notesMaster" Target="/ppt/notesMasters/notesMaster1.xml" Id="Re76830a5b1c146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de5fe14f04053" /><Relationship Type="http://schemas.openxmlformats.org/officeDocument/2006/relationships/notesMaster" Target="/ppt/notesMasters/notesMaster1.xml" Id="R4ddea35f3e5649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808827b9824d28" /><Relationship Type="http://schemas.openxmlformats.org/officeDocument/2006/relationships/notesMaster" Target="/ppt/notesMasters/notesMaster1.xml" Id="R00ec8a5d529340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beab2ea0d4609" /><Relationship Type="http://schemas.openxmlformats.org/officeDocument/2006/relationships/notesMaster" Target="/ppt/notesMasters/notesMaster1.xml" Id="R471dd2af83c7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99c665c2c049e6" /><Relationship Type="http://schemas.openxmlformats.org/officeDocument/2006/relationships/notesMaster" Target="/ppt/notesMasters/notesMaster1.xml" Id="Rb0a8797f9ec140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fd51e3208b4fe6" /><Relationship Type="http://schemas.openxmlformats.org/officeDocument/2006/relationships/notesMaster" Target="/ppt/notesMasters/notesMaster1.xml" Id="Rc4d87d4ce5b349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cbe78a974e4514" /><Relationship Type="http://schemas.openxmlformats.org/officeDocument/2006/relationships/notesMaster" Target="/ppt/notesMasters/notesMaster1.xml" Id="R5e8d75f8d41447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54de794b0a4ba0" /><Relationship Type="http://schemas.openxmlformats.org/officeDocument/2006/relationships/notesMaster" Target="/ppt/notesMasters/notesMaster1.xml" Id="R73b1ac5974b540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0d7fc2ef8b41fc" /><Relationship Type="http://schemas.openxmlformats.org/officeDocument/2006/relationships/notesMaster" Target="/ppt/notesMasters/notesMaster1.xml" Id="Rc63a13e17d094b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ff30f121d14990" /><Relationship Type="http://schemas.openxmlformats.org/officeDocument/2006/relationships/notesMaster" Target="/ppt/notesMasters/notesMaster1.xml" Id="Re3d99ebe46144f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313236a3cd4390" /><Relationship Type="http://schemas.openxmlformats.org/officeDocument/2006/relationships/notesMaster" Target="/ppt/notesMasters/notesMaster1.xml" Id="R9f243c1a849640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be96f7c2dc4852" /><Relationship Type="http://schemas.openxmlformats.org/officeDocument/2006/relationships/notesMaster" Target="/ppt/notesMasters/notesMaster1.xml" Id="Ra73cc48fe8114f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992c2e65664273" /><Relationship Type="http://schemas.openxmlformats.org/officeDocument/2006/relationships/notesMaster" Target="/ppt/notesMasters/notesMaster1.xml" Id="R0e2b459866b04c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7f2c897ef247db" /><Relationship Type="http://schemas.openxmlformats.org/officeDocument/2006/relationships/notesMaster" Target="/ppt/notesMasters/notesMaster1.xml" Id="R19de51edc2a54f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4eb4ac11e14a62" /><Relationship Type="http://schemas.openxmlformats.org/officeDocument/2006/relationships/notesMaster" Target="/ppt/notesMasters/notesMaster1.xml" Id="Rbbf78af29c0042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7ffd67328f414e" /><Relationship Type="http://schemas.openxmlformats.org/officeDocument/2006/relationships/notesMaster" Target="/ppt/notesMasters/notesMaster1.xml" Id="R32ad34e3c6794f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eaabf2098b4098" /><Relationship Type="http://schemas.openxmlformats.org/officeDocument/2006/relationships/notesMaster" Target="/ppt/notesMasters/notesMaster1.xml" Id="Rdc3fca630ba44d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2a35eaddfd4644" /><Relationship Type="http://schemas.openxmlformats.org/officeDocument/2006/relationships/notesMaster" Target="/ppt/notesMasters/notesMaster1.xml" Id="R87869eb5fac048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d48c0d54674dfb" /><Relationship Type="http://schemas.openxmlformats.org/officeDocument/2006/relationships/notesMaster" Target="/ppt/notesMasters/notesMaster1.xml" Id="Rb0ebb1d94aad4a3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0c52b268be4132" /><Relationship Type="http://schemas.openxmlformats.org/officeDocument/2006/relationships/notesMaster" Target="/ppt/notesMasters/notesMaster1.xml" Id="R623c3b21cff14d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49ad8e13074c0e" /><Relationship Type="http://schemas.openxmlformats.org/officeDocument/2006/relationships/notesMaster" Target="/ppt/notesMasters/notesMaster1.xml" Id="Rc6ddfbb366b446b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70763c88d84fd9" /><Relationship Type="http://schemas.openxmlformats.org/officeDocument/2006/relationships/notesMaster" Target="/ppt/notesMasters/notesMaster1.xml" Id="Rd4d382e071b4411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58ee9aa4a647a6" /><Relationship Type="http://schemas.openxmlformats.org/officeDocument/2006/relationships/notesMaster" Target="/ppt/notesMasters/notesMaster1.xml" Id="Rc985ad1bb42148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4869d4ddcf4500" /><Relationship Type="http://schemas.openxmlformats.org/officeDocument/2006/relationships/notesMaster" Target="/ppt/notesMasters/notesMaster1.xml" Id="R842c0fec73424d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4074fb7d68f4dca" /><Relationship Type="http://schemas.openxmlformats.org/officeDocument/2006/relationships/notesMaster" Target="/ppt/notesMasters/notesMaster1.xml" Id="R041f5efd7f1c45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cd46c1acae4c26" /><Relationship Type="http://schemas.openxmlformats.org/officeDocument/2006/relationships/notesMaster" Target="/ppt/notesMasters/notesMaster1.xml" Id="R393568f0f0fe4f7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80c57c864e4cbb" /><Relationship Type="http://schemas.openxmlformats.org/officeDocument/2006/relationships/notesMaster" Target="/ppt/notesMasters/notesMaster1.xml" Id="Rc771be48926545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195f2086bd245f5" /><Relationship Type="http://schemas.openxmlformats.org/officeDocument/2006/relationships/notesMaster" Target="/ppt/notesMasters/notesMaster1.xml" Id="Rab0ff5b35157453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65de01c96245fa" /><Relationship Type="http://schemas.openxmlformats.org/officeDocument/2006/relationships/notesMaster" Target="/ppt/notesMasters/notesMaster1.xml" Id="R6334bb2b9ed54c3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8f648cf67e541de" /><Relationship Type="http://schemas.openxmlformats.org/officeDocument/2006/relationships/notesMaster" Target="/ppt/notesMasters/notesMaster1.xml" Id="R3d83b4881cbc487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e9e5d4ac544ff3" /><Relationship Type="http://schemas.openxmlformats.org/officeDocument/2006/relationships/notesMaster" Target="/ppt/notesMasters/notesMaster1.xml" Id="R492297e371c544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8278a8a68dd451f" /><Relationship Type="http://schemas.openxmlformats.org/officeDocument/2006/relationships/notesMaster" Target="/ppt/notesMasters/notesMaster1.xml" Id="Ra4358ea900434f1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9cf668110d401e" /><Relationship Type="http://schemas.openxmlformats.org/officeDocument/2006/relationships/notesMaster" Target="/ppt/notesMasters/notesMaster1.xml" Id="Race9d063ec994ec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87b1a436f67465b" /><Relationship Type="http://schemas.openxmlformats.org/officeDocument/2006/relationships/notesMaster" Target="/ppt/notesMasters/notesMaster1.xml" Id="Rad54c366219644f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dd6ddf30494c74" /><Relationship Type="http://schemas.openxmlformats.org/officeDocument/2006/relationships/notesMaster" Target="/ppt/notesMasters/notesMaster1.xml" Id="R58820185c89942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be3f927a04843bb" /><Relationship Type="http://schemas.openxmlformats.org/officeDocument/2006/relationships/notesMaster" Target="/ppt/notesMasters/notesMaster1.xml" Id="R4c60f722cdac4c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953a94790a347ce" /><Relationship Type="http://schemas.openxmlformats.org/officeDocument/2006/relationships/notesMaster" Target="/ppt/notesMasters/notesMaster1.xml" Id="R0d01f196150549f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04c27af49304505" /><Relationship Type="http://schemas.openxmlformats.org/officeDocument/2006/relationships/notesMaster" Target="/ppt/notesMasters/notesMaster1.xml" Id="Rcf040836264041b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97b93e466b14e1c" /><Relationship Type="http://schemas.openxmlformats.org/officeDocument/2006/relationships/notesMaster" Target="/ppt/notesMasters/notesMaster1.xml" Id="R32ffd4f441f64d5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72cbb0f70c94f65" /><Relationship Type="http://schemas.openxmlformats.org/officeDocument/2006/relationships/notesMaster" Target="/ppt/notesMasters/notesMaster1.xml" Id="Re35786a839bd433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fcbeeb272d44aff" /><Relationship Type="http://schemas.openxmlformats.org/officeDocument/2006/relationships/notesMaster" Target="/ppt/notesMasters/notesMaster1.xml" Id="R5af8f833b1554b8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77ac080de8e4294" /><Relationship Type="http://schemas.openxmlformats.org/officeDocument/2006/relationships/notesMaster" Target="/ppt/notesMasters/notesMaster1.xml" Id="R389045b5f5eb4c8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3fb2ea52321478a" /><Relationship Type="http://schemas.openxmlformats.org/officeDocument/2006/relationships/notesMaster" Target="/ppt/notesMasters/notesMaster1.xml" Id="Re5b89163793f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칠판에 지난주 수동 배포 7단계를 먼저 적어두세요. 빌드, 태그, 푸시, SSH 접속, 풀, 컨테이너 삭제, 재기동. 오늘 수업 내내 이걸 하나씩 지워나가고 마지막에 git push 한 줄만 남깁니다.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실습 B가 85분으로 가장 깁니다. 이론은 45분에 끊고 무조건 손을 움직이게 하세요. 도입의 3분 데모를 반드시 보여주고 시작합니다.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실제로 손을 들어보라고 하세요. 거의 아무도 못 듭니다. 그게 정상이라고 말해주고, 오늘 이후로는 모든 이미지에 커밋 번호가 박힌다는 걸 예고하세요.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 항목을 팀 프로젝트 상황으로 설명하세요. A가 화요일에 모델을 고쳐 올렸는데 B가 그걸 안 받고 수요일에 자기 노트북에서 빌드하면, A의 수정은 흔적도 없이 사라집니다.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지속적인 통합이 무엇을 지속하느냐고 물어보세요. 합치는 것을 지속합니다. 2주씩 따로 작업하다 마지막 날 합치면 지옥이 열리니까 하루에 한 번씩 조금씩 합치는 겁니다. 테스트 단계는 30초짜리 보험이라고 말해주세요.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NCS 학습모듈 원문을 화면에 띄워서 용어 목록을 직접 보여주면 반응이 좋습니다. 학생들이 배우는 것이 특정 강사의 취향이 아니라 표준이라는 사실이 동기부여가 됩니다.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공동 보고서 비유가 잘 통합니다. 원본 파일에 네 명이 동시에 타이핑하면 난장판이 되니까 각자 사본을 뜨는 것이 브랜치입니다. 커밋 메시지를 수정, ㅇㅇ, asdf로 쓰는 사람은 3주 뒤에 자기가 뭘 했는지 못 찾습니다.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농담이 아니라 매년 실제로 일어난다고 못 박으세요. 공개 저장소에 액세스 키가 올라가면 몇 분 안에 남의 채굴기가 돕니다. 실수했으면 숨기지 말고 즉시 손 들라고 하세요.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러너가 매번 새 컴퓨터라는 점을 강조하세요. 제 노트북에선 되는데요 문제가 원천적으로 안 생기는 이유가 이겁니다. uses는 남의 부품을 쓰는 것이라 직접 짜면 20줄인 일을 한 줄로 끝냅니다.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OIDC를 우리말로 신분증 확인 방식이라고 풀어주세요. GitHub이 나는 이 저장소의 워크플로다라는 증명서를 내면 AWS가 확인하고 15분짜리 임시 권한을 줍니다. SSM은 2주차에 SSH가 막혔을 때 쓴 Session Manager와 같은 집안입니다.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팀장 한 명이 다 하고 나머지가 구경만 하는 팀이 반드시 나옵니다. 학생별로 최소 1커밋을 확인하세요. 커밋 이력이 곧 팀 기여도 증빙이라고 미리 말해두면 태도가 달라집니다.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push 마지막에 GitHub이 PR 생성 링크를 알려줍니다. 그걸 그대로 클릭하면 된다고 짚어주세요. 터미널 출력을 안 읽고 넘어가는 학생이 많습니다.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표를 유인물로도 나눠줬습니다. 손 들기 전에 표를 먼저 보라고 하세요. PAT는 생성 화면을 벗어나면 다시 못 보니 메모장에 붙여두라고 반드시 안내합니다.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지시문을 그대로 읽어주세요. 나눠주는 YAML은 이미 완성된 파일이고 할 일은 값 세 개를 넣는 것뿐입니다. YAML 오류의 대부분은 학생이 들여쓰기를 다시 친 경우입니다. git diff로 변경 줄이 3줄을 넘으면 의심하세요.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YAML은 탭 문자를 금지하고 공백만 씁니다. VS Code 우하단이 Spaces 2인지 확인시키세요. 줄 전체를 지우고 다시 쓰지 말고 꺾쇠 부분만 지우고 값을 넣으라고 두 번 말합니다.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secrets.AWS_DEPLOY_ROLE_ARN은 강사가 저장소에 이미 등록해 뒀으니 그대로 두라고 말하세요. 시크릿 값은 로그에 자동으로 가려져 출력됩니다. 배포 명령은 SSM으로 EC2의 deploy.sh를 호출하는 구조입니다.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단계가 오늘의 핵심 제출물입니다. 병합하고 아무것도 하지 않은 채 3분 기다렸다가 /health를 새로고침하게 하세요. 여유 있는 팀은 테스트를 일부러 깨뜨려서 build-and-deploy가 아예 시작도 안 되는 것을 확인시킵니다.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실패해도 로그에 원인이 남는다는 점이 자동화의 장점입니다. SSM 출력 부분을 같이 읽으면서 어디서 멈췄는지 짚어주세요. 이게 NCS 운영장애 해결하기의 수행준거와 그대로 연결됩니다.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주만 예외적으로 인스턴스를 켜둔 채 끝냅니다. 다음 주 첫 시간에 인스턴스 상태부터 확인한다고 예고하세요. ECR 이미지 정리 명령은 부록 A에 있습니다.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개 모두 화면 캡처라 시간이 오래 걸리지 않습니다. 마감 15분 전에 미리 안내해서 마지막에 몰리지 않게 하세요.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 SNS 구독 확인 메일을 학교 메일로 받으면 스팸함에 들어가는 경우가 많으니, 개인 메일 계정도 준비해 오라고 미리 말해두세요.</a:t>
            </a:r>
            <a:endParaRPr/>
          </a:p>
          <a:p xmlns:a="http://schemas.openxmlformats.org/drawingml/2006/main">
            <a:r>
              <a:t>
[Sources]
- https://docs.aws.amazon.com/IAM/latest/UserGuide/id_roles_create_for-idp_oidc.html
- https://console.aws.amazon.com/iam/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https://console.aws.amazon.com/iam/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ECR → Private registry → Repositories</a:t>
            </a:r>
          </a:p>
          <a:p xmlns:a="http://schemas.openxmlformats.org/drawingml/2006/main">
            <a:r>
              <a:t>- 확인: 저장소 URI, 태그 변경 불가능, 암호화 유형을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ECR → ysu-mlops-api → Images</a:t>
            </a:r>
          </a:p>
          <a:p xmlns:a="http://schemas.openxmlformats.org/drawingml/2006/main">
            <a:r>
              <a:t>- 확인: 1.0·1.1·1.2 태그와 각 이미지 다이제스트를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ecr put-image·describe-images</a:t>
            </a:r>
          </a:p>
          <a:p xmlns:a="http://schemas.openxmlformats.org/drawingml/2006/main">
            <a:r>
              <a:t>- 확인: ci-demo-20260824 태그가 1.2와 같은 다이제스트를 가리키는지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ECR → ysu-mlops-api → Images</a:t>
            </a:r>
          </a:p>
          <a:p xmlns:a="http://schemas.openxmlformats.org/drawingml/2006/main">
            <a:r>
              <a:t>- 확인: ci-demo-20260824와 1.2가 한 이미지 행에 함께 표시되는지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Identity providers</a:t>
            </a:r>
          </a:p>
          <a:p xmlns:a="http://schemas.openxmlformats.org/drawingml/2006/main">
            <a:r>
              <a:t>- 확인: 현재 계정에는 GitHub OIDC 공급자가 없음을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https://us-east-1.console.aws.amazon.com/iam/home#/identity_providers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Identity providers → Add provider</a:t>
            </a:r>
          </a:p>
          <a:p xmlns:a="http://schemas.openxmlformats.org/drawingml/2006/main">
            <a:r>
              <a:t>- 확인: SAML과 OpenID Connect의 차이를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https://us-east-1.console.aws.amazon.com/iam/home#/identity_providers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Add identity provider → OpenID Connect</a:t>
            </a:r>
          </a:p>
          <a:p xmlns:a="http://schemas.openxmlformats.org/drawingml/2006/main">
            <a:r>
              <a:t>- 확인: URL은 token.actions.githubusercontent.com, 대상은 sts.amazonaws.com이다.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https://us-east-1.console.aws.amazon.com/iam/home#/identity_providers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GitHub Docs → Actions → Security harden deployments → OIDC in AWS</a:t>
            </a:r>
          </a:p>
          <a:p xmlns:a="http://schemas.openxmlformats.org/drawingml/2006/main">
            <a:r>
              <a:t>- 확인: 장기 AWS 키 없이 OIDC 토큰으로 인증한다는 설명을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https://docs.github.com/en/actions/how-tos/secure-your-work/security-harden-deployments/oidc-in-aws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GitHub 문서 → AWS의 OIDC → 역할 및 신뢰 정책 구성</a:t>
            </a:r>
          </a:p>
          <a:p xmlns:a="http://schemas.openxmlformats.org/drawingml/2006/main">
            <a:r>
              <a:t>- 확인: aud와 sub 조건으로 대상 저장소·브랜치를 제한하는 예를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https://docs.github.com/ko/actions/how-tos/secure-your-work/security-harden-deployments/oidc-in-aws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GitHub 문서 → 워크플로 업데이트 → 사용 권한 설정 추가</a:t>
            </a:r>
          </a:p>
          <a:p xmlns:a="http://schemas.openxmlformats.org/drawingml/2006/main">
            <a:r>
              <a:t>- 확인: permissions의 id-token write와 contents read를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https://docs.github.com/ko/actions/how-tos/secure-your-work/security-harden-deployments/oidc-in-aws#워크플로를-업데이트하기-github-actions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 → Start instance</a:t>
            </a:r>
          </a:p>
          <a:p xmlns:a="http://schemas.openxmlformats.org/drawingml/2006/main">
            <a:r>
              <a:t>- 확인: stopped에서 pending으로 바뀌는지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Fleet Manager → Managed nodes</a:t>
            </a:r>
          </a:p>
          <a:p xmlns:a="http://schemas.openxmlformats.org/drawingml/2006/main">
            <a:r>
              <a:t>- 확인: 인스턴스 running, SSM PingStatus Online을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https://ap-northeast-2.console.aws.amazon.com/systems-manager/managed-instances?region=ap-northeast-2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AWS-RunShellScript</a:t>
            </a:r>
          </a:p>
          <a:p xmlns:a="http://schemas.openxmlformats.org/drawingml/2006/main">
            <a:r>
              <a:t>- 확인: 배포 명령 ID를 기록하고 대상 인스턴스를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ssm get-command-invocation</a:t>
            </a:r>
          </a:p>
          <a:p xmlns:a="http://schemas.openxmlformats.org/drawingml/2006/main">
            <a:r>
              <a:t>- 확인: ECR 로그인, 이미지 pull, ping HTTP 200, 예측 JSON을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d6502f2b 명령</a:t>
            </a:r>
          </a:p>
          <a:p xmlns:a="http://schemas.openxmlformats.org/drawingml/2006/main">
            <a:r>
              <a:t>- 확인: 전체 상태 성공, 대상 1개, 오류 0개를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대상 인스턴스 → Output</a:t>
            </a:r>
          </a:p>
          <a:p xmlns:a="http://schemas.openxmlformats.org/drawingml/2006/main">
            <a:r>
              <a:t>- 확인: 실제 배포 태그, 다이제스트, healthy 응답을 한 화면에서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버전 전환 명령 출력</a:t>
            </a:r>
          </a:p>
          <a:p xmlns:a="http://schemas.openxmlformats.org/drawingml/2006/main">
            <a:r>
              <a:t>- 확인: 1.1 배포 뒤 ci-demo-20260824로 되돌아가고 model_version 1.2가 표시되는지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정리 명령 출력</a:t>
            </a:r>
          </a:p>
          <a:p xmlns:a="http://schemas.openxmlformats.org/drawingml/2006/main">
            <a:r>
              <a:t>- 확인: ysu-ci-demo가 삭제되고 실행 중 컨테이너 목록이 비었는지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Instance state → Stop instance</a:t>
            </a:r>
          </a:p>
          <a:p xmlns:a="http://schemas.openxmlformats.org/drawingml/2006/main">
            <a:r>
              <a:t>- 확인: running에서 stopping으로 바뀌는지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상태가 stopped인지 확인하고 실습을 마친다.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https://docs.aws.amazon.com/IAM/latest/UserGuide/id_roles_create_for-idp_oidc.html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009c2c49346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7441ecbc44da6" /><Relationship Type="http://schemas.openxmlformats.org/officeDocument/2006/relationships/slideLayout" Target="/ppt/slideLayouts/slideLayout1.xml" Id="R6af33e96c86f4c8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33e96c86f4c8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d3e6cbf5041a1" /><Relationship Type="http://schemas.openxmlformats.org/officeDocument/2006/relationships/notesSlide" Target="/ppt/notesSlides/notesSlide1.xml" Id="R3d536ce1423f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e3441d90f4e85" /><Relationship Type="http://schemas.openxmlformats.org/officeDocument/2006/relationships/notesSlide" Target="/ppt/notesSlides/notesSlide2.xml" Id="R0a00fa53641442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d39636f1e4ccf" /><Relationship Type="http://schemas.openxmlformats.org/officeDocument/2006/relationships/notesSlide" Target="/ppt/notesSlides/notesSlide3.xml" Id="R1587137d9c054e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93011573f4d25" /><Relationship Type="http://schemas.openxmlformats.org/officeDocument/2006/relationships/notesSlide" Target="/ppt/notesSlides/notesSlide4.xml" Id="Rcfa2c06fb3aa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b4b9e26a143ea" /><Relationship Type="http://schemas.openxmlformats.org/officeDocument/2006/relationships/notesSlide" Target="/ppt/notesSlides/notesSlide5.xml" Id="R01b10483394e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b56519a8840bc" /><Relationship Type="http://schemas.openxmlformats.org/officeDocument/2006/relationships/notesSlide" Target="/ppt/notesSlides/notesSlide6.xml" Id="R621085a1dfb145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61a7c85084d70" /><Relationship Type="http://schemas.openxmlformats.org/officeDocument/2006/relationships/notesSlide" Target="/ppt/notesSlides/notesSlide7.xml" Id="R3ad9a61bc4e941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0efb761e04d1a" /><Relationship Type="http://schemas.openxmlformats.org/officeDocument/2006/relationships/notesSlide" Target="/ppt/notesSlides/notesSlide8.xml" Id="R5fc946acbfa946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ff7a61b714dcf" /><Relationship Type="http://schemas.openxmlformats.org/officeDocument/2006/relationships/notesSlide" Target="/ppt/notesSlides/notesSlide9.xml" Id="R6145570b033d42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d0dcdc76d498c" /><Relationship Type="http://schemas.openxmlformats.org/officeDocument/2006/relationships/notesSlide" Target="/ppt/notesSlides/notesSlide10.xml" Id="Rd39275365cce4d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e645a2a4c41ae" /><Relationship Type="http://schemas.openxmlformats.org/officeDocument/2006/relationships/notesSlide" Target="/ppt/notesSlides/notesSlide11.xml" Id="R5f6812a5694f42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ee793965b41d1" /><Relationship Type="http://schemas.openxmlformats.org/officeDocument/2006/relationships/notesSlide" Target="/ppt/notesSlides/notesSlide12.xml" Id="R0437da6310d847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ed64b95ab4ae4" /><Relationship Type="http://schemas.openxmlformats.org/officeDocument/2006/relationships/notesSlide" Target="/ppt/notesSlides/notesSlide13.xml" Id="R51a2d4869b1e4e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83d3143064d49" /><Relationship Type="http://schemas.openxmlformats.org/officeDocument/2006/relationships/notesSlide" Target="/ppt/notesSlides/notesSlide14.xml" Id="Rda237c40ff7946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015c5b6664ca9" /><Relationship Type="http://schemas.openxmlformats.org/officeDocument/2006/relationships/notesSlide" Target="/ppt/notesSlides/notesSlide15.xml" Id="R0d1c765f141c4c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f1c78375a4c76" /><Relationship Type="http://schemas.openxmlformats.org/officeDocument/2006/relationships/notesSlide" Target="/ppt/notesSlides/notesSlide16.xml" Id="R120a71b681e34a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f8ee343a142c2" /><Relationship Type="http://schemas.openxmlformats.org/officeDocument/2006/relationships/notesSlide" Target="/ppt/notesSlides/notesSlide17.xml" Id="R02904ea699164e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02aa13db945b8" /><Relationship Type="http://schemas.openxmlformats.org/officeDocument/2006/relationships/notesSlide" Target="/ppt/notesSlides/notesSlide18.xml" Id="Rfa6614a0f0ad43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5eb55b5ef4f54" /><Relationship Type="http://schemas.openxmlformats.org/officeDocument/2006/relationships/notesSlide" Target="/ppt/notesSlides/notesSlide19.xml" Id="R7082f83b797340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a4c79bfb476a" /><Relationship Type="http://schemas.openxmlformats.org/officeDocument/2006/relationships/notesSlide" Target="/ppt/notesSlides/notesSlide20.xml" Id="Rd20fe573c26c4f8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5652be617499d" /><Relationship Type="http://schemas.openxmlformats.org/officeDocument/2006/relationships/notesSlide" Target="/ppt/notesSlides/notesSlide21.xml" Id="R01e7859f953242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baa0b2ea94325" /><Relationship Type="http://schemas.openxmlformats.org/officeDocument/2006/relationships/notesSlide" Target="/ppt/notesSlides/notesSlide22.xml" Id="R1c7920dda87e41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34df59b7b4db2" /><Relationship Type="http://schemas.openxmlformats.org/officeDocument/2006/relationships/notesSlide" Target="/ppt/notesSlides/notesSlide23.xml" Id="Rbc649718a4994a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4bffc66dc4085" /><Relationship Type="http://schemas.openxmlformats.org/officeDocument/2006/relationships/notesSlide" Target="/ppt/notesSlides/notesSlide24.xml" Id="Rf6db94b43fb341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318d381a44635" /><Relationship Type="http://schemas.openxmlformats.org/officeDocument/2006/relationships/notesSlide" Target="/ppt/notesSlides/notesSlide25.xml" Id="R81bb3770a5f742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05c4ed78438b" /><Relationship Type="http://schemas.openxmlformats.org/officeDocument/2006/relationships/image" Target="/ppt/media/image.jpeg" Id="Rd1ef9f619ea64e23" /><Relationship Type="http://schemas.openxmlformats.org/officeDocument/2006/relationships/hyperlink" Target="https://console.aws.amazon.com/iam/" TargetMode="External" Id="Raf1e2808941f4f72" /><Relationship Type="http://schemas.openxmlformats.org/officeDocument/2006/relationships/hyperlink" Target="https://docs.aws.amazon.com/IAM/latest/UserGuide/id_roles_create_for-idp_oidc.html" TargetMode="External" Id="R7b7e54f8cde242b6" /><Relationship Type="http://schemas.openxmlformats.org/officeDocument/2006/relationships/notesSlide" Target="/ppt/notesSlides/notesSlide26.xml" Id="R44ef0893b3ec40c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199d5e64f4474" /><Relationship Type="http://schemas.openxmlformats.org/officeDocument/2006/relationships/hyperlink" Target="https://ap-northeast-2.console.aws.amazon.com/ecr/private-registry/repositories?region=ap-northeast-2" TargetMode="External" Id="Rd4fc2ad71c2841d4" /><Relationship Type="http://schemas.openxmlformats.org/officeDocument/2006/relationships/hyperlink" Target="https://docs.aws.amazon.com/IAM/latest/UserGuide/id_roles_create_for-idp_oidc.html" TargetMode="External" Id="Rb878a11107624312" /><Relationship Type="http://schemas.openxmlformats.org/officeDocument/2006/relationships/image" Target="/ppt/media/image2.jpeg" Id="Re606b5defa3c470e" /><Relationship Type="http://schemas.openxmlformats.org/officeDocument/2006/relationships/notesSlide" Target="/ppt/notesSlides/notesSlide27.xml" Id="R4ab5266f935e41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fc3cf1a79453b" /><Relationship Type="http://schemas.openxmlformats.org/officeDocument/2006/relationships/hyperlink" Target="https://ap-northeast-2.console.aws.amazon.com/ecr/private-registry/repositories?region=ap-northeast-2" TargetMode="External" Id="R1d669534cc5d421c" /><Relationship Type="http://schemas.openxmlformats.org/officeDocument/2006/relationships/hyperlink" Target="https://docs.aws.amazon.com/IAM/latest/UserGuide/id_roles_create_for-idp_oidc.html" TargetMode="External" Id="R1766ec302c554b66" /><Relationship Type="http://schemas.openxmlformats.org/officeDocument/2006/relationships/image" Target="/ppt/media/image3.jpeg" Id="R14f992cac9444f26" /><Relationship Type="http://schemas.openxmlformats.org/officeDocument/2006/relationships/notesSlide" Target="/ppt/notesSlides/notesSlide28.xml" Id="R632dd31c5edc41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c87de62fd40a0" /><Relationship Type="http://schemas.openxmlformats.org/officeDocument/2006/relationships/hyperlink" Target="https://ap-northeast-2.console.aws.amazon.com/cloudshell/home?region=ap-northeast-2" TargetMode="External" Id="R146fcad7808f462d" /><Relationship Type="http://schemas.openxmlformats.org/officeDocument/2006/relationships/hyperlink" Target="https://docs.aws.amazon.com/IAM/latest/UserGuide/id_roles_create_for-idp_oidc.html" TargetMode="External" Id="R2a5b7bc3134147f4" /><Relationship Type="http://schemas.openxmlformats.org/officeDocument/2006/relationships/image" Target="/ppt/media/image4.jpeg" Id="R38fdf5e704064ebb" /><Relationship Type="http://schemas.openxmlformats.org/officeDocument/2006/relationships/notesSlide" Target="/ppt/notesSlides/notesSlide29.xml" Id="Rdddc9e73420048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04e0f2084d8b" /><Relationship Type="http://schemas.openxmlformats.org/officeDocument/2006/relationships/hyperlink" Target="https://ap-northeast-2.console.aws.amazon.com/ecr/private-registry/repositories?region=ap-northeast-2" TargetMode="External" Id="R2ba4265151eb4d74" /><Relationship Type="http://schemas.openxmlformats.org/officeDocument/2006/relationships/hyperlink" Target="https://docs.aws.amazon.com/IAM/latest/UserGuide/id_roles_create_for-idp_oidc.html" TargetMode="External" Id="R425b6bb80d604637" /><Relationship Type="http://schemas.openxmlformats.org/officeDocument/2006/relationships/image" Target="/ppt/media/image5.jpeg" Id="R6d706b32358c42dd" /><Relationship Type="http://schemas.openxmlformats.org/officeDocument/2006/relationships/notesSlide" Target="/ppt/notesSlides/notesSlide30.xml" Id="R76e08e42001f46d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deac719834925" /><Relationship Type="http://schemas.openxmlformats.org/officeDocument/2006/relationships/hyperlink" Target="https://us-east-1.console.aws.amazon.com/iam/home#/identity_providers" TargetMode="External" Id="Rb68c3308245a498c" /><Relationship Type="http://schemas.openxmlformats.org/officeDocument/2006/relationships/hyperlink" Target="https://docs.aws.amazon.com/IAM/latest/UserGuide/id_roles_create_for-idp_oidc.html" TargetMode="External" Id="R48356af1b6ee4e6c" /><Relationship Type="http://schemas.openxmlformats.org/officeDocument/2006/relationships/image" Target="/ppt/media/image6.jpeg" Id="R1ee109f8c6a04d36" /><Relationship Type="http://schemas.openxmlformats.org/officeDocument/2006/relationships/notesSlide" Target="/ppt/notesSlides/notesSlide31.xml" Id="Re0c6f51e044345c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3e9287fe64deb" /><Relationship Type="http://schemas.openxmlformats.org/officeDocument/2006/relationships/hyperlink" Target="https://us-east-1.console.aws.amazon.com/iam/home#/identity_providers" TargetMode="External" Id="R3d7115de6c5c4977" /><Relationship Type="http://schemas.openxmlformats.org/officeDocument/2006/relationships/hyperlink" Target="https://docs.aws.amazon.com/IAM/latest/UserGuide/id_roles_create_for-idp_oidc.html" TargetMode="External" Id="R3bdb9e1cdcfe45aa" /><Relationship Type="http://schemas.openxmlformats.org/officeDocument/2006/relationships/image" Target="/ppt/media/image7.jpeg" Id="Rfe4f87a6d6e34c60" /><Relationship Type="http://schemas.openxmlformats.org/officeDocument/2006/relationships/notesSlide" Target="/ppt/notesSlides/notesSlide32.xml" Id="R0a97f3dfdcc6478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b76837f26451f" /><Relationship Type="http://schemas.openxmlformats.org/officeDocument/2006/relationships/hyperlink" Target="https://us-east-1.console.aws.amazon.com/iam/home#/identity_providers" TargetMode="External" Id="Rbb14d466425140c2" /><Relationship Type="http://schemas.openxmlformats.org/officeDocument/2006/relationships/hyperlink" Target="https://docs.aws.amazon.com/IAM/latest/UserGuide/id_roles_create_for-idp_oidc.html" TargetMode="External" Id="R58ceb5556f1e4207" /><Relationship Type="http://schemas.openxmlformats.org/officeDocument/2006/relationships/image" Target="/ppt/media/image8.jpeg" Id="R1df38bacefa64ddc" /><Relationship Type="http://schemas.openxmlformats.org/officeDocument/2006/relationships/notesSlide" Target="/ppt/notesSlides/notesSlide33.xml" Id="R10adb70ca6b24e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f2ad716f24090" /><Relationship Type="http://schemas.openxmlformats.org/officeDocument/2006/relationships/hyperlink" Target="https://docs.github.com/en/actions/how-tos/secure-your-work/security-harden-deployments/oidc-in-aws" TargetMode="External" Id="R44cd1c4abbef46b4" /><Relationship Type="http://schemas.openxmlformats.org/officeDocument/2006/relationships/hyperlink" Target="https://docs.aws.amazon.com/IAM/latest/UserGuide/id_roles_create_for-idp_oidc.html" TargetMode="External" Id="Rfc4cac0a72364e0d" /><Relationship Type="http://schemas.openxmlformats.org/officeDocument/2006/relationships/image" Target="/ppt/media/image9.jpeg" Id="R0a473bb951e64a40" /><Relationship Type="http://schemas.openxmlformats.org/officeDocument/2006/relationships/notesSlide" Target="/ppt/notesSlides/notesSlide34.xml" Id="R91b72f8fa07d473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2de21b49f4fe3" /><Relationship Type="http://schemas.openxmlformats.org/officeDocument/2006/relationships/hyperlink" Target="https://docs.github.com/ko/actions/how-tos/secure-your-work/security-harden-deployments/oidc-in-aws" TargetMode="External" Id="R0f3d95e3de6a414f" /><Relationship Type="http://schemas.openxmlformats.org/officeDocument/2006/relationships/hyperlink" Target="https://docs.aws.amazon.com/IAM/latest/UserGuide/id_roles_create_for-idp_oidc.html" TargetMode="External" Id="R747cfafd57a641f1" /><Relationship Type="http://schemas.openxmlformats.org/officeDocument/2006/relationships/image" Target="/ppt/media/image10.jpeg" Id="R9ae7d20d8b5c492e" /><Relationship Type="http://schemas.openxmlformats.org/officeDocument/2006/relationships/notesSlide" Target="/ppt/notesSlides/notesSlide35.xml" Id="Rfa0cff8588aa4b5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6cfcc105f4644" /><Relationship Type="http://schemas.openxmlformats.org/officeDocument/2006/relationships/hyperlink" Target="https://docs.github.com/ko/actions/how-tos/secure-your-work/security-harden-deployments/oidc-in-aws#&#50892;&#53356;&#54540;&#47196;&#47484;-&#50629;&#45936;&#51060;&#53944;&#54616;&#44592;-github-actions" TargetMode="External" Id="R25c8b212b49e4196" /><Relationship Type="http://schemas.openxmlformats.org/officeDocument/2006/relationships/hyperlink" Target="https://docs.aws.amazon.com/IAM/latest/UserGuide/id_roles_create_for-idp_oidc.html" TargetMode="External" Id="R5ef8f7dde4e94c1b" /><Relationship Type="http://schemas.openxmlformats.org/officeDocument/2006/relationships/image" Target="/ppt/media/image11.jpeg" Id="Re4eac128874746f0" /><Relationship Type="http://schemas.openxmlformats.org/officeDocument/2006/relationships/notesSlide" Target="/ppt/notesSlides/notesSlide36.xml" Id="Rbb99087847834f4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da2b3dd414c02" /><Relationship Type="http://schemas.openxmlformats.org/officeDocument/2006/relationships/hyperlink" Target="https://ap-northeast-2.console.aws.amazon.com/ec2/home?region=ap-northeast-2#Instances:" TargetMode="External" Id="R93cb2ac28e5f425f" /><Relationship Type="http://schemas.openxmlformats.org/officeDocument/2006/relationships/hyperlink" Target="https://docs.aws.amazon.com/IAM/latest/UserGuide/id_roles_create_for-idp_oidc.html" TargetMode="External" Id="Re805f3e0ce4e4f66" /><Relationship Type="http://schemas.openxmlformats.org/officeDocument/2006/relationships/image" Target="/ppt/media/image12.jpeg" Id="R24f6d5be9b774039" /><Relationship Type="http://schemas.openxmlformats.org/officeDocument/2006/relationships/notesSlide" Target="/ppt/notesSlides/notesSlide37.xml" Id="R03bb8342915c40f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00123a9554d32" /><Relationship Type="http://schemas.openxmlformats.org/officeDocument/2006/relationships/hyperlink" Target="https://ap-northeast-2.console.aws.amazon.com/systems-manager/managed-instances?region=ap-northeast-2" TargetMode="External" Id="Rabc8238a8c0a470c" /><Relationship Type="http://schemas.openxmlformats.org/officeDocument/2006/relationships/hyperlink" Target="https://docs.aws.amazon.com/IAM/latest/UserGuide/id_roles_create_for-idp_oidc.html" TargetMode="External" Id="R6fd78a56b4984a56" /><Relationship Type="http://schemas.openxmlformats.org/officeDocument/2006/relationships/image" Target="/ppt/media/image13.jpeg" Id="R88f266a2ceef42a0" /><Relationship Type="http://schemas.openxmlformats.org/officeDocument/2006/relationships/notesSlide" Target="/ppt/notesSlides/notesSlide38.xml" Id="Re06383ddaa9842c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bfdb6bde746f8" /><Relationship Type="http://schemas.openxmlformats.org/officeDocument/2006/relationships/hyperlink" Target="https://ap-northeast-2.console.aws.amazon.com/systems-manager/run-command?region=ap-northeast-2" TargetMode="External" Id="Rb526f4afaa0d4295" /><Relationship Type="http://schemas.openxmlformats.org/officeDocument/2006/relationships/hyperlink" Target="https://docs.aws.amazon.com/IAM/latest/UserGuide/id_roles_create_for-idp_oidc.html" TargetMode="External" Id="R22198f16d2164b7a" /><Relationship Type="http://schemas.openxmlformats.org/officeDocument/2006/relationships/image" Target="/ppt/media/image14.jpeg" Id="Rd6996d274ca94891" /><Relationship Type="http://schemas.openxmlformats.org/officeDocument/2006/relationships/notesSlide" Target="/ppt/notesSlides/notesSlide39.xml" Id="R4a63701fd7c74f7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a855c5544e84" /><Relationship Type="http://schemas.openxmlformats.org/officeDocument/2006/relationships/hyperlink" Target="https://ap-northeast-2.console.aws.amazon.com/cloudshell/home?region=ap-northeast-2" TargetMode="External" Id="Rf615754c54ab4ecc" /><Relationship Type="http://schemas.openxmlformats.org/officeDocument/2006/relationships/hyperlink" Target="https://docs.aws.amazon.com/IAM/latest/UserGuide/id_roles_create_for-idp_oidc.html" TargetMode="External" Id="Rcea8d82a318b4243" /><Relationship Type="http://schemas.openxmlformats.org/officeDocument/2006/relationships/image" Target="/ppt/media/image15.jpeg" Id="Ra4fead3764544616" /><Relationship Type="http://schemas.openxmlformats.org/officeDocument/2006/relationships/notesSlide" Target="/ppt/notesSlides/notesSlide40.xml" Id="Ra69d1e5bfa294c7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8862e946443a6" /><Relationship Type="http://schemas.openxmlformats.org/officeDocument/2006/relationships/hyperlink" Target="https://ap-northeast-2.console.aws.amazon.com/systems-manager/run-command?region=ap-northeast-2" TargetMode="External" Id="R263fdc1b3ece4e2d" /><Relationship Type="http://schemas.openxmlformats.org/officeDocument/2006/relationships/hyperlink" Target="https://docs.aws.amazon.com/IAM/latest/UserGuide/id_roles_create_for-idp_oidc.html" TargetMode="External" Id="Rdb0ef7f9d8d6418a" /><Relationship Type="http://schemas.openxmlformats.org/officeDocument/2006/relationships/image" Target="/ppt/media/image16.jpeg" Id="Ra1c49b420b804abc" /><Relationship Type="http://schemas.openxmlformats.org/officeDocument/2006/relationships/notesSlide" Target="/ppt/notesSlides/notesSlide41.xml" Id="Ra30c595d040c424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d1a814c6449b4" /><Relationship Type="http://schemas.openxmlformats.org/officeDocument/2006/relationships/hyperlink" Target="https://ap-northeast-2.console.aws.amazon.com/systems-manager/run-command?region=ap-northeast-2" TargetMode="External" Id="R012fe02859c34c78" /><Relationship Type="http://schemas.openxmlformats.org/officeDocument/2006/relationships/hyperlink" Target="https://docs.aws.amazon.com/IAM/latest/UserGuide/id_roles_create_for-idp_oidc.html" TargetMode="External" Id="Racb8ab2690134cc8" /><Relationship Type="http://schemas.openxmlformats.org/officeDocument/2006/relationships/image" Target="/ppt/media/image17.jpeg" Id="Rfb728aa188c74383" /><Relationship Type="http://schemas.openxmlformats.org/officeDocument/2006/relationships/notesSlide" Target="/ppt/notesSlides/notesSlide42.xml" Id="R2dfbfb9b8433479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340a9906840bf" /><Relationship Type="http://schemas.openxmlformats.org/officeDocument/2006/relationships/hyperlink" Target="https://ap-northeast-2.console.aws.amazon.com/systems-manager/run-command?region=ap-northeast-2" TargetMode="External" Id="R908523d30b27410f" /><Relationship Type="http://schemas.openxmlformats.org/officeDocument/2006/relationships/hyperlink" Target="https://docs.aws.amazon.com/IAM/latest/UserGuide/id_roles_create_for-idp_oidc.html" TargetMode="External" Id="R763bb63f0f784f6a" /><Relationship Type="http://schemas.openxmlformats.org/officeDocument/2006/relationships/image" Target="/ppt/media/image18.jpeg" Id="R9a23f8b5c0034946" /><Relationship Type="http://schemas.openxmlformats.org/officeDocument/2006/relationships/notesSlide" Target="/ppt/notesSlides/notesSlide43.xml" Id="R0278b14d35ea407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800dd7ff54383" /><Relationship Type="http://schemas.openxmlformats.org/officeDocument/2006/relationships/hyperlink" Target="https://ap-northeast-2.console.aws.amazon.com/systems-manager/run-command?region=ap-northeast-2" TargetMode="External" Id="R331eb24cf94348f4" /><Relationship Type="http://schemas.openxmlformats.org/officeDocument/2006/relationships/hyperlink" Target="https://docs.aws.amazon.com/IAM/latest/UserGuide/id_roles_create_for-idp_oidc.html" TargetMode="External" Id="Rfc814327c9f34846" /><Relationship Type="http://schemas.openxmlformats.org/officeDocument/2006/relationships/image" Target="/ppt/media/image19.jpeg" Id="R5a0b6561c68548b8" /><Relationship Type="http://schemas.openxmlformats.org/officeDocument/2006/relationships/notesSlide" Target="/ppt/notesSlides/notesSlide44.xml" Id="Red3726be2c03457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3d24b658441e5" /><Relationship Type="http://schemas.openxmlformats.org/officeDocument/2006/relationships/hyperlink" Target="https://ap-northeast-2.console.aws.amazon.com/ec2/home?region=ap-northeast-2#Instances:" TargetMode="External" Id="R8901ba8201f941ad" /><Relationship Type="http://schemas.openxmlformats.org/officeDocument/2006/relationships/hyperlink" Target="https://docs.aws.amazon.com/IAM/latest/UserGuide/id_roles_create_for-idp_oidc.html" TargetMode="External" Id="R440e0258414a49b3" /><Relationship Type="http://schemas.openxmlformats.org/officeDocument/2006/relationships/image" Target="/ppt/media/image20.jpeg" Id="R9e0a2e371d574af7" /><Relationship Type="http://schemas.openxmlformats.org/officeDocument/2006/relationships/notesSlide" Target="/ppt/notesSlides/notesSlide45.xml" Id="Rb47063be3c28414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248aa0b0d428f" /><Relationship Type="http://schemas.openxmlformats.org/officeDocument/2006/relationships/hyperlink" Target="https://ap-northeast-2.console.aws.amazon.com/ec2/home?region=ap-northeast-2#Instances:" TargetMode="External" Id="Rb1c3c5a47082479f" /><Relationship Type="http://schemas.openxmlformats.org/officeDocument/2006/relationships/hyperlink" Target="https://docs.aws.amazon.com/IAM/latest/UserGuide/id_roles_create_for-idp_oidc.html" TargetMode="External" Id="Rb64c865cf0d24443" /><Relationship Type="http://schemas.openxmlformats.org/officeDocument/2006/relationships/image" Target="/ppt/media/image21.jpeg" Id="Rb466ea9dac6f4b84" /><Relationship Type="http://schemas.openxmlformats.org/officeDocument/2006/relationships/notesSlide" Target="/ppt/notesSlides/notesSlide46.xml" Id="R1c333a7a2a9449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859BE41-B0E5-4A07-862E-CBE2B70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DE5005-A205-4666-87A9-5EE7A8CA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B391CE-F661-426D-9D72-8531DD6D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12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9B337C6-BFA6-41A5-998F-24206189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 자동화 (Git · GitHub Actions)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1355A8-6B99-4398-9EC5-494B013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워크플로 템플릿의 빈칸 세 곳을 채워, 커밋 1회로 서버가 갱신되게 만들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0D0E06C-35E1-4420-B378-0ADAFD2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BC37006-D296-4360-A8FA-B24CE92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4673AF7-40BD-4080-8286-69878CC0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2001070308_19v1.2   2001070401_20v1.2   2001070406_20v1.3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9856019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34F2B9-D89C-4D12-B87F-63FCCA0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9A8884-C6F1-4A28-9517-2F757D3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BDC6D-2E8F-41F2-85C6-23C4C6E4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7ABF51-CC3E-4237-B075-76C548D3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지난주 복습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4FC41B-B601-4469-9B55-71260FD8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BF8EA3D-1B57-497B-B56C-BA26EC2C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F1C7099-3600-405A-8B72-4B8EF6B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수동 배포의 문제 / CI·CD / Git / Actions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CA516E-CBD7-4D3A-BE70-FD09AB7C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F77C95-855D-43CE-AF0D-FACE9AA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A4AE90-FE8A-407F-93A9-4A99F429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8D55DB-6F76-493E-994E-E192A3F1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73A48C7-50BF-4AA3-BE34-F0B287A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C2EF0D-3379-4095-8FC2-70CE2A77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저장소 정리 · 브랜치에서 PR 1회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6A1025-D82F-4646-8CBE-BC7AD0F7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443FF7F-EA36-42CD-B9B5-461B6090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C9AE0B0-0F55-475C-A9C5-E664F805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F486F80-F672-4178-ADA9-8F7A22E1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B256746-E482-48A2-B8F3-CF9794BB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CFDB87-8BB4-46CC-900B-6FA77976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워크플로 빈칸 채워 자동 배포 완성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3255389-A481-4FAE-A770-0D598953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F5F1856-5316-4543-A0C2-8DE47412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A261A5-A565-4D9D-90E1-36E46126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+ 다음주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92E8585-7504-480F-804D-E15BA16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75DDD63-0B15-457A-BAE6-9FBBC12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FAAB206-7459-42B4-9A74-141ADF62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A36750C-CF89-4774-A48E-F79622D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3F953B9-EC6E-49B5-AD69-6846F487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D2F53A8-A09B-4A1B-B366-2132CB84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1174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589FEB-7D8D-45C8-9F49-2C7A49A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5A88AA-FCD3-43F8-9CA7-60CEDDAE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DE509E-8A81-4719-963F-E5BE5F9C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수동 배포는 왜 사고가 나는가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E60E22-F45F-45AC-A151-BBC75BB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자동화의 목적은 편의가 아닙니다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28736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0A1359-F78F-4227-B4AA-194B15E0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서버에 도는 이미지가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어느 코드로 만든 것인지 증명되나요?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4680C8-6FD6-49EF-8228-21BAB56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손으로 배포하면 증명할 방법이 없습니다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45970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F805DA-97E9-4D82-9DCA-54C90B1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손으로 배포하면 반드시 생기는 일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7B1821-C059-4D84-97C1-BB51B42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처음 두세 번은 재미있고, 스무 번째에 사고가 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EB05B9-8B45-4895-8C35-0241ABE6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8E7BA4-AA6C-49DA-B41E-44E924E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E44D67-F289-431D-A28E-E6D6B229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단계를 빼먹는다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30F840-8AFD-4AF5-8F69-1C605F58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push를 빼먹고 pull하면 예전 이미지가 그대로 받아진다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028D5B-24AE-4DA5-AFC5-61D0E0F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E2AA0C7-BF97-48E8-9C78-0252335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7903BA-6AE8-4E08-9F2D-574758C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오타와 리전 실수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C72CA1-5D2D-40FD-803D-ED7A778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latest를 lastest로, 서울 대신 버지니아에 올린다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5A5B28A-F113-42AB-A91A-05248458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E90E66-82AA-47DF-92EC-2118887E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C4E93F-33B7-4D1E-85B6-16E7583E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누가 뭘 올렸는지 모른다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80F60BA-96C0-4EEF-B24B-4A24BDB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팀원이 각자 빌드하면 남의 수정이 조용히 사라진다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BEB9B8-7904-49D4-A150-EF578EAE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9D0076-BF4F-428F-AF91-2E002308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A737CDA-4E4D-44EE-A3C7-EA17029F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가장 위험한 실패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81C96D-75C7-4A60-9518-E9B1E10F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에러 없이 예전 버전이 계속 도는 것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07E1EC6-05FC-4D56-A645-12218CA4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A3F5608-2B16-4B22-BD44-914A5CD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자동화의 진짜 목적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E6440E6-FC73-4157-92B3-02E2F1F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편하려고가 아니다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기록이 남는다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되돌아갈 수 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이미지에 커밋 번호가 박힌다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918044E-F4DA-46BD-BEF0-C4348C01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72C0B44-E681-4527-B0E0-BC5BED9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067996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77A727-0D7C-40DC-92C4-F4CFD63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CI/CD 파이프라인 4단계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599FCC-BEB9-44A7-8ECB-554E2AB2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CI는 지속적인 통합, CD는 지속적인 배포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56E2B4E-58DA-4993-B6C7-E0A6F876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318842-C30A-493B-AA02-51200D9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4F6AA4-E8A5-47EB-A9DB-0512CEE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ED2123-E7EB-41C4-84EF-95E964BF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1. 테스트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4797992-4F29-4A29-89D8-BE4B88FA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코드가 켜지기는 하는가. /health가 200이면 충분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1F53DB-50CB-4231-AA77-E069C5E4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EB9567-72F1-4207-B27D-93D37B0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33620D-9DF3-4038-B696-B5F7B9B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7B18EA0-19D4-4011-8C43-F2DA72BF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2. 빌드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1B6FF6D-5405-49F1-B0FF-2D79730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도커 이미지를 만든다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300D95-34AC-4EF2-A7E8-BA7C9C0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5297FC7-A794-4BF7-A46C-D3EFBC0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CA4AEF-DD79-4C12-B9D9-8F34F46C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5005312-4DC0-426A-A188-EACE7AA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3. 푸시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D0E90-29C4-4F48-ABE2-D3E89C1F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만든 이미지를 ECR에 올린다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1522D45-174F-45FC-8C4C-82045629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42F595C-60EC-47B3-B72F-39A9A44C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87EC38-DD18-4255-A94E-09CC1E04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046553-779F-4014-8E1B-3E47283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4. 배포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F53559-46D8-4465-BBA3-F5F4854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EC2가 새 이미지를 받아 컨테이너를 갈아 끼운다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90DE6D2-535D-4E85-83BB-14099ECE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B51206-CB9F-411C-9162-807103F5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D6F51DE-C2CC-497B-B663-67A5356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F606044-17E0-45F3-9D82-A781D7E0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안전장치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261C63E-56CE-4798-84B2-9082AD5C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앞 단계가 실패하면 뒤 단계는 실행되지 않는다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B2F6E8B-65D4-450E-9027-7DC05883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4B9A18-7F7F-443F-82F3-07E4B69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64963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1F7477-E1B8-4E56-BDAB-2033AA2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배우는 것의 근거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C63E29-F16D-45F5-8B02-5337DE40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국가표준</a:t>
            </a:r>
            <a:endParaRPr sz="7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67890F-5DC9-412C-B4B4-739106D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교수 취향이 아니라 국가가 요구하는 항목입니다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D999B5-538A-4E9C-B2A8-F0DD310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NCS 2001070406 인공지능서비스 운영장애관리 학습모듈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핵심 용어에 MLOps · AIOps · 오케스트레이션이 명시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그리고 지속적 통합(CI)과 지속적 배포(CD)가 나란히 적혀 있음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즉 이력서에 적어도 되는 내용이라는 뜻입니다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726981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B3E253-4ABB-4C10-AC69-A51AA972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쓸 Git 다섯 동작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52C905-33C9-47DF-A2CA-17E33B15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Git은 저장이 아니라 스냅샷 사진첩입니다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8BE5674-9F7A-49E9-A646-F201E56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7FD17D-94F9-4AED-82EB-E00806E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1EEFF9-C52E-4B13-A929-29E420B8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clone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0718BAD-08D2-4227-9F4F-BAE2ADDF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사진첩을 통째로 내 컴퓨터에 복사해 온다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EFC7CB4-F7D5-4AA6-9E51-F60B69E8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E0F208-6C15-4FE6-A68D-EF3F8AF5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681C597-46A0-440D-B6E9-F320DC79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branch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C45EDD-E8B1-4E19-9FF3-BF3B046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원본을 안 건드리고 따로 작업하는 가지를 만든다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C6A3C57-9BB6-4622-906F-7418A80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D9C277-8751-45B9-B6D4-87AFE83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CDB0466-D0CE-4117-BA4E-3CCBB9B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commit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09F01D-CA55-4F8E-9207-E8245C91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그 순간의 프로젝트 전체 사진을 한 장 찍는다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B84690F-A356-40AC-AF93-43890C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91AB6C2-A874-4D34-BC20-5C15208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47B1638-D108-4331-84EB-2023566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push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31817E-802D-459D-9374-CA784154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내 사진첩을 GitHub 사진첩으로 밀어 올린다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D92E53A-9615-4F2A-AB49-9520F867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308C65-47E9-4FB4-9B20-DFBFBF3E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7FAE86-9D26-4C95-8246-7E25566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265889B-257F-44A8-8CCA-A8E0504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합쳐주세요 요청. 무엇이 바뀌었는지 보이고 승인받는다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91B54D7-50E4-495D-A10D-453D95E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8F14B91-FF5A-4314-811B-B7F12AD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규칙은 하나뿐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908A89A-4413-44F4-8287-D335CFD6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main에서 직접 작업 금지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main은 서버에 떠 있는 코드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커밋 메시지는 무엇을 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한글로 써도 됩니다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A1715E9-801F-4323-A1C2-AEB3DB2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8FAE757-C0A8-4CCA-8ACA-F80E28D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256505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26AF5D-4258-4421-97B2-9DCC0869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저장소에 올리면 안 되는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AC7529-4FB4-485B-99AC-0C20A59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.gitignore를 제일 먼저 만드는 이유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10DB5D-6C79-4339-A168-36F06A3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72F9BEA-E7B8-4720-BA3C-10D77017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8652A7-F33D-41D9-BC8B-2AE6EB6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11DAB4-5E28-4F3E-949A-65F2C576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AWS 키를 올리면 몇 분 안에 봇이 긁어갑니다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6C89AD3-97BD-4527-A666-CD82597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.env, *.pem, credentials 파일은 절대 커밋하지 않습니다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100MB 넘는 모델 파일은 push 자체가 거부됩니다. 모델은 S3에 둡니다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__pycache__, .venv, mlruns 도 .gitignore에 넣습니다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이미 커밋했다면 파일을 지워도 과거 커밋에 남습니다. IAM에서 키부터 비활성화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요금은 학과 계정으로 청구됩니다. 매년 실제로 발생하는 사고입니다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2E73406-E6E2-4B2E-BCA4-C50D6F43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770F0F3-1E9D-48C1-B41D-AA3E3B88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046723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01E186-1FC8-4C15-9D24-32D746D1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GitHub Actions는 3층 구조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D2BC42-574F-4CFE-B61E-E042AF0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저장소 안 .github/workflows/ 폴더에 YAML 하나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C6547A-4797-4F56-BF62-24BEC700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4F8353-DB1F-4B44-B721-E6FF717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5F8643-34C9-4296-AD6A-CEE0E64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0604C6-FC65-4E28-97ED-2FB429B9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워크플로 (Workflow)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1DCA1E-D34C-42D8-8835-8AB15F2D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YAML 파일 하나가 워크플로 하나. 맨 위 on: 에 언제 발동할지를 씁니다.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8365170-130B-4874-A81C-BD6B68FB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F9AD757-BC63-4B09-8C0C-98B10D1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8E56653-116D-40F2-AEA8-CA01E85B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9085F84-B7FE-490A-AB98-E46B4F6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잡 (Job)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54E6FD-9F28-46CA-BA34-7653077A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워크플로 안의 큰 덩어리. 잡은 기본적으로 동시에 돌기 때문에 needs: 로 순서를 강제합니다.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CA1ACA8-A596-4453-86FA-C75C6098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E0CDCB6-8EE9-4CE8-8F5C-B6BF0E2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0C410AA-20A4-489A-BDA7-9A77BB8B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FCD27E-3B97-4083-BFC5-824B87D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스텝 (Step)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EC0E6A9-0EA4-44EE-931E-81312679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잡 안의 명령 한 줄. run: 은 직접 명령, uses: 는 남이 만들어둔 부품을 갖다 쓰는 것입니다.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053A565-93ED-4E03-87EF-2178F65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995F2E4-ED4E-4EDE-9B5E-108C41D6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D2619B3-CCFE-4120-9DD4-6CDF954E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D07004A-26B7-4287-B2B5-8C3A23B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러너 (Runner)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993AC9D-84A0-4E57-B966-F30E7E4B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워크플로가 실제로 도는 임시 컴퓨터. 매번 새 우분투를 띄우고 끝나면 버립니다.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A9279B1-EC13-47E1-BBE0-CBC616DC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94F6888-328D-432A-8ECE-25C584C2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42830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6884F8-6736-4F99-9D49-4C11950F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권한과 명령 전달, 어떻게 하나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BBDFFC-1862-4E32-8A86-83F41622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둘 다 강사가 이미 구성해 뒀습니다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F5B61CD-71F5-445A-896C-2915CA80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6BBA015-C919-4C6C-8D2D-EA86D5C0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E97183-ED76-4D3D-8EB0-44FC9B83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예전 방식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622F2D-7E05-41CC-A240-8FE5493C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AWS 액세스 키를 GitHub에 저장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키가 유출되면 그대로 끝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EC2에 SSH로 접속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22번 포트를 열어둬야 함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키 파일을 GitHub에 넣어야 함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6CDB2F4-81DC-4694-B032-471E3E16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DD4E89A-DCDB-4E82-B18C-D3392FC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153CAF-A098-4AC4-A67D-20B8D5E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쓰는 방식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1EB447-120F-460E-9332-FF0A6A2A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OIDC 신분 증명으로 임시 권한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15분 뒤 소멸, 어디에도 저장 안 함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SSM Run Command로 명령 전달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포트를 열지 않아도 됨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키 파일이 필요 없음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495665-CFC2-459E-A6D2-5ADEDDE2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30906C-2A8C-41D6-89AF-6C1ED026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4619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385CA8-8086-4821-8759-C6D4223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691829-48DD-48BE-8BA2-CF9154FC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A64F4C-79D1-4ADF-AC23-497703A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저장소 정리와 PR 한 사이클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8A6C4A-C544-409F-A160-FCFB9FAA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503669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564C5B-5791-4CFA-A5CA-0D20AEE8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458773-75F6-4846-A1E6-7FCEA867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전원이 브랜치에서 PR까지 한 바퀴 돕니다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B1897F9-8FBC-4FB8-8493-37F3FF1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1808C9-162B-4ED7-B793-4526D2EB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A886DB-35FF-4E56-92B4-79D2A270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37263C5-800B-4406-BC10-88A0017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Git 신원 설정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F4BA518-B423-4DD0-8BFF-32170B86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user.name과 user.email 두 줄. 아직 안 한 사람만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F552C2E-28E4-4732-B4F0-A34E67A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6310BE-25D3-472E-956E-21FCE5B5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5A6734-EA65-4697-8CAA-6E2B0CB0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03BE2E9-722F-4914-9A55-A1066726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저장소 clone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1F5B218-9F2B-4ACE-849C-1F9E0A69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비밀번호를 묻고 실패하면 PAT를 발급합니다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46FFD6-C651-43C7-A6C9-64EA762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4E50F13-9134-4726-BE76-70963D06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0EE514F-54D0-4604-9AC1-C89D6EB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C1AA3D-A812-43D6-A026-DB045CB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.gitignore 만들기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267B253-3B1B-4511-B30E-09BA658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비밀 정보와 대용량 파일을 제외 목록에 넣습니다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FC543F5-1CB5-462D-8A2C-B5A61DB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F4EF870-A229-481E-991D-8AE4D7D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D1E793-02AA-48D6-A754-60570B8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F90DFD-6E9D-46EC-BA30-0E06D349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브랜치를 파고 커밋 후 push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C8D57C6-1AF2-4D7C-BF07-19DA301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chore/add-gitignore 브랜치에서 작업합니다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437D870-13F7-4D5E-B114-EDD252D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FD14C84-C357-4385-9F86-D22BFC35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C7977F-278F-43CE-A0E3-9A3507E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475EB60-DF9C-49B5-A0F2-C9A21507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 올리고 팀원 승인 후 병합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1B5A10-08D4-49BF-B885-9341505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리뷰어를 지정하고 Approve를 받아야 합쳐집니다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8280E6E-8631-42F4-9B66-820D4B07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85CB367-9E3B-44D9-B9A4-538858F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148540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0D6193-7BAA-4649-97D3-6721C43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A에서 칠 명령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051DC0-BC7F-4D67-9B66-1DF33B41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저장소 폴더 안에서 실행합니다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AF04AA-4C8B-494A-B55B-9F469B48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77082C5-0091-4ABB-884B-31E5C373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D87F8B-8E37-4823-9788-D2C21280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Git 신원 설정 (전원 1회, 아직 안 한 사람만)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config --global user.name "&lt;본인 이름 또는 GitHub 아이디&gt;"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config --global user.email "&lt;GitHub에 등록한 이메일&gt;"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팀 저장소 복사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clone https://github.com/&lt;조직&gt;/&lt;팀 저장소 이름&gt;.git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&lt;팀 저장소 이름&gt;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브랜치를 파고 .gitignore 커밋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switch -c chore/add-gitignore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add .gitignore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commit -m "저장소 정리: .gitignore 추가"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push -u origin chore/add-gitignore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PR 병합 후 내 로컬로 가져오기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switch main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git pull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F7F733-DB6D-43E2-A638-6D762981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꺾쇠 기호는 지우고 본인 값을 넣습니다. push에서 비밀번호를 물으면 PAT를 붙여넣습니다.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71A769-9442-45AF-9147-39581A57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07A14C0-F70A-4556-AEF0-C65AFC7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3236023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A7300-9A2F-4259-8DCC-6E24EBFE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62B32D-132E-424F-BA82-C3E0FB3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Support for password authentication was removed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GitHub 비밀번호 인증 폐지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PAT 발급 후 Password 자리에 토큰 붙여넣기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fatal: not a git repository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저장소 폴더 밖에서 명령 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pwd로 위치 확인 후 cd &lt;팀 저장소 이름&gt;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failed to push some refs ... behind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팀원이 먼저 push함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pull --rebase 후 다시 git push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 model.pkl exceeds 100.00 MB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파일이 커밋됨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rm --cached 후 .gitignore에 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.gitignore를 넣었는데 __pycache__가 보임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 추적 중인 파일에는 규칙이 안 먹힘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rm -r --cached __pycache__ 후 커밋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Merge 버튼이 회색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main 보호 규칙의 승인 1건 미충족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팀원에게 Approve 요청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0BDE1A1-1BF4-4BE5-9B4C-EBD9193B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65AE8CE-D1B2-41B5-A403-8E22D07C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030356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4ACD03-4D7B-45BF-8E53-83C1D71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B1016C-35B6-4A09-B33B-99222384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4FE037-407F-4D35-9B0A-B80DD61C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워크플로 빈칸 채우기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8C6663-A4F1-4519-A261-6DDA7E8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팀이 직접 수행합니다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599794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C04FD7-8E2F-4FFB-8458-F17DEE6C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여러분이 채울 곳은 세 곳입니다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ECE0DC-015C-41B9-B168-E2ECDA1E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YAML 전체를 작성하라는 과제가 아닙니다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DDFFD7B-155C-41F8-B294-CCE268D6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343607-3C1F-4AFA-93BF-3C40883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86633-2822-47DD-BD02-EA8F964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리전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1564ED-1250-440B-B24E-A70739C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ap-northeast-2 를 그대로 적습니다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2763734-ED79-4EBA-BC13-C262789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457D8F-5A59-4703-8314-6211A1B0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DBAF26-62ED-43DD-A12F-FB3702A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 리포지토리 이름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C901F73-C5BE-4902-97F3-A00FB0B2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URI 전체가 아니라 이름만. 예: mlops-2026-t01-api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EA3202A-E665-409F-B6D5-1FF7BE93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623DB-6E80-4D80-9A46-5ABAF8B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C8237-A20C-4898-8AD2-4700E471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 인스턴스 ID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D38423-F2C8-4C7D-BF49-C018B86D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i- 로 시작하는 배포 대상 인스턴스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E3F5F9F-697B-4E24-9852-1BE795BC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4F76492-02C8-4233-AB2F-33A3D360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A196E9-DD66-46A9-886E-E9CEC128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나머지 줄은 손대지 않습니다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88F824-E61B-4C46-B42D-6D0A465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들여쓰기를 새로 치지 마세요. 꺾쇠만 지웁니다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47B1128-5539-4527-AF25-9F9E0B65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0B019E-1ED2-43D5-B301-C8D13A60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이미 되어 있는 것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47DB89-D906-44B4-A00A-5FB3E979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OIDC 역할과 신뢰 정책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저장소 Secrets 등록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EC2의 deploy.sh 배치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SSM 에이전트 동작 확인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2A654E8-03AC-46E6-9042-E3A050E8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50B1C8-DCA7-4DF2-BCD9-2FBB0F7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038963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66F5C4-BEF7-4AB2-B886-3DFD052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deploy.yml (1/2) — 발동 조건과 테스트 잡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685571-2459-438A-860E-A896DE1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.github/workflows/deploy.yml 로 저장합니다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FE2499-74D7-4266-AFC6-1C118E7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463896-1188-42C9-9D37-833E8DBD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yaml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75946B-A1F6-45CC-9649-2A81F987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name: deploy-mlops-api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on: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push: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branches: [ main ]      # main에 병합되는 순간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workflow_dispatch:        # Actions 탭 버튼으로 직접 실행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env: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AWS_REGION: &lt;리전 — ap-northeast-2 를 그대로&gt;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ECR_REPOSITORY: &lt;ECR 리포지토리 이름 — URI가 아니라 이름만&gt;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EC2_INSTANCE_ID: &lt;배포 대상 EC2 인스턴스 ID — i- 로 시작&gt;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jobs: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test: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runs-on: ubuntu-latest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steps: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uses: actions/checkout@v4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run: pytest -q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CE6B23-6535-40EF-A798-0BA2338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꺾쇠 세 곳만 바꿉니다. 다른 줄은 한 글자도 건드리지 않습니다.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EAF8A2-E1AB-4B15-868C-18080085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52CCA17-F8B4-46D6-8C92-2BB0D8D6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8489055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DA5C2D-E398-4E68-8FED-41266C1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deploy.yml (2/2) — 빌드·푸시·배포 잡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D6E52A-1211-4AAA-8F11-E97388CE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부분은 이미 다 적혀 있습니다. 읽고 이해만 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81ED49-5BB8-42D4-89E7-190DA4F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E8C7892-D642-444F-9813-22375E6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yaml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CA1057-7E95-43D5-B137-3DCA3F88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build-and-deploy: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needs: test               # test가 성공해야만 시작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runs-on: ubuntu-latest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permissions: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id-token: write         # OIDC 임시 자격증명 발급용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contents: read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steps: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uses: actions/checkout@v4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name: AWS 임시 자격증명 받기 (OIDC)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uses: aws-actions/configure-aws-credentials@v4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with: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role-to-assume: ${{ secrets.AWS_DEPLOY_ROLE_ARN }}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aws-region: ${{ env.AWS_REGION }}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name: ECR 로그인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uses: aws-actions/amazon-ecr-login@v2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name: 빌드 · ECR 푸시 · SSM으로 EC2 재배포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run: |          # 이하 스텝은 템플릿에 그대로 들어 있음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B196FBF-1756-4C60-A3B1-F3D3F618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이미지 태그에 커밋 해시(GITHUB_SHA)가 붙습니다. 그게 되돌아갈 주소입니다.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12A1AA-FCAA-410C-96FD-FB75BB71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E23D7B-7B4B-4A2F-AB09-390C3F99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28990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15A5B6-BA18-4E84-983F-CF8FECD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894D5E-F78E-43E9-8765-BBD063C2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성공 기준은 하나입니다. 초록 체크와 바뀐 버전 문자열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7829348-9D1B-4CB2-B939-22F5718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115008-BB7B-4724-957D-DEB6C0C2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C48FB1-494E-4AB2-90C4-5FC1077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23345B-531B-4E23-9BD7-934EF0A0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값 3개를 종이에 적는다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EC7640-95AA-4202-94C4-BADFCD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리전 · ECR 리포지토리 이름 · EC2 인스턴스 ID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6910DEF-D81A-49EF-BA00-8EFEA20F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9E0F38B-36ED-4C87-A9EF-41624C6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F3E00A-8C1B-4756-AF23-060813D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36F0140-683D-4EBF-8A50-2797780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최소 테스트 파일 추가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BD1842-0A24-4B13-B628-2F701887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tests/test_api.py — 로컬에서 pytest -q 를 먼저 통과시킨다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6330872-4E84-4216-A04D-0179681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8D5AC81-E265-47FF-9B09-66419D60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F67672-7184-40F8-9ADA-572C34E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B018455-82A5-4807-AE1C-0DF89132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워크플로 저장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D4DBAE5-3A2F-40F2-885A-54C66AFD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.github/workflows/deploy.yml — 꺾쇠 세 곳만 교체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6DD8906-1827-41D0-ABE8-33CCF8E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4F6E08F-2C8B-4F73-9301-F40414DD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D519F86-5A82-47B6-B82D-369E6EAD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6250776-6989-4FC8-BE25-95F7E4C9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브랜치에서 PR 올리고 병합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829E25A-EB35-4A1E-B864-E9261D17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Actions 탭에서 test 다음 build-and-deploy 진행을 지켜본다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3486396-7C64-493E-95A8-241919F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1A430D9-8ED7-489D-AE45-0489747F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2F19ADA-2308-4967-9C30-905F8CDD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DE5EB91-1AC7-47DF-8154-4290526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버전 문자열 한 글자 바꾸기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83F95EB-E92C-4F96-989B-1F552E6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v11-&lt;팀번호&gt;-&lt;학번 뒤 4자리&gt; 로 고치고 다시 병합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9E8C326-EFAD-4465-8C0A-F8D34A7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67923D2-B7D7-4956-A8B1-D75406E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320726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B0F4BF-353E-442B-A62E-39CBE142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87B529-70EC-456E-B228-10F1C5F3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B에서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Actions가 아예 안 돌아감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경로나 확장자가 틀림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.github/workflows/deploy.yml 인지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YAML 오류로 워크플로 시작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꺾쇠 밖의 줄을 다시 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diff로 변경 줄 확인. 3줄 넘으면 템플릿 재복사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test 잡이 빨간 X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로컬에서 pytest를 안 돌려봄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로컬에서 pytest -q 를 먼저 통과시키기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 푸시 단계에서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리포지토리 이름 대신 URI 전체를 넣음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이름만 넣는다. 예: mlops-2026-t01-api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SSM 단계가 InvalidInstanceId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미동작 또는 역할 미부착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describe-instance-information 으로 확인 후 강사 호출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상태: Failed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헬스체크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Actions 로그의 서버 오류와 docker logs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2BA3040-7DCE-4A21-A9F0-5D91026F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485DD60-787F-4BDC-A71B-F39007D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3926612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9BC267-B5FD-468D-9906-E5BA18F6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4EE1C7-6AF7-44F6-9298-9853F63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수업 종료 5분 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24AA5B-7C8A-4879-9207-228FC28D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B47849-A34B-427C-9B30-975AE0E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92D4B3-AC73-49E6-BA62-14CE4D96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C7BD19-CE2C-49BD-BAAE-912FCE9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오늘은 EC2를 중지하지 않습니다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2EC5B6-F6AC-4078-A106-9414AF8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배포용 EC2는 다음 주 CloudWatch 실습에서 그대로 씁니다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중복 생성된 인스턴스가 있으면 종료(Terminate)합니다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커밋마다 이미지가 쌓입니다. ECR에 10개가 넘으면 오래된 것을 삭제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저장소에 .env 나 *.pem 이 올라가지 않았는지 GitHub 웹에서 최종 확인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실패한 워크플로를 반복 재실행하지 마세요. 러너 시간이 소모됩니다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DFC551-DA59-4F3B-86B2-6C03E56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020F90-3B99-4C89-B8CD-13BA4080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3701918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81A083-771A-48FC-B01F-8554416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56515E-F281-4E4B-BB96-CBEDE59E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 · 2점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729F01-B79F-4784-85C0-8CB35CE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3009510-6E86-4B59-94A0-93209478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EAAE9A-10EE-4EAD-A39F-C52F2E1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병합 완료된 Pull Request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CD6790C-C61E-4386-B78F-3EF4A22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URL · 리뷰어 승인 표시가 보여야 합니다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F797072-9DDA-4CBD-AA45-8583029E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D4E7B6-9A4C-41F7-BAE7-11DE7759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C43F840-3D32-4CC6-A7EF-89A5697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Actions 실행 성공 화면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5FA26D-0797-423D-B7F7-E0FB865E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test와 build-and-deploy 둘 다 초록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4EB01B9-2E72-4126-A242-D2D5787C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F0D9E74-690B-4284-981C-BA64B7E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44BA4C7-2BF7-4EAA-A9CC-98F03355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배포 상태: Success 가 보이는 로그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AAC44D9-AEF7-435F-85F7-56D08E68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서버 출력의 배포 성공 줄까지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BF96979-8974-4941-9086-94FC571C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BFB4FE6-1AC9-43A1-AE39-B8B7F1A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CFE957-68E1-4666-99DC-2A5EDF9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갱신된 /health 응답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A9292D-F1D7-467E-B0EB-A49E894C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버전에 본인 학번 뒤 4자리 포함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B6A006-7A2E-4953-8E7B-98DC522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0A86967-0B6D-402B-ACF6-E34B49A2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5083839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16870E-8F86-47B1-B11E-FD41129E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81C2B5-E745-47B1-8DA0-F55876B9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46991E-0745-40D8-81DD-AF79CE92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71F9BD-B900-4BD2-A391-80EA9A7C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7518F0-8CDD-45BD-8F66-18BBB312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자동화의 목적은 기록과 재현 · 테스트에서 배포까지 4단계 · 워크플로에서 잡, 스텝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AA1463F-56A7-4ACE-BE39-4E43511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E66C4C-4827-496B-8CC7-4ED8DA8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4EE6838-BBD3-4B5A-B5F0-8249F4C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8933A2-4485-4A74-AF9E-48B4F226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서비스가 살아 있는지 눈으로 보는 대시보드를 만들고 에러율 알람 메일을 받습니다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C0B734A-CAC7-47B9-9B5D-D0318063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625738-B8E5-4753-950C-E23488E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9A2265B-011E-4F21-B102-4D661BF0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조금 무서운 이야기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93D447-3B37-492C-819D-E8651BE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여러분 모델은 오늘부터 조금씩 나빠집니다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E2809EF-B103-4EC2-8BAC-3A392CB6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F3479AB-A757-4337-A73C-7D7CA2E2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A0837BF-1129-4320-9704-25BCC4DD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C9F0AC3-FADD-45CA-A343-1FA240D8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본인 이름 커밋 최소 1건 · README에 배포 방법과 롤백 방법 추가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9D70F0E-9FDC-41C7-A72D-9626A22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308860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3A46715-FABF-4910-B524-746ECD0D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528316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14102E2-17F6-49FF-B6F1-D0BE4B3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003804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노트북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자동 배포되는 저장소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동작 중인 EC2 API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메일을 열 수 있는 계정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A45DE36-B718-4541-992E-9D7A8D5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12주차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B436FD-C550-4CBA-8605-790E647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219493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90225153-6179-4580-B1AA-F82F727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6E3DCC-763C-4B92-9943-F89630A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BF2EE5-AA13-4420-A129-C568FB23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8D30FB0F-17C0-45E2-9A79-674543F5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GitHub OIDC와 IAM 역할로 장기 키 없이 테스트·빌드·배포를 자동화한다.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B4F4D831-E567-4323-A81F-6851013B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git push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AF959DAF-5DA1-4EA4-A09F-86D4FE6D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GitHub Actions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C85B85A4-D2AA-4334-BDED-CDEB0049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OIDC token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4F4B5127-17D1-4733-8ADA-0E570E1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IAM role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023C92EB-B279-489F-BA60-ED7E0ABD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ECR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10F6B425-2624-4E0A-9F55-3F99B4A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EC2 deploy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D3CF3359-CD38-4712-A796-05762A8C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1A866445-37FB-4C59-8264-07957C50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9109571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f9f619ea64e23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Identity providers / Roles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f1e2808941f4f72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b7e54f8cde242b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ECR 배포 저장소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ECR → Private registry → Repositories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저장소 URI, 태그 변경 불가능, 암호화 유형을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4fc2ad71c2841d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878a1110762431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6b5defa3c470e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배포 전 이미지 버전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ECR → ysu-mlops-api → 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1.0·1.1·1.2 태그와 각 이미지 다이제스트를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d669534cc5d421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766ec302c554b6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992cac9444f2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CI 릴리스 태그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ecr put-image·describe-images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ci-demo-20260824 태그가 1.2와 같은 다이제스트를 가리키는지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46fcad7808f462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a5b7bc3134147f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df5e704064eb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콘솔에서 릴리스 태그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ECR → ysu-mlops-api → 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ci-demo-20260824와 1.2가 한 이미지 행에 함께 표시되는지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ba4265151eb4d7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25b6bb80d60463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06b32358c42dd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IAM ID 공급자 현재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Identity providers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현재 계정에는 GitHub OIDC 공급자가 없음을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68c3308245a498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8356af1b6ee4e6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109f8c6a04d3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ID 공급자 추가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Identity providers → Add provider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SAML과 OpenID Connect의 차이를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d7115de6c5c497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bdb9e1cdcfe45a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f87a6d6e34c6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GitHub OIDC 입력값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Add identity provider → OpenID Connect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URL은 token.actions.githubusercontent.com, 대상은 sts.amazonaws.com이다.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b14d466425140c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8ceb5556f1e420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38bacefa64ddc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GitHub OIDC 공식 문서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99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GitHub Docs → Actions → Security harden deployments → OIDC in AWS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장기 AWS 키 없이 OIDC 토큰으로 인증한다는 설명을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4cd1c4abbef46b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c4cac0a72364e0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73bb951e64a4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GitHub OIDC 한국어 문서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GitHub 문서 → AWS의 OIDC → 역할 및 신뢰 정책 구성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aud와 sub 조건으로 대상 저장소·브랜치를 제한하는 예를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f3d95e3de6a414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47cfafd57a641f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7d20d8b5c492e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워크플로 OIDC 예제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GitHub 문서 → 워크플로 업데이트 → 사용 권한 설정 추가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permissions의 id-token write와 contents read를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5c8b212b49e419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ef8f7dde4e94c1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ac128874746f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배포 대상 EC2 시작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 → Start instance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stopped에서 pending으로 바뀌는지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3cb2ac28e5f425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805f3e0ce4e4f6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6d5be9b77403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배포 대상과 SSM 연결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Fleet Manager → Managed nodes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인스턴스 running, SSM PingStatus Online을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bc8238a8c0a470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fd78a56b4984a5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266a2ceef42a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자동 배포 명령 제출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AWS-RunShellScript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배포 명령 ID를 기록하고 대상 인스턴스를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526f4afaa0d429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2198f16d2164b7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96d274ca9489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배포와 스모크 테스트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ssm get-command-invocation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ECR 로그인, 이미지 pull, ping HTTP 200, 예측 JSON을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615754c54ab4ec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ea8d82a318b424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ead376454461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Run Command 성공 요약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d6502f2b 명령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전체 상태 성공, 대상 1개, 오류 0개를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63fdc1b3ece4e2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b0ef7f9d8d6418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49b420b804abc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배포 명령 상세 출력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대상 인스턴스 → Output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실제 배포 태그, 다이제스트, healthy 응답을 한 화면에서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12fe02859c34c7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cb8ab2690134cc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28aa188c74383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버전 전환과 롤백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버전 전환 명령 출력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1.1 배포 뒤 ci-demo-20260824로 되돌아가고 model_version 1.2가 표시되는지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08523d30b27410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63bb63f0f784f6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3f8b5c003494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실습 컨테이너 정리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정리 명령 출력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ysu-ci-demo가 삭제되고 실행 중 컨테이너 목록이 비었는지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31eb24cf94348f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c814327c9f3484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6561c68548b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배포 대상 중지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Instance state → Stop instance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running에서 stopping으로 바뀌는지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901ba8201f941a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40e0258414a49b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a2e371d574af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4F908A7-75E0-4EB2-9C5A-E8445AB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60155-C26C-459C-97A1-5EE16FE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배포 대상 중지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3DFFA-591B-479E-B4CE-AC51AE8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41D727E-B251-4214-A107-EF239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062068D-2CD4-47F0-8E9F-A9F7BDC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AA0109EA-E393-4DB3-B840-33DEB0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상태가 stopped인지 확인하고 실습을 마친다.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ACC8D45-0615-4031-9CB9-F1A389C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1c3c5a47082479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64c865cf0d2444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A78A231-6BE6-4F93-91FE-6A75A2F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ea9dac6f4b84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345996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2026-08-31T14:07:06.6710000Z</dcterms:created>
  <dcterms:modified xsi:type="dcterms:W3CDTF">2026-08-31T14:07:06.6710000Z</dcterms:modified>
</coreProperties>
</file>