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b0cf2e17b040b6" /><Relationship Type="http://schemas.openxmlformats.org/officeDocument/2006/relationships/extended-properties" Target="/docProps/app.xml" Id="R8bef1398e265469f" /><Relationship Type="http://schemas.openxmlformats.org/officeDocument/2006/relationships/officeDocument" Target="/ppt/presentation.xml" Id="R56d83a5538354c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63b36815614a33"/>
  </p:sldMasterIdLst>
  <p:notesMasterIdLst>
    <p:notesMasterId xmlns:r="http://schemas.openxmlformats.org/officeDocument/2006/relationships" r:id="Reac53e9b1bb141ec"/>
  </p:notesMasterIdLst>
  <p:sldIdLst>
    <p:sldId xmlns:r="http://schemas.openxmlformats.org/officeDocument/2006/relationships" id="256" r:id="Rc29966aa5056438a"/>
    <p:sldId xmlns:r="http://schemas.openxmlformats.org/officeDocument/2006/relationships" id="257" r:id="R318ca263fade4230"/>
    <p:sldId xmlns:r="http://schemas.openxmlformats.org/officeDocument/2006/relationships" id="258" r:id="Rdf02d0ea7d164a06"/>
    <p:sldId xmlns:r="http://schemas.openxmlformats.org/officeDocument/2006/relationships" id="259" r:id="R803bb6c7977848f1"/>
    <p:sldId xmlns:r="http://schemas.openxmlformats.org/officeDocument/2006/relationships" id="260" r:id="Rcfbdf386e5e34017"/>
    <p:sldId xmlns:r="http://schemas.openxmlformats.org/officeDocument/2006/relationships" id="261" r:id="R16e421362267492e"/>
    <p:sldId xmlns:r="http://schemas.openxmlformats.org/officeDocument/2006/relationships" id="262" r:id="R3e432b2b0b5840b8"/>
    <p:sldId xmlns:r="http://schemas.openxmlformats.org/officeDocument/2006/relationships" id="263" r:id="R2b8c8190390e441f"/>
    <p:sldId xmlns:r="http://schemas.openxmlformats.org/officeDocument/2006/relationships" id="264" r:id="R1708f3659adc4cf2"/>
    <p:sldId xmlns:r="http://schemas.openxmlformats.org/officeDocument/2006/relationships" id="265" r:id="R254ee4de3b9f4955"/>
    <p:sldId xmlns:r="http://schemas.openxmlformats.org/officeDocument/2006/relationships" id="266" r:id="R01e13bc2d5a74ac5"/>
    <p:sldId xmlns:r="http://schemas.openxmlformats.org/officeDocument/2006/relationships" id="267" r:id="R5e8f6c0a69cc4503"/>
    <p:sldId xmlns:r="http://schemas.openxmlformats.org/officeDocument/2006/relationships" id="268" r:id="Rd38fb553f95a4335"/>
    <p:sldId xmlns:r="http://schemas.openxmlformats.org/officeDocument/2006/relationships" id="269" r:id="Rd0ea088bad9b4878"/>
    <p:sldId xmlns:r="http://schemas.openxmlformats.org/officeDocument/2006/relationships" id="270" r:id="R5e5aa620115142d2"/>
    <p:sldId xmlns:r="http://schemas.openxmlformats.org/officeDocument/2006/relationships" id="271" r:id="Rbed6ce8214dc4d63"/>
    <p:sldId xmlns:r="http://schemas.openxmlformats.org/officeDocument/2006/relationships" id="272" r:id="R78557047f5274846"/>
    <p:sldId xmlns:r="http://schemas.openxmlformats.org/officeDocument/2006/relationships" id="273" r:id="R8c04fa696b0443fb"/>
    <p:sldId xmlns:r="http://schemas.openxmlformats.org/officeDocument/2006/relationships" id="274" r:id="Rbcf5789d29894917"/>
    <p:sldId xmlns:r="http://schemas.openxmlformats.org/officeDocument/2006/relationships" id="275" r:id="R678aa36e6ca14399"/>
    <p:sldId xmlns:r="http://schemas.openxmlformats.org/officeDocument/2006/relationships" id="276" r:id="Rf993561b19ae4af5"/>
    <p:sldId xmlns:r="http://schemas.openxmlformats.org/officeDocument/2006/relationships" id="277" r:id="Re64efc180e304c3f"/>
    <p:sldId xmlns:r="http://schemas.openxmlformats.org/officeDocument/2006/relationships" id="278" r:id="Red7a51f335f0419b"/>
    <p:sldId xmlns:r="http://schemas.openxmlformats.org/officeDocument/2006/relationships" id="279" r:id="Rbde7d145795641d5"/>
    <p:sldId xmlns:r="http://schemas.openxmlformats.org/officeDocument/2006/relationships" id="280" r:id="Re4f448b9e86d419a"/>
    <p:sldId xmlns:r="http://schemas.openxmlformats.org/officeDocument/2006/relationships" id="281" r:id="Rfc79a0d7c6ff41f2"/>
    <p:sldId xmlns:r="http://schemas.openxmlformats.org/officeDocument/2006/relationships" id="282" r:id="Rc899b01ee9ab4ebb"/>
    <p:sldId xmlns:r="http://schemas.openxmlformats.org/officeDocument/2006/relationships" id="283" r:id="R17496eb555774c85"/>
    <p:sldId xmlns:r="http://schemas.openxmlformats.org/officeDocument/2006/relationships" id="284" r:id="Rdf3c238ac6384834"/>
    <p:sldId xmlns:r="http://schemas.openxmlformats.org/officeDocument/2006/relationships" id="285" r:id="R1475751fd96d47a5"/>
    <p:sldId xmlns:r="http://schemas.openxmlformats.org/officeDocument/2006/relationships" id="286" r:id="Rd7510d391dfe41d1"/>
    <p:sldId xmlns:r="http://schemas.openxmlformats.org/officeDocument/2006/relationships" id="287" r:id="Re02cdcbda8824fd2"/>
    <p:sldId xmlns:r="http://schemas.openxmlformats.org/officeDocument/2006/relationships" id="288" r:id="Rb6cfe0d623b848a1"/>
    <p:sldId xmlns:r="http://schemas.openxmlformats.org/officeDocument/2006/relationships" id="289" r:id="R00fa69e183924a03"/>
    <p:sldId xmlns:r="http://schemas.openxmlformats.org/officeDocument/2006/relationships" id="290" r:id="R29378b10c9f34c87"/>
    <p:sldId xmlns:r="http://schemas.openxmlformats.org/officeDocument/2006/relationships" id="291" r:id="Rb8cb99ac149142a4"/>
    <p:sldId xmlns:r="http://schemas.openxmlformats.org/officeDocument/2006/relationships" id="292" r:id="Rdd7e5b812c904d7a"/>
    <p:sldId xmlns:r="http://schemas.openxmlformats.org/officeDocument/2006/relationships" id="293" r:id="R89800c4f3bad471f"/>
    <p:sldId xmlns:r="http://schemas.openxmlformats.org/officeDocument/2006/relationships" id="294" r:id="Ra3f034d98c5444fc"/>
    <p:sldId xmlns:r="http://schemas.openxmlformats.org/officeDocument/2006/relationships" id="295" r:id="Ra1459780744e424b"/>
    <p:sldId xmlns:r="http://schemas.openxmlformats.org/officeDocument/2006/relationships" id="296" r:id="R5fe2c1f4b8994752"/>
    <p:sldId xmlns:r="http://schemas.openxmlformats.org/officeDocument/2006/relationships" id="297" r:id="R7898c390cf9d4a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4e04e0a4b4440b" /><Relationship Type="http://schemas.openxmlformats.org/officeDocument/2006/relationships/slideMaster" Target="/ppt/slideMasters/slideMaster1.xml" Id="Re263b36815614a33" /><Relationship Type="http://schemas.openxmlformats.org/officeDocument/2006/relationships/notesMaster" Target="/ppt/notesMasters/notesMaster1.xml" Id="Reac53e9b1bb141ec" /><Relationship Type="http://schemas.openxmlformats.org/officeDocument/2006/relationships/presProps" Target="/ppt/presProps.xml" Id="R927f072a05584f06" /><Relationship Type="http://schemas.openxmlformats.org/officeDocument/2006/relationships/viewProps" Target="/ppt/viewProps.xml" Id="R825765d32ab44200" /><Relationship Type="http://schemas.openxmlformats.org/officeDocument/2006/relationships/tableStyles" Target="/ppt/tableStyles.xml" Id="R4fec8fb978ab429b" /><Relationship Type="http://schemas.openxmlformats.org/officeDocument/2006/relationships/slide" Target="/ppt/slides/slide1.xml" Id="Rc29966aa5056438a" /><Relationship Type="http://schemas.openxmlformats.org/officeDocument/2006/relationships/slide" Target="/ppt/slides/slide2.xml" Id="R318ca263fade4230" /><Relationship Type="http://schemas.openxmlformats.org/officeDocument/2006/relationships/slide" Target="/ppt/slides/slide3.xml" Id="Rdf02d0ea7d164a06" /><Relationship Type="http://schemas.openxmlformats.org/officeDocument/2006/relationships/slide" Target="/ppt/slides/slide4.xml" Id="R803bb6c7977848f1" /><Relationship Type="http://schemas.openxmlformats.org/officeDocument/2006/relationships/slide" Target="/ppt/slides/slide5.xml" Id="Rcfbdf386e5e34017" /><Relationship Type="http://schemas.openxmlformats.org/officeDocument/2006/relationships/slide" Target="/ppt/slides/slide6.xml" Id="R16e421362267492e" /><Relationship Type="http://schemas.openxmlformats.org/officeDocument/2006/relationships/slide" Target="/ppt/slides/slide7.xml" Id="R3e432b2b0b5840b8" /><Relationship Type="http://schemas.openxmlformats.org/officeDocument/2006/relationships/slide" Target="/ppt/slides/slide8.xml" Id="R2b8c8190390e441f" /><Relationship Type="http://schemas.openxmlformats.org/officeDocument/2006/relationships/slide" Target="/ppt/slides/slide9.xml" Id="R1708f3659adc4cf2" /><Relationship Type="http://schemas.openxmlformats.org/officeDocument/2006/relationships/slide" Target="/ppt/slides/slide10.xml" Id="R254ee4de3b9f4955" /><Relationship Type="http://schemas.openxmlformats.org/officeDocument/2006/relationships/slide" Target="/ppt/slides/slide11.xml" Id="R01e13bc2d5a74ac5" /><Relationship Type="http://schemas.openxmlformats.org/officeDocument/2006/relationships/slide" Target="/ppt/slides/slide12.xml" Id="R5e8f6c0a69cc4503" /><Relationship Type="http://schemas.openxmlformats.org/officeDocument/2006/relationships/slide" Target="/ppt/slides/slide13.xml" Id="Rd38fb553f95a4335" /><Relationship Type="http://schemas.openxmlformats.org/officeDocument/2006/relationships/slide" Target="/ppt/slides/slide14.xml" Id="Rd0ea088bad9b4878" /><Relationship Type="http://schemas.openxmlformats.org/officeDocument/2006/relationships/slide" Target="/ppt/slides/slide15.xml" Id="R5e5aa620115142d2" /><Relationship Type="http://schemas.openxmlformats.org/officeDocument/2006/relationships/slide" Target="/ppt/slides/slide16.xml" Id="Rbed6ce8214dc4d63" /><Relationship Type="http://schemas.openxmlformats.org/officeDocument/2006/relationships/slide" Target="/ppt/slides/slide17.xml" Id="R78557047f5274846" /><Relationship Type="http://schemas.openxmlformats.org/officeDocument/2006/relationships/slide" Target="/ppt/slides/slide18.xml" Id="R8c04fa696b0443fb" /><Relationship Type="http://schemas.openxmlformats.org/officeDocument/2006/relationships/slide" Target="/ppt/slides/slide19.xml" Id="Rbcf5789d29894917" /><Relationship Type="http://schemas.openxmlformats.org/officeDocument/2006/relationships/slide" Target="/ppt/slides/slide20.xml" Id="R678aa36e6ca14399" /><Relationship Type="http://schemas.openxmlformats.org/officeDocument/2006/relationships/slide" Target="/ppt/slides/slide21.xml" Id="Rf993561b19ae4af5" /><Relationship Type="http://schemas.openxmlformats.org/officeDocument/2006/relationships/slide" Target="/ppt/slides/slide22.xml" Id="Re64efc180e304c3f" /><Relationship Type="http://schemas.openxmlformats.org/officeDocument/2006/relationships/slide" Target="/ppt/slides/slide23.xml" Id="Red7a51f335f0419b" /><Relationship Type="http://schemas.openxmlformats.org/officeDocument/2006/relationships/slide" Target="/ppt/slides/slide24.xml" Id="Rbde7d145795641d5" /><Relationship Type="http://schemas.openxmlformats.org/officeDocument/2006/relationships/slide" Target="/ppt/slides/slide25.xml" Id="Re4f448b9e86d419a" /><Relationship Type="http://schemas.openxmlformats.org/officeDocument/2006/relationships/slide" Target="/ppt/slides/slide26.xml" Id="Rfc79a0d7c6ff41f2" /><Relationship Type="http://schemas.openxmlformats.org/officeDocument/2006/relationships/slide" Target="/ppt/slides/slide27.xml" Id="Rc899b01ee9ab4ebb" /><Relationship Type="http://schemas.openxmlformats.org/officeDocument/2006/relationships/slide" Target="/ppt/slides/slide28.xml" Id="R17496eb555774c85" /><Relationship Type="http://schemas.openxmlformats.org/officeDocument/2006/relationships/slide" Target="/ppt/slides/slide29.xml" Id="Rdf3c238ac6384834" /><Relationship Type="http://schemas.openxmlformats.org/officeDocument/2006/relationships/slide" Target="/ppt/slides/slide30.xml" Id="R1475751fd96d47a5" /><Relationship Type="http://schemas.openxmlformats.org/officeDocument/2006/relationships/slide" Target="/ppt/slides/slide31.xml" Id="Rd7510d391dfe41d1" /><Relationship Type="http://schemas.openxmlformats.org/officeDocument/2006/relationships/slide" Target="/ppt/slides/slide32.xml" Id="Re02cdcbda8824fd2" /><Relationship Type="http://schemas.openxmlformats.org/officeDocument/2006/relationships/slide" Target="/ppt/slides/slide33.xml" Id="Rb6cfe0d623b848a1" /><Relationship Type="http://schemas.openxmlformats.org/officeDocument/2006/relationships/slide" Target="/ppt/slides/slide34.xml" Id="R00fa69e183924a03" /><Relationship Type="http://schemas.openxmlformats.org/officeDocument/2006/relationships/slide" Target="/ppt/slides/slide35.xml" Id="R29378b10c9f34c87" /><Relationship Type="http://schemas.openxmlformats.org/officeDocument/2006/relationships/slide" Target="/ppt/slides/slide36.xml" Id="Rb8cb99ac149142a4" /><Relationship Type="http://schemas.openxmlformats.org/officeDocument/2006/relationships/slide" Target="/ppt/slides/slide37.xml" Id="Rdd7e5b812c904d7a" /><Relationship Type="http://schemas.openxmlformats.org/officeDocument/2006/relationships/slide" Target="/ppt/slides/slide38.xml" Id="R89800c4f3bad471f" /><Relationship Type="http://schemas.openxmlformats.org/officeDocument/2006/relationships/slide" Target="/ppt/slides/slide39.xml" Id="Ra3f034d98c5444fc" /><Relationship Type="http://schemas.openxmlformats.org/officeDocument/2006/relationships/slide" Target="/ppt/slides/slide40.xml" Id="Ra1459780744e424b" /><Relationship Type="http://schemas.openxmlformats.org/officeDocument/2006/relationships/slide" Target="/ppt/slides/slide41.xml" Id="R5fe2c1f4b8994752" /><Relationship Type="http://schemas.openxmlformats.org/officeDocument/2006/relationships/slide" Target="/ppt/slides/slide42.xml" Id="R7898c390cf9d4a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aaf0adc94148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ffbc2ede8248c3" /><Relationship Type="http://schemas.openxmlformats.org/officeDocument/2006/relationships/notesMaster" Target="/ppt/notesMasters/notesMaster1.xml" Id="R43ef344267594e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66c29d696c4f57" /><Relationship Type="http://schemas.openxmlformats.org/officeDocument/2006/relationships/notesMaster" Target="/ppt/notesMasters/notesMaster1.xml" Id="R1e018f9d9f734c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13ca1f7571463d" /><Relationship Type="http://schemas.openxmlformats.org/officeDocument/2006/relationships/notesMaster" Target="/ppt/notesMasters/notesMaster1.xml" Id="R9980c01079a446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79c3620d18420b" /><Relationship Type="http://schemas.openxmlformats.org/officeDocument/2006/relationships/notesMaster" Target="/ppt/notesMasters/notesMaster1.xml" Id="R28b9c4f596354e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d275e7ace04a28" /><Relationship Type="http://schemas.openxmlformats.org/officeDocument/2006/relationships/notesMaster" Target="/ppt/notesMasters/notesMaster1.xml" Id="R38dd4b9b6ff347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a2c163d2074e97" /><Relationship Type="http://schemas.openxmlformats.org/officeDocument/2006/relationships/notesMaster" Target="/ppt/notesMasters/notesMaster1.xml" Id="R1cbecb3ee0f84f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1c56087aeb4f82" /><Relationship Type="http://schemas.openxmlformats.org/officeDocument/2006/relationships/notesMaster" Target="/ppt/notesMasters/notesMaster1.xml" Id="Ra18907e6b7ba42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42e06315be4dd7" /><Relationship Type="http://schemas.openxmlformats.org/officeDocument/2006/relationships/notesMaster" Target="/ppt/notesMasters/notesMaster1.xml" Id="Rf2d99a6de4a64f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82613bb79540ee" /><Relationship Type="http://schemas.openxmlformats.org/officeDocument/2006/relationships/notesMaster" Target="/ppt/notesMasters/notesMaster1.xml" Id="R6257af6980cb44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b7440c2f3d4c0c" /><Relationship Type="http://schemas.openxmlformats.org/officeDocument/2006/relationships/notesMaster" Target="/ppt/notesMasters/notesMaster1.xml" Id="R65475e9ab83c4d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34bcb037c341c2" /><Relationship Type="http://schemas.openxmlformats.org/officeDocument/2006/relationships/notesMaster" Target="/ppt/notesMasters/notesMaster1.xml" Id="R812c59f009fc4e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d1c7a72c1a412f" /><Relationship Type="http://schemas.openxmlformats.org/officeDocument/2006/relationships/notesMaster" Target="/ppt/notesMasters/notesMaster1.xml" Id="R3a497572453448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a0d4a5e1224233" /><Relationship Type="http://schemas.openxmlformats.org/officeDocument/2006/relationships/notesMaster" Target="/ppt/notesMasters/notesMaster1.xml" Id="Rb6a10160ddaf43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94c083353e421a" /><Relationship Type="http://schemas.openxmlformats.org/officeDocument/2006/relationships/notesMaster" Target="/ppt/notesMasters/notesMaster1.xml" Id="Rae9eef313dda47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f1d7660900405e" /><Relationship Type="http://schemas.openxmlformats.org/officeDocument/2006/relationships/notesMaster" Target="/ppt/notesMasters/notesMaster1.xml" Id="Recb7893618434c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a7de6740404ff7" /><Relationship Type="http://schemas.openxmlformats.org/officeDocument/2006/relationships/notesMaster" Target="/ppt/notesMasters/notesMaster1.xml" Id="R4762729682d948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c65d006e1e41ed" /><Relationship Type="http://schemas.openxmlformats.org/officeDocument/2006/relationships/notesMaster" Target="/ppt/notesMasters/notesMaster1.xml" Id="R2dfcfc8b467644a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cc21677bf74e28" /><Relationship Type="http://schemas.openxmlformats.org/officeDocument/2006/relationships/notesMaster" Target="/ppt/notesMasters/notesMaster1.xml" Id="R8800d0628fc64e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a08cab00f0488e" /><Relationship Type="http://schemas.openxmlformats.org/officeDocument/2006/relationships/notesMaster" Target="/ppt/notesMasters/notesMaster1.xml" Id="R72dbd9f0845341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6db6972cdf40b7" /><Relationship Type="http://schemas.openxmlformats.org/officeDocument/2006/relationships/notesMaster" Target="/ppt/notesMasters/notesMaster1.xml" Id="Rda3bc64e533e49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f4e45e153d14045" /><Relationship Type="http://schemas.openxmlformats.org/officeDocument/2006/relationships/notesMaster" Target="/ppt/notesMasters/notesMaster1.xml" Id="R085d162c41524fc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362b97982ab4adc" /><Relationship Type="http://schemas.openxmlformats.org/officeDocument/2006/relationships/notesMaster" Target="/ppt/notesMasters/notesMaster1.xml" Id="R317abffc26904a3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d924454596d4a7e" /><Relationship Type="http://schemas.openxmlformats.org/officeDocument/2006/relationships/notesMaster" Target="/ppt/notesMasters/notesMaster1.xml" Id="R5c8c1d00fc864b2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14aaa7475484ccc" /><Relationship Type="http://schemas.openxmlformats.org/officeDocument/2006/relationships/notesMaster" Target="/ppt/notesMasters/notesMaster1.xml" Id="Rdf484aac8dca481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2b87b57070d448f" /><Relationship Type="http://schemas.openxmlformats.org/officeDocument/2006/relationships/notesMaster" Target="/ppt/notesMasters/notesMaster1.xml" Id="R5361f0a13db9413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5de4df885df4f51" /><Relationship Type="http://schemas.openxmlformats.org/officeDocument/2006/relationships/notesMaster" Target="/ppt/notesMasters/notesMaster1.xml" Id="R72e6e063db3c44e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e6bc96439d34e77" /><Relationship Type="http://schemas.openxmlformats.org/officeDocument/2006/relationships/notesMaster" Target="/ppt/notesMasters/notesMaster1.xml" Id="R6c92f6325f6d416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88bbfa6d799412c" /><Relationship Type="http://schemas.openxmlformats.org/officeDocument/2006/relationships/notesMaster" Target="/ppt/notesMasters/notesMaster1.xml" Id="Rccc7db975f7c48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7046ef266da4127" /><Relationship Type="http://schemas.openxmlformats.org/officeDocument/2006/relationships/notesMaster" Target="/ppt/notesMasters/notesMaster1.xml" Id="Re3c81d45e4fc485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fbc554fbd7345ca" /><Relationship Type="http://schemas.openxmlformats.org/officeDocument/2006/relationships/notesMaster" Target="/ppt/notesMasters/notesMaster1.xml" Id="R72e3727a4f90450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d3c8fdafb6b4cd8" /><Relationship Type="http://schemas.openxmlformats.org/officeDocument/2006/relationships/notesMaster" Target="/ppt/notesMasters/notesMaster1.xml" Id="Rf4540da04f474a0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aabf6aaab104905" /><Relationship Type="http://schemas.openxmlformats.org/officeDocument/2006/relationships/notesMaster" Target="/ppt/notesMasters/notesMaster1.xml" Id="R04231df6f2284fb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5deb5d1d6c34d66" /><Relationship Type="http://schemas.openxmlformats.org/officeDocument/2006/relationships/notesMaster" Target="/ppt/notesMasters/notesMaster1.xml" Id="Rc2d15dfff0534f9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a6e9449699e42ef" /><Relationship Type="http://schemas.openxmlformats.org/officeDocument/2006/relationships/notesMaster" Target="/ppt/notesMasters/notesMaster1.xml" Id="Rd4dd0648b9044e1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38b93f43c07461d" /><Relationship Type="http://schemas.openxmlformats.org/officeDocument/2006/relationships/notesMaster" Target="/ppt/notesMasters/notesMaster1.xml" Id="R0a315ae95a974ca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5c6a58df5264769" /><Relationship Type="http://schemas.openxmlformats.org/officeDocument/2006/relationships/notesMaster" Target="/ppt/notesMasters/notesMaster1.xml" Id="R3780d29142a3480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466a7a9abae434d" /><Relationship Type="http://schemas.openxmlformats.org/officeDocument/2006/relationships/notesMaster" Target="/ppt/notesMasters/notesMaster1.xml" Id="Reb630b5ead2b417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54b9129aafc4e4e" /><Relationship Type="http://schemas.openxmlformats.org/officeDocument/2006/relationships/notesMaster" Target="/ppt/notesMasters/notesMaster1.xml" Id="Rfc140c8308c742b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fed8eb0429b40a4" /><Relationship Type="http://schemas.openxmlformats.org/officeDocument/2006/relationships/notesMaster" Target="/ppt/notesMasters/notesMaster1.xml" Id="R6b467bec3e354cd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4ead225fbf6438a" /><Relationship Type="http://schemas.openxmlformats.org/officeDocument/2006/relationships/notesMaster" Target="/ppt/notesMasters/notesMaster1.xml" Id="R92d0335dc09b410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b2f6ff7d79f4bdc" /><Relationship Type="http://schemas.openxmlformats.org/officeDocument/2006/relationships/notesMaster" Target="/ppt/notesMasters/notesMaster1.xml" Id="R8d7397457ce44ee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2bf74ad4ad248a8" /><Relationship Type="http://schemas.openxmlformats.org/officeDocument/2006/relationships/notesMaster" Target="/ppt/notesMasters/notesMaster1.xml" Id="Rd2abcf22000a4c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제가 가르치는 시간이 15분밖에 없다고 먼저 말하세요. 나머지 175분은 전부 학생 시간입니다. 코칭 순서는 칠판에 붙여두고, 본인 팀 차례가 아닐 때는 대기하지 말고 자기 작업을 하라고 안내합니다.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휴식을 20분 연속으로 두면 작업 흐름이 끊기므로 10분씩 두 번으로 나눴다고 설명하세요. 팀 작업이 175분으로 전체의 76%입니다. 12주 동안 안 풀린 게 있으면 오늘이 마지막 기회라고 말합니다.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순서를 강조하세요. 발표자료를 먼저 만들고 싶겠지만 서비스가 안 돌면 발표자료는 아무 의미가 없습니다. 앞의 두 개를 먼저 끝내고 발표자료로 갑니다. 오늘 강사 앞에서 통과하면 다음 주가 편해진다고 동기를 주세요.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따릉이 대여량을 예측했습니다는 문제가 아니고, 재배치 담당자가 새벽에 몇 대를 갖다 놓을지 감으로 정하고 있습니다가 문제라고 예를 들어주세요. 실패를 말할 수 있다는 건 그 지점을 정확히 이해했다는 증거라 항상 높은 점수를 받습니다.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매년 반드시 두세 팀이 겪습니다. 이유가 정해져 있다고 말하고 다음 슬라이드로 넘어가세요. 그래서 오늘 시연 영상을 찍는 것이고 이건 예외가 없다고 못 박습니다.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퍼블릭 IP는 탄력적 IP를 붙이면 고정되지만, 인스턴스에 연결되지 않은 탄력적 IP는 요금이 나가고 다음 주에 반드시 해제한다는 점을 같이 알려주세요.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데모가 실패했을 때 당황하지 않는 것 자체가 평가 대상이라고 말해주세요. 네트워크가 불안정하네요, 준비한 영상으로 보여드리겠습니다 하고 3초 만에 넘어가면 오히려 준비성으로 점수를 받습니다. 5분 동안 왜 안 되지 하는 팀이 점수를 잃습니다.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녹화 전에 개인 메신저와 다른 브라우저 탭을 정리시키세요. 영상에 카톡 알림이 뜨는 사고가 매년 있습니다. 브라우저는 125%로 확대하고, 윈도우는 Win+G, 맥은 Cmd+Shift+5로 별도 설치 없이 녹화됩니다.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서비스가 안 도는데 발표자료 디자인을 하고 있는 팀이 반드시 있습니다. 즉시 순서를 되돌리세요. 시연 영상을 나중에 집에서 찍겠다는 팀은 100% 안 찍으므로 03:20 전까지 파일을 보여주는 것을 오늘 필수 통과 조건으로 못 박습니다.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1라운드는 동작과 재현성, 2라운드는 발표와 마무리에 집중합니다. 팀원 중 가장 말이 없는 사람에게 이 부분 설명해줄 수 있냐고 물으세요. 무임승차는 여기서 드러납니다. 미통과 항목은 종이에 적어 팀에 남깁니다.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한쪽만 되면 대부분 보안그룹 문제입니다. 8000 포트가 열려 있는지 확인시키세요. 심사자는 남의 환경에서 호출한다는 점을 다시 상기시키면 학생들이 이 항목을 진지하게 받아들입니다.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교차 테스트는 오늘 반드시 한 번 합니다. NCS 운영개선사항 식별하기가 요구하는 것이 바로 이 지적사항 목록입니다. 지적을 받고 고치는 것까지가 한 세트라고 말해주세요.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README의 설치, 실행, 배포, 롤백, 장애조치 항목이 실제 동작과 일치하는지가 NCS 운영매뉴얼 관리하기의 판정 기준입니다. 아키텍처 그림은 손그림을 찍어 올려도 인정한다고 말해주면 부담이 줄어듭니다.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디스크는 발표 당일 사망 원인 1위입니다. 80%가 넘으면 docker system prune -af 로 지금 비우게 하세요. 오늘 발표에 쓸 EC2는 중지만 하고 종료하지 않습니다.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폰트 24pt 이상, 한 줄 20자 이내, 코드는 딱 한 장 10줄 이내입니다. 코드 나열은 루브릭의 미흡 판정 문구에 그대로 적혀 있다고 알려주세요. 마지막에 반드시 PDF로 저장해야 폰트 깨짐 사고가 없습니다.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영상은 링크만 제출하고 재생이 안 되는 사고가 있으니 마무리 시간에 강사 화면에서 실제로 재생해 확인하세요. 3번을 안 낸 팀은 다음 주 발표 점수에서 2점 감점입니다.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순서는 제비뽑기로 정하고 칠판과 공지에 게시하세요. 첫 번째 팀은 정각 시작이라는 점을 못 박습니다. 그리고 발표 리허설을 타이머를 켜고 실제 15분으로 최소 한 번 해오라고 과제로 냅니다.</a:t>
            </a:r>
            <a:endParaRPr/>
          </a:p>
          <a:p xmlns:a="http://schemas.openxmlformats.org/drawingml/2006/main">
            <a:r>
              <a:t>
[Sources]
- https://docs.aws.amazon.com/whitepapers/latest/overview-deployment-options/reproducible-infrastructure.html
- https://console.aws.amazon.com/console/home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https://docs.aws.amazon.com/whitepapers/latest/overview-deployment-options/reproducible-infrastructure.html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https://docs.aws.amazon.com/whitepapers/latest/overview-deployment-options/reproducible-infrastructure.html</a:t>
            </a:r>
          </a:p>
          <a:p xmlns:a="http://schemas.openxmlformats.org/drawingml/2006/main">
            <a:r>
              <a:t>- https://console.aws.amazon.com/console/home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sts get-caller-identity</a:t>
            </a:r>
          </a:p>
          <a:p xmlns:a="http://schemas.openxmlformats.org/drawingml/2006/main">
            <a:r>
              <a:t>- 확인: 평가할 계정, 호출 주체, 서울 리전, 점검 시각을 한 화면에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ec2 describe-instances·describe-volumes·describe-addresses</a:t>
            </a:r>
          </a:p>
          <a:p xmlns:a="http://schemas.openxmlformats.org/drawingml/2006/main">
            <a:r>
              <a:t>- 확인: EC2 stopped, 암호화된 8GiB gp3, 미사용 탄력적 IP 없음으로 판정한다.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describe-vpcs·describe-subnets·describe-security-groups</a:t>
            </a:r>
          </a:p>
          <a:p xmlns:a="http://schemas.openxmlformats.org/drawingml/2006/main">
            <a:r>
              <a:t>- 확인: 인바운드 규칙이 비어 있고, 잘못 넣은 VPC ID 때문에 서브넷 결과가 비었다는 점을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태그로 VPC ID 조회 → 서브넷·라우팅 조회</a:t>
            </a:r>
          </a:p>
          <a:p xmlns:a="http://schemas.openxmlformats.org/drawingml/2006/main">
            <a:r>
              <a:t>- 확인: 10.42.1.0/24 퍼블릭 서브넷과 인터넷 게이트웨이 경로를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s3api list-objects-v2·get-bucket-encryption</a:t>
            </a:r>
          </a:p>
          <a:p xmlns:a="http://schemas.openxmlformats.org/drawingml/2006/main">
            <a:r>
              <a:t>- 확인: 학습 데이터, 모델 메타데이터, AES256 기본 암호화를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ecr describe-repositories·describe-images</a:t>
            </a:r>
          </a:p>
          <a:p xmlns:a="http://schemas.openxmlformats.org/drawingml/2006/main">
            <a:r>
              <a:t>- 확인: 1.0·1.1·1.2·릴리스 태그와 이미지 다이제스트를 대응시킨다.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sagemaker list-endpoints·list-models·list-mlflow-tracking-servers</a:t>
            </a:r>
          </a:p>
          <a:p xmlns:a="http://schemas.openxmlformats.org/drawingml/2006/main">
            <a:r>
              <a:t>- 확인: 실행 엔드포인트 없음, MLflow Stopped, v1 모델·구성 잔여를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cloudwatch list-dashboards·describe-alarms</a:t>
            </a:r>
          </a:p>
          <a:p xmlns:a="http://schemas.openxmlformats.org/drawingml/2006/main">
            <a:r>
              <a:t>- 확인: 상시 대시보드 1개, CPU 경보 1개 정상, 빈 SageMaker 로그 그룹을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iam list-roles·list-attached-role-policies·list-open-id-connect-providers</a:t>
            </a:r>
          </a:p>
          <a:p xmlns:a="http://schemas.openxmlformats.org/drawingml/2006/main">
            <a:r>
              <a:t>- 확인: 수업 역할 3개, EC2 정책, GitHub OIDC 없음, 정리용 역할 잔여를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resourcegroupstaggingapi get-resources</a:t>
            </a:r>
          </a:p>
          <a:p xmlns:a="http://schemas.openxmlformats.org/drawingml/2006/main">
            <a:r>
              <a:t>- 확인: Course=Cloud-MLOps와 Cleanup=After-Capture 태그가 붙은 잔여 리소스를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ce get-cost-and-usage</a:t>
            </a:r>
          </a:p>
          <a:p xmlns:a="http://schemas.openxmlformats.org/drawingml/2006/main">
            <a:r>
              <a:t>- 확인: 응답 필드 이름을 잘못 사용하면 Amount가 None으로 보인다는 점을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Metrics.UnblendedCost.Amount로 재조회</a:t>
            </a:r>
          </a:p>
          <a:p xmlns:a="http://schemas.openxmlformats.org/drawingml/2006/main">
            <a:r>
              <a:t>- 확인: CloudWatch 비용 0 USD와 비용 반영 지연 안내를 함께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중지 상태와 서비스 상태·예정 이벤트를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https://ap-northeast-2.console.aws.amazon.com/ec2/home?region=ap-northeast-2#Instances: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Security Groups → ysu-mlops-lab-sg → Inbound rules</a:t>
            </a:r>
          </a:p>
          <a:p xmlns:a="http://schemas.openxmlformats.org/drawingml/2006/main">
            <a:r>
              <a:t>- 확인: 인터넷에 공개된 인바운드 규칙이 없음을 콘솔에서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https://ap-northeast-2.console.aws.amazon.com/ec2/home?region=ap-northeast-2#SecurityGroup: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ysu-mlops-lab-20260824-a7c9 → Objects</a:t>
            </a:r>
          </a:p>
          <a:p xmlns:a="http://schemas.openxmlformats.org/drawingml/2006/main">
            <a:r>
              <a:t>- 확인: datasets와 models 폴더가 분리되어 있는지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https://s3.console.aws.amazon.com/s3/buckets/ysu-mlops-lab-20260824-a7c9?region=ap-northeast-2&amp;tab=objects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Amazon ECR → ysu-mlops-api → Images</a:t>
            </a:r>
          </a:p>
          <a:p xmlns:a="http://schemas.openxmlformats.org/drawingml/2006/main">
            <a:r>
              <a:t>- 확인: 태그, 크기, 다이제스트, 마지막 pull 시간을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https://ap-northeast-2.console.aws.amazon.com/ecr/private-registry/repositories?region=ap-northeast-2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Deployments and inference → Endpoints</a:t>
            </a:r>
          </a:p>
          <a:p xmlns:a="http://schemas.openxmlformats.org/drawingml/2006/main">
            <a:r>
              <a:t>- 확인: 현재 리소스가 없습니다 문구로 지속 비용 엔드포인트가 없음을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https://ap-northeast-2.console.aws.amazon.com/sagemaker/home?region=ap-northeast-2#/endpoints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Dashboards → ysu-mlops-lab-dashboard</a:t>
            </a:r>
          </a:p>
          <a:p xmlns:a="http://schemas.openxmlformats.org/drawingml/2006/main">
            <a:r>
              <a:t>- 확인: 대시보드는 존재하지만 위젯이 보이지 않아 발표 증거로는 보완이 필요하다고 판정한다.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https://ap-northeast-2.console.aws.amazon.com/cloudwatch/home?region=ap-northeast-2#dashboards/dashboard/ysu-mlops-lab-dashboard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Billing and Cost Management → Cost Explorer</a:t>
            </a:r>
          </a:p>
          <a:p xmlns:a="http://schemas.openxmlformats.org/drawingml/2006/main">
            <a:r>
              <a:t>- 확인: 기간, 월별 세분성, 서비스 그룹화, 예상 비용 안내를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https://console.aws.amazon.com/costmanagement/home#/cost-explorer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AWS Resource Explorer → Resource search</a:t>
            </a:r>
          </a:p>
          <a:p xmlns:a="http://schemas.openxmlformats.org/drawingml/2006/main">
            <a:r>
              <a:t>- 확인: ECR, 보안 그룹, CloudWatch 경보 등 여러 서비스의 리소스를 한 화면에서 찾는다.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https://ap-northeast-2.console.aws.amazon.com/resource-explorer/home?region=ap-northeast-2#/search</a:t>
            </a:r>
          </a:p>
          <a:p xmlns:a="http://schemas.openxmlformats.org/drawingml/2006/main">
            <a:r>
              <a:t>- https://docs.aws.amazon.com/resource-explorer/latest/userguide/getting-started-setting-up.html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015630809475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c5140088134bef" /><Relationship Type="http://schemas.openxmlformats.org/officeDocument/2006/relationships/slideLayout" Target="/ppt/slideLayouts/slideLayout1.xml" Id="Rfd0685c003454c4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0685c003454c4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08af2f9044d34" /><Relationship Type="http://schemas.openxmlformats.org/officeDocument/2006/relationships/notesSlide" Target="/ppt/notesSlides/notesSlide1.xml" Id="R084ac13476e04b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7c519da3c4f17" /><Relationship Type="http://schemas.openxmlformats.org/officeDocument/2006/relationships/notesSlide" Target="/ppt/notesSlides/notesSlide2.xml" Id="R675a28ab778740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c2a58628340cc" /><Relationship Type="http://schemas.openxmlformats.org/officeDocument/2006/relationships/notesSlide" Target="/ppt/notesSlides/notesSlide3.xml" Id="R82ef5b47f9da4a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765e8b8fe4e61" /><Relationship Type="http://schemas.openxmlformats.org/officeDocument/2006/relationships/notesSlide" Target="/ppt/notesSlides/notesSlide4.xml" Id="R04941892f6984f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8d3595b954081" /><Relationship Type="http://schemas.openxmlformats.org/officeDocument/2006/relationships/notesSlide" Target="/ppt/notesSlides/notesSlide5.xml" Id="Rfd35494784d94b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ed55af8f14d17" /><Relationship Type="http://schemas.openxmlformats.org/officeDocument/2006/relationships/notesSlide" Target="/ppt/notesSlides/notesSlide6.xml" Id="R0fda5c4d87fb46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78c6e95be4459" /><Relationship Type="http://schemas.openxmlformats.org/officeDocument/2006/relationships/notesSlide" Target="/ppt/notesSlides/notesSlide7.xml" Id="Rd1aedec5f5ea45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848be48824dac" /><Relationship Type="http://schemas.openxmlformats.org/officeDocument/2006/relationships/notesSlide" Target="/ppt/notesSlides/notesSlide8.xml" Id="Rb2edbbebf5a541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d688f97114cb5" /><Relationship Type="http://schemas.openxmlformats.org/officeDocument/2006/relationships/notesSlide" Target="/ppt/notesSlides/notesSlide9.xml" Id="R168b60066cb746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3bad104fe43ce" /><Relationship Type="http://schemas.openxmlformats.org/officeDocument/2006/relationships/notesSlide" Target="/ppt/notesSlides/notesSlide10.xml" Id="Rb4b453e33e2c4c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004348a4e42d0" /><Relationship Type="http://schemas.openxmlformats.org/officeDocument/2006/relationships/notesSlide" Target="/ppt/notesSlides/notesSlide11.xml" Id="R2e3776dbfde946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cd2c2ba3647f3" /><Relationship Type="http://schemas.openxmlformats.org/officeDocument/2006/relationships/notesSlide" Target="/ppt/notesSlides/notesSlide12.xml" Id="R59698f3492c446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2dbe2fc894abc" /><Relationship Type="http://schemas.openxmlformats.org/officeDocument/2006/relationships/notesSlide" Target="/ppt/notesSlides/notesSlide13.xml" Id="R7f0a9522678c4a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36fc010d14dbf" /><Relationship Type="http://schemas.openxmlformats.org/officeDocument/2006/relationships/notesSlide" Target="/ppt/notesSlides/notesSlide14.xml" Id="R841cbf1da74247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0d72823824e22" /><Relationship Type="http://schemas.openxmlformats.org/officeDocument/2006/relationships/notesSlide" Target="/ppt/notesSlides/notesSlide15.xml" Id="R5371883327214d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50e4136914622" /><Relationship Type="http://schemas.openxmlformats.org/officeDocument/2006/relationships/notesSlide" Target="/ppt/notesSlides/notesSlide16.xml" Id="R0e12dc4d2ecb4a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9cb3b7d07442c" /><Relationship Type="http://schemas.openxmlformats.org/officeDocument/2006/relationships/notesSlide" Target="/ppt/notesSlides/notesSlide17.xml" Id="R61092e473bf146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4194182174843" /><Relationship Type="http://schemas.openxmlformats.org/officeDocument/2006/relationships/notesSlide" Target="/ppt/notesSlides/notesSlide18.xml" Id="R9fc8ea2a495240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e4181adb14e9d" /><Relationship Type="http://schemas.openxmlformats.org/officeDocument/2006/relationships/notesSlide" Target="/ppt/notesSlides/notesSlide19.xml" Id="R243a97691d59416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22ab7296c42eb" /><Relationship Type="http://schemas.openxmlformats.org/officeDocument/2006/relationships/notesSlide" Target="/ppt/notesSlides/notesSlide20.xml" Id="Rd445a5448dbe4a3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3492631664662" /><Relationship Type="http://schemas.openxmlformats.org/officeDocument/2006/relationships/notesSlide" Target="/ppt/notesSlides/notesSlide21.xml" Id="Ra9d1c481c660419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2f13738764aeb" /><Relationship Type="http://schemas.openxmlformats.org/officeDocument/2006/relationships/image" Target="/ppt/media/image.jpeg" Id="R7e1fb3cddb974cf9" /><Relationship Type="http://schemas.openxmlformats.org/officeDocument/2006/relationships/hyperlink" Target="https://console.aws.amazon.com/console/home" TargetMode="External" Id="Rd7f8442849f94cb3" /><Relationship Type="http://schemas.openxmlformats.org/officeDocument/2006/relationships/hyperlink" Target="https://docs.aws.amazon.com/whitepapers/latest/overview-deployment-options/reproducible-infrastructure.html" TargetMode="External" Id="R244bfe1fc7da4e48" /><Relationship Type="http://schemas.openxmlformats.org/officeDocument/2006/relationships/notesSlide" Target="/ppt/notesSlides/notesSlide22.xml" Id="Reb1f674b35374b1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5a4db0c504cef" /><Relationship Type="http://schemas.openxmlformats.org/officeDocument/2006/relationships/hyperlink" Target="https://ap-northeast-2.console.aws.amazon.com/cloudshell/home?region=ap-northeast-2" TargetMode="External" Id="R60c1a68cddef4582" /><Relationship Type="http://schemas.openxmlformats.org/officeDocument/2006/relationships/hyperlink" Target="https://docs.aws.amazon.com/resource-explorer/latest/userguide/getting-started-setting-up.html" TargetMode="External" Id="R17744e37bb7746b2" /><Relationship Type="http://schemas.openxmlformats.org/officeDocument/2006/relationships/image" Target="/ppt/media/image2.jpeg" Id="R9a39b71e0ade4091" /><Relationship Type="http://schemas.openxmlformats.org/officeDocument/2006/relationships/notesSlide" Target="/ppt/notesSlides/notesSlide23.xml" Id="R458dc04335c6439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5690aafc845ae" /><Relationship Type="http://schemas.openxmlformats.org/officeDocument/2006/relationships/hyperlink" Target="https://ap-northeast-2.console.aws.amazon.com/cloudshell/home?region=ap-northeast-2" TargetMode="External" Id="Rb48bf985dfb44592" /><Relationship Type="http://schemas.openxmlformats.org/officeDocument/2006/relationships/hyperlink" Target="https://docs.aws.amazon.com/resource-explorer/latest/userguide/getting-started-setting-up.html" TargetMode="External" Id="Rc79ea99b10634876" /><Relationship Type="http://schemas.openxmlformats.org/officeDocument/2006/relationships/image" Target="/ppt/media/image3.jpeg" Id="R7ad2489b5bcf416c" /><Relationship Type="http://schemas.openxmlformats.org/officeDocument/2006/relationships/notesSlide" Target="/ppt/notesSlides/notesSlide24.xml" Id="R0547916f75a44fa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3dfff33054b17" /><Relationship Type="http://schemas.openxmlformats.org/officeDocument/2006/relationships/hyperlink" Target="https://ap-northeast-2.console.aws.amazon.com/cloudshell/home?region=ap-northeast-2" TargetMode="External" Id="R4fbbe5f41c574c9b" /><Relationship Type="http://schemas.openxmlformats.org/officeDocument/2006/relationships/hyperlink" Target="https://docs.aws.amazon.com/resource-explorer/latest/userguide/getting-started-setting-up.html" TargetMode="External" Id="R3fb867e16e4a42e7" /><Relationship Type="http://schemas.openxmlformats.org/officeDocument/2006/relationships/image" Target="/ppt/media/image4.jpeg" Id="R9d6eb72f66b64967" /><Relationship Type="http://schemas.openxmlformats.org/officeDocument/2006/relationships/notesSlide" Target="/ppt/notesSlides/notesSlide25.xml" Id="Rf72fe4ca0d7648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297ae966243fe" /><Relationship Type="http://schemas.openxmlformats.org/officeDocument/2006/relationships/hyperlink" Target="https://ap-northeast-2.console.aws.amazon.com/cloudshell/home?region=ap-northeast-2" TargetMode="External" Id="R212c3bd590d244e7" /><Relationship Type="http://schemas.openxmlformats.org/officeDocument/2006/relationships/hyperlink" Target="https://docs.aws.amazon.com/resource-explorer/latest/userguide/getting-started-setting-up.html" TargetMode="External" Id="R63a9106c16494e86" /><Relationship Type="http://schemas.openxmlformats.org/officeDocument/2006/relationships/image" Target="/ppt/media/image5.jpeg" Id="R3b20589d61db4d99" /><Relationship Type="http://schemas.openxmlformats.org/officeDocument/2006/relationships/notesSlide" Target="/ppt/notesSlides/notesSlide26.xml" Id="Ra54fd6b72a47465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49aa8ff4940b9" /><Relationship Type="http://schemas.openxmlformats.org/officeDocument/2006/relationships/hyperlink" Target="https://ap-northeast-2.console.aws.amazon.com/cloudshell/home?region=ap-northeast-2" TargetMode="External" Id="R50f4119deea540b0" /><Relationship Type="http://schemas.openxmlformats.org/officeDocument/2006/relationships/hyperlink" Target="https://docs.aws.amazon.com/resource-explorer/latest/userguide/getting-started-setting-up.html" TargetMode="External" Id="Rf5224fc2c41941f3" /><Relationship Type="http://schemas.openxmlformats.org/officeDocument/2006/relationships/image" Target="/ppt/media/image6.jpeg" Id="R9de14f37ad6649ae" /><Relationship Type="http://schemas.openxmlformats.org/officeDocument/2006/relationships/notesSlide" Target="/ppt/notesSlides/notesSlide27.xml" Id="Rb22debf2f25a44d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0ab1d9b474cb3" /><Relationship Type="http://schemas.openxmlformats.org/officeDocument/2006/relationships/hyperlink" Target="https://ap-northeast-2.console.aws.amazon.com/cloudshell/home?region=ap-northeast-2" TargetMode="External" Id="R2ebbaa9821ca4059" /><Relationship Type="http://schemas.openxmlformats.org/officeDocument/2006/relationships/hyperlink" Target="https://docs.aws.amazon.com/resource-explorer/latest/userguide/getting-started-setting-up.html" TargetMode="External" Id="R5c576f8dab62478f" /><Relationship Type="http://schemas.openxmlformats.org/officeDocument/2006/relationships/image" Target="/ppt/media/image7.jpeg" Id="Rc87f0b9ca0024e79" /><Relationship Type="http://schemas.openxmlformats.org/officeDocument/2006/relationships/notesSlide" Target="/ppt/notesSlides/notesSlide28.xml" Id="R0bbfd30fe1e0462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37dccb4074810" /><Relationship Type="http://schemas.openxmlformats.org/officeDocument/2006/relationships/hyperlink" Target="https://ap-northeast-2.console.aws.amazon.com/cloudshell/home?region=ap-northeast-2" TargetMode="External" Id="Re99ca310fd0f4383" /><Relationship Type="http://schemas.openxmlformats.org/officeDocument/2006/relationships/hyperlink" Target="https://docs.aws.amazon.com/resource-explorer/latest/userguide/getting-started-setting-up.html" TargetMode="External" Id="Rb341e620486d4d87" /><Relationship Type="http://schemas.openxmlformats.org/officeDocument/2006/relationships/image" Target="/ppt/media/image8.jpeg" Id="R911ca3e6a49b40b9" /><Relationship Type="http://schemas.openxmlformats.org/officeDocument/2006/relationships/notesSlide" Target="/ppt/notesSlides/notesSlide29.xml" Id="Rcf510d39c75f477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2fd57ea7b4249" /><Relationship Type="http://schemas.openxmlformats.org/officeDocument/2006/relationships/hyperlink" Target="https://ap-northeast-2.console.aws.amazon.com/cloudshell/home?region=ap-northeast-2" TargetMode="External" Id="R91e4de251d5d42a1" /><Relationship Type="http://schemas.openxmlformats.org/officeDocument/2006/relationships/hyperlink" Target="https://docs.aws.amazon.com/resource-explorer/latest/userguide/getting-started-setting-up.html" TargetMode="External" Id="Ra5407ab4d9c24c62" /><Relationship Type="http://schemas.openxmlformats.org/officeDocument/2006/relationships/image" Target="/ppt/media/image9.jpeg" Id="R550888969422496b" /><Relationship Type="http://schemas.openxmlformats.org/officeDocument/2006/relationships/notesSlide" Target="/ppt/notesSlides/notesSlide30.xml" Id="R3eb95c3d17e04a7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d6952071a41f3" /><Relationship Type="http://schemas.openxmlformats.org/officeDocument/2006/relationships/hyperlink" Target="https://ap-northeast-2.console.aws.amazon.com/cloudshell/home?region=ap-northeast-2" TargetMode="External" Id="Ra6660660d6544b26" /><Relationship Type="http://schemas.openxmlformats.org/officeDocument/2006/relationships/hyperlink" Target="https://docs.aws.amazon.com/resource-explorer/latest/userguide/getting-started-setting-up.html" TargetMode="External" Id="R63097286c084431c" /><Relationship Type="http://schemas.openxmlformats.org/officeDocument/2006/relationships/image" Target="/ppt/media/image10.jpeg" Id="Rabac978f03064003" /><Relationship Type="http://schemas.openxmlformats.org/officeDocument/2006/relationships/notesSlide" Target="/ppt/notesSlides/notesSlide31.xml" Id="R1659035d18b94d8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af38ab86b4494" /><Relationship Type="http://schemas.openxmlformats.org/officeDocument/2006/relationships/hyperlink" Target="https://ap-northeast-2.console.aws.amazon.com/cloudshell/home?region=ap-northeast-2" TargetMode="External" Id="Rf41df5437c594d73" /><Relationship Type="http://schemas.openxmlformats.org/officeDocument/2006/relationships/hyperlink" Target="https://docs.aws.amazon.com/resource-explorer/latest/userguide/getting-started-setting-up.html" TargetMode="External" Id="Rbf9720e21a234901" /><Relationship Type="http://schemas.openxmlformats.org/officeDocument/2006/relationships/image" Target="/ppt/media/image11.jpeg" Id="Ra6bfdd44b3e84a01" /><Relationship Type="http://schemas.openxmlformats.org/officeDocument/2006/relationships/notesSlide" Target="/ppt/notesSlides/notesSlide32.xml" Id="R723c0326f8f64f5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3c10d422b4067" /><Relationship Type="http://schemas.openxmlformats.org/officeDocument/2006/relationships/hyperlink" Target="https://ap-northeast-2.console.aws.amazon.com/cloudshell/home?region=ap-northeast-2" TargetMode="External" Id="R18f6f362e09a443e" /><Relationship Type="http://schemas.openxmlformats.org/officeDocument/2006/relationships/hyperlink" Target="https://docs.aws.amazon.com/resource-explorer/latest/userguide/getting-started-setting-up.html" TargetMode="External" Id="Re2afa50b3ab3470a" /><Relationship Type="http://schemas.openxmlformats.org/officeDocument/2006/relationships/image" Target="/ppt/media/image12.jpeg" Id="Rcdf8ee8c0f124fc5" /><Relationship Type="http://schemas.openxmlformats.org/officeDocument/2006/relationships/notesSlide" Target="/ppt/notesSlides/notesSlide33.xml" Id="R56deb524cf0246f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2c0fe6dcc4f1d" /><Relationship Type="http://schemas.openxmlformats.org/officeDocument/2006/relationships/hyperlink" Target="https://ap-northeast-2.console.aws.amazon.com/cloudshell/home?region=ap-northeast-2" TargetMode="External" Id="Ra98859ea04a94158" /><Relationship Type="http://schemas.openxmlformats.org/officeDocument/2006/relationships/hyperlink" Target="https://docs.aws.amazon.com/resource-explorer/latest/userguide/getting-started-setting-up.html" TargetMode="External" Id="R2b607f4e4a544c7c" /><Relationship Type="http://schemas.openxmlformats.org/officeDocument/2006/relationships/image" Target="/ppt/media/image13.jpeg" Id="Re978371c31284aaa" /><Relationship Type="http://schemas.openxmlformats.org/officeDocument/2006/relationships/notesSlide" Target="/ppt/notesSlides/notesSlide34.xml" Id="R6cb5163d372d4df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0d350214e469c" /><Relationship Type="http://schemas.openxmlformats.org/officeDocument/2006/relationships/hyperlink" Target="https://ap-northeast-2.console.aws.amazon.com/ec2/home?region=ap-northeast-2#Instances:" TargetMode="External" Id="R2579127eb49f4c13" /><Relationship Type="http://schemas.openxmlformats.org/officeDocument/2006/relationships/hyperlink" Target="https://docs.aws.amazon.com/resource-explorer/latest/userguide/getting-started-setting-up.html" TargetMode="External" Id="R677b1b3284fe43a9" /><Relationship Type="http://schemas.openxmlformats.org/officeDocument/2006/relationships/image" Target="/ppt/media/image14.jpeg" Id="R365db5f0578a48f8" /><Relationship Type="http://schemas.openxmlformats.org/officeDocument/2006/relationships/notesSlide" Target="/ppt/notesSlides/notesSlide35.xml" Id="R7d70bbadc3074fe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5b326dbb745b1" /><Relationship Type="http://schemas.openxmlformats.org/officeDocument/2006/relationships/hyperlink" Target="https://ap-northeast-2.console.aws.amazon.com/ec2/home?region=ap-northeast-2#SecurityGroup:" TargetMode="External" Id="R80a8f8be55414946" /><Relationship Type="http://schemas.openxmlformats.org/officeDocument/2006/relationships/hyperlink" Target="https://docs.aws.amazon.com/resource-explorer/latest/userguide/getting-started-setting-up.html" TargetMode="External" Id="Rbf90835f056a4ca8" /><Relationship Type="http://schemas.openxmlformats.org/officeDocument/2006/relationships/image" Target="/ppt/media/image15.jpeg" Id="R37f98ddcd52f4df2" /><Relationship Type="http://schemas.openxmlformats.org/officeDocument/2006/relationships/notesSlide" Target="/ppt/notesSlides/notesSlide36.xml" Id="Rfcc31ebd049e41c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bcecbcc36406a" /><Relationship Type="http://schemas.openxmlformats.org/officeDocument/2006/relationships/hyperlink" Target="https://s3.console.aws.amazon.com/s3/buckets/ysu-mlops-lab-20260824-a7c9?region=ap-northeast-2&amp;tab=objects" TargetMode="External" Id="R3a87b28240964fdd" /><Relationship Type="http://schemas.openxmlformats.org/officeDocument/2006/relationships/hyperlink" Target="https://docs.aws.amazon.com/resource-explorer/latest/userguide/getting-started-setting-up.html" TargetMode="External" Id="Rc5a38ba55167486b" /><Relationship Type="http://schemas.openxmlformats.org/officeDocument/2006/relationships/image" Target="/ppt/media/image16.jpeg" Id="Rcaa9aab10d364323" /><Relationship Type="http://schemas.openxmlformats.org/officeDocument/2006/relationships/notesSlide" Target="/ppt/notesSlides/notesSlide37.xml" Id="R0301b903f9a0400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68606c3fb495d" /><Relationship Type="http://schemas.openxmlformats.org/officeDocument/2006/relationships/hyperlink" Target="https://ap-northeast-2.console.aws.amazon.com/ecr/private-registry/repositories?region=ap-northeast-2" TargetMode="External" Id="Recfad69baa29468b" /><Relationship Type="http://schemas.openxmlformats.org/officeDocument/2006/relationships/hyperlink" Target="https://docs.aws.amazon.com/resource-explorer/latest/userguide/getting-started-setting-up.html" TargetMode="External" Id="R16074311e2644ae8" /><Relationship Type="http://schemas.openxmlformats.org/officeDocument/2006/relationships/image" Target="/ppt/media/image17.jpeg" Id="Ra2ea624cf1114fba" /><Relationship Type="http://schemas.openxmlformats.org/officeDocument/2006/relationships/notesSlide" Target="/ppt/notesSlides/notesSlide38.xml" Id="R1a84ab6a82d14bc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a5ba5bd5246e2" /><Relationship Type="http://schemas.openxmlformats.org/officeDocument/2006/relationships/hyperlink" Target="https://ap-northeast-2.console.aws.amazon.com/sagemaker/home?region=ap-northeast-2#/endpoints" TargetMode="External" Id="R4b18c4acd397487d" /><Relationship Type="http://schemas.openxmlformats.org/officeDocument/2006/relationships/hyperlink" Target="https://docs.aws.amazon.com/resource-explorer/latest/userguide/getting-started-setting-up.html" TargetMode="External" Id="R593b70e042354ad4" /><Relationship Type="http://schemas.openxmlformats.org/officeDocument/2006/relationships/image" Target="/ppt/media/image18.jpeg" Id="R74111f9c57af4fc9" /><Relationship Type="http://schemas.openxmlformats.org/officeDocument/2006/relationships/notesSlide" Target="/ppt/notesSlides/notesSlide39.xml" Id="Ra4a676c769654b3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21486b10c4b4b" /><Relationship Type="http://schemas.openxmlformats.org/officeDocument/2006/relationships/hyperlink" Target="https://ap-northeast-2.console.aws.amazon.com/cloudwatch/home?region=ap-northeast-2#dashboards/dashboard/ysu-mlops-lab-dashboard" TargetMode="External" Id="Rb970dcfdbc584365" /><Relationship Type="http://schemas.openxmlformats.org/officeDocument/2006/relationships/hyperlink" Target="https://docs.aws.amazon.com/resource-explorer/latest/userguide/getting-started-setting-up.html" TargetMode="External" Id="Rf70f6196529546b2" /><Relationship Type="http://schemas.openxmlformats.org/officeDocument/2006/relationships/image" Target="/ppt/media/image19.jpeg" Id="Re54c948571074a1a" /><Relationship Type="http://schemas.openxmlformats.org/officeDocument/2006/relationships/notesSlide" Target="/ppt/notesSlides/notesSlide40.xml" Id="Rec31c8b2b30b44f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51dc434d044a9" /><Relationship Type="http://schemas.openxmlformats.org/officeDocument/2006/relationships/hyperlink" Target="https://console.aws.amazon.com/costmanagement/home#/cost-explorer" TargetMode="External" Id="R39cc143b4c784ce8" /><Relationship Type="http://schemas.openxmlformats.org/officeDocument/2006/relationships/hyperlink" Target="https://docs.aws.amazon.com/resource-explorer/latest/userguide/getting-started-setting-up.html" TargetMode="External" Id="Rfa1d78f5e0fc4c7d" /><Relationship Type="http://schemas.openxmlformats.org/officeDocument/2006/relationships/image" Target="/ppt/media/image20.jpeg" Id="R61aa51ef880f4cd2" /><Relationship Type="http://schemas.openxmlformats.org/officeDocument/2006/relationships/notesSlide" Target="/ppt/notesSlides/notesSlide41.xml" Id="R33a3c13e67ae4f7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f8997b40c46f2" /><Relationship Type="http://schemas.openxmlformats.org/officeDocument/2006/relationships/hyperlink" Target="https://ap-northeast-2.console.aws.amazon.com/resource-explorer/home?region=ap-northeast-2#/search" TargetMode="External" Id="Rfb576a478f3b4587" /><Relationship Type="http://schemas.openxmlformats.org/officeDocument/2006/relationships/hyperlink" Target="https://docs.aws.amazon.com/resource-explorer/latest/userguide/getting-started-setting-up.html" TargetMode="External" Id="R49b4229053594d21" /><Relationship Type="http://schemas.openxmlformats.org/officeDocument/2006/relationships/image" Target="/ppt/media/image21.jpeg" Id="Re8d56bf2fa18440a" /><Relationship Type="http://schemas.openxmlformats.org/officeDocument/2006/relationships/notesSlide" Target="/ppt/notesSlides/notesSlide42.xml" Id="Rcdfc4673a4844a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43C824-39AD-400E-8CA6-E25F50B7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5995B31-B98B-41ED-969C-006750C7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DDAE47-5898-4FC5-B5B9-9EAFF718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14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C55DB82-EC43-4EC2-91E9-F37E25A7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집중 워크숍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5608855-2192-42C5-8EF3-7DDBA690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남의 환경에서 재현되는 상태로 산출물을 통합하고 시연 영상 백업을 완성할 수 있다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F4AB037-68F1-4836-A4CA-FBCD0B31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9E862B1-BB80-4FA1-B94A-79516E75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1508C7-465C-4869-9A10-EE23F056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2001070405_20v1.2   2001070408_20v1.1   2001070403_20v1.4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9765753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5E2F7C-D178-457A-ACF1-46D5C132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흐름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9F0A629-3F87-4C6C-8DAD-3C5AD92C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230분 · 오늘은 시간표가 다릅니다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69B224A-DB73-4DB7-9D16-9ACEBBBC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BD60F1-D46D-40CB-90B2-6510F475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도입 — 오늘 운영 방식 · 코칭 순서 안내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041043F-CA8D-4EFC-9348-22549562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5분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3886E3B-1675-485B-87D7-A040A078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B22FD31-6D4D-4347-BC57-3BE5A04C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미니강의 — 발표 구성법 · 시연 영상 백업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83C0192-E79C-4426-8F72-4B70E4C8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8B85C5-A7AA-4BBD-992D-E56DF20D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B52A2CE-4800-4A77-9B69-D1DB247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 (1차)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0BE481-257A-43E4-BD95-1D95227B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7CAD86E-8663-4C50-B3C5-A6C24F5D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D9ABEEA-766C-4F58-8589-3E4B4DA3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팀별 작업·코칭 1부 — 통합 점검과 재현성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8E71B66-D771-4805-BBC2-F96B60F1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90분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13AF7F1-2290-4973-8FC6-39416621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6132A07-9FB8-4C91-A561-AF8A38FE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 (2차)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D5C5E5E-6BCF-4AD9-B739-9D2B603B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1216F1F-1AB0-4206-901D-2D6C71E3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F17DE00-AF92-4D60-8277-C630FD6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팀별 작업·코칭 2부 — 발표자료·시연 영상·리허설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DB008BE-F0BB-4008-A178-A8B51A1F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85분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F128752-3AC9-4F9A-BD2A-80E460F7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F525D44-8326-4398-8624-7A4EEA96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마무리 — 제출 확인 · 발표 순서 추첨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C410356-867E-40D1-99CB-AD380AE6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15분</a:t>
            </a:r>
            <a:endParaRPr sz="13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371DA12-161A-4E4C-8F3E-55A1B670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168B1A6-986E-4035-AE86-1ED6162E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4020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B12503-44AB-4193-B255-97FCB0C9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6AA4F-6121-4D73-8696-9BF320D5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A1C3FE6-B5BF-407A-ADDF-DC93EB9F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미니강의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98F3628-FE5B-4630-B0C3-E24F8467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20분 · 오늘 강의는 이게 전부입니다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4921096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BE2F218-8130-4F2A-BE75-BB123313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강사가 팀마다 확인할 네 가지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F70136-AF2A-4E48-BE7E-EE58693D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다음 주 최종 평가 루브릭 25점의 뼈대와 같습니다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0F87768-D7F6-4368-8F6C-B48A112F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0113D1B-2D35-4B47-8738-11CD4532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D4CAA4D-8E1E-4B1A-B806-BEBD427B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전 구간이 진짜 도는가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53031A4-A5BE-4A64-9400-A81F8DC1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다른 사람 계정, 다른 사람 노트북에서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7E8F204-7E3F-4572-BFEF-8FF7D245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DB98A8E-B1D2-487B-9FEB-6CC53BC1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29CA3CA-C5C6-4D93-AF42-C6D0CE95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README만 보고 재현되는가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F6BC344-257D-44BA-BB0F-947B4A21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처음 보는 사람이 clone부터 학습 실행까지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AC62B2B-993A-410F-81FC-51B5A853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F498733-DE58-4993-809D-D5FD854A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96B7756-6107-41DE-B0ED-48D4CBFF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MLflow에 실험 기록이 있는가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10D10A7-53A7-4252-BDE8-30E4991F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파라미터와 성능을 비교할 수 있는 실험 5건 이상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00F5A9C-C729-4154-94AB-937C4E9F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740859D-FC05-4B6F-80AC-88E5EBFF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DB3DBFA-7E45-4BCB-B719-2DF38193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리소스와 비용이 정리됐는가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F5CDD06-D69D-418B-B67D-6F08370D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탄력적 IP · SageMaker 엔드포인트 · 미사용 EBS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79BE756-EA3B-4A15-A3A0-CC13C610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226564"/>
            <a:ext cx="4324252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B5D53DB-340E-4DCD-84AB-DB243111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446020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오늘 끝낼 다섯 가지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A5E1378-352A-46F3-B4CE-C688BF4F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921508"/>
            <a:ext cx="3775612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재현되는 README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남의 노트북에서 도는 API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발표자료 초안 10~12장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시연 영상 3분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리소스·비용 현황표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897FD9F-2A2D-42DD-B67E-6AB32D8E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5BE26D-521A-4233-AA2A-B2FDF634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858397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77C56D1-D028-475D-9223-32C9F1E0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발표는 네 덩어리로 짭니다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81455D-FAAB-4368-958E-509D752E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시간 순서로 나열하면 15분이 5분 만에 사라집니다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90CA333-45AD-4089-BC34-5D5B0EBE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A9D055-AA00-4D1B-9732-28787BE4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A67E244-D35F-4D30-9393-FF5B05EF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62BFB4-1095-4448-9047-F8291846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문제 · 3분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3ABA171-0095-47FB-9D0F-CE481333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무엇을 예측했다가 아니라 누가 왜 불편했는지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D5DCE40-47FF-4103-B23D-26893F89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2008D04-C4C5-4FE9-81AB-2CBC626A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734540C-CAEA-4BDF-A86B-03EBB0A3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A1CC8B-3F1B-454F-85DC-DEE1BDD3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접근 · 4분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8F18C6-975D-4F14-923B-E41B391E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기술 나열 금지. 무엇을 왜 골랐는지 선택의 이유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8A5BF6C-8122-45C2-84C7-05B06712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CF7C19D-60D6-4E0C-8B14-551BA17E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1268101-2255-4F0D-8087-EB12DD16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8C0EE3D-50FE-4EFC-B647-54C7ED79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결과 · 5분 (시연 3분)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3A06174-9B45-42E5-B0DF-D71DFB3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숫자는 반드시 베이스라인 등 비교 대상과 함께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14F2692-E6FC-4EFD-B689-2ED09BA0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CCA69FD-B874-4831-8DDA-0EB28E83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9F0C4F4-37D9-4736-ABC0-0B37A7FC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EA1AE8F-9C65-42C3-99E1-CF8A3A6B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배운 점 · 3분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B63ED52-F378-42B6-B412-019C37EC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실패를 말하는 팀이 이깁니다. 여기서 점수가 갈립니다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1141AC9-D2B9-4387-B09D-F439DFAB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20F42CD-D56F-4309-A5E8-DF31C9B5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0B232F4-6AE4-49CA-A45E-002B33F7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B831F7A-EE67-41AD-9938-EFEA3075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첫 30초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88FE036-1196-4641-A6A7-179313E2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저희가 만든 것을 한 문장으로. 제목 소개가 아닙니다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45966D1-5E5B-4D4D-8EED-ADA84E4D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B343BF2-6D6F-4F81-A822-16FDA192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58954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FFA60B-2B97-4810-8EB1-15CEC03F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주 발표에서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여러분의 라이브 데모는 실패합니다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48D55A-BB5F-4A16-9DB5-8C4A49BE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겁주는 게 아니라 확률 이야기입니다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711049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3AF88E9-AE40-42C5-A93E-D044FBFF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데모 실패 4대 원인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011EC1-8532-48F2-BD42-AA9F64BD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전부 여러분 잘못이 아닌데도 발표는 망합니다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09F666F-1A4E-453F-9091-8D694336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16836"/>
            <a:ext cx="5382616" cy="1563624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C8FB6F-E7D0-4192-A91B-7A19DEB2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545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3B58297-69B6-4892-A86B-E6C12266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545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D142C97-329E-44AD-B0CB-9799EDFE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336292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강의실 와이파이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7CC6D38-838B-4F12-8C72-9D6ABB6C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848356"/>
            <a:ext cx="433105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30명이 동시에 붙어 있습니다. 평소 100밀리초 걸리던 요청이 그날 타임아웃 납니다.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BB617C7-65F9-4BD8-A8E4-2EAFE440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2116836"/>
            <a:ext cx="5382616" cy="1563624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5DEEE2-ECE6-42B9-8D33-34F5A4A7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3545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5846D0E-29B3-41F2-9B9C-BA4C4F6C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3545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579F6E6-9646-4863-BC91-CAD1D5F7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336292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퍼블릭 IP 변경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45D474-D341-461E-809E-626469CE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848356"/>
            <a:ext cx="433105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인스턴스를 중지했다 켜면 주소가 바뀝니다. 발표자료에 적은 주소가 죽은 주소가 됩니다.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735913B-02B4-456B-9EFE-CE81F652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563624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13700B3-C294-4341-93C4-D0BB26A7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1BC3E61-2DFC-4B8E-BB82-D52E6FFB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F5A4CA3-A3D6-4546-A2B8-BD35A053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마지막 배포 실패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D66F854-3A49-4838-B614-873DF6D2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어제 밤에 고친 코드의 배포가 빨간 X로 끝났는데 아무도 안 봤습니다.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AC9D385-C73F-4DA6-ADCF-4D105CE9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3973068"/>
            <a:ext cx="5382616" cy="1563624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1F36265-6098-40B7-B34D-7262EF8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AB978A2-E0D7-49A6-88FD-30FC83DF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ECAB81C-356E-4B39-92C8-B11E055B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컨테이너 삭제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5DF04FB-1F05-4C31-91F2-36B44C9D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704588"/>
            <a:ext cx="433105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제일 허무한 경우입니다. 발표 직전에 누가 실수로 컨테이너를 지웠습니다.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358B5BA-2CC1-46C2-B992-267BEC97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17F9D9D-A8B5-4223-BE8C-5D81B206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324444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C36D3A-044C-4C34-BD78-8E9E6773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시연 영상 백업은 오늘 필수입니다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F3598C-E8AD-4AE5-BA3F-4E3314D4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미제출 시 다음 주 발표 점수에서 감점합니다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EEC2FCD-5182-4F38-A46E-23E24487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C565A6B-8BAE-49E2-97B4-9A81695D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FCF74F-A952-441A-8227-891BB681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3분 이내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522B411-3EDC-42F5-9E9C-517412BB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통째로 틀 게 아니라 실패했을 때 갈아 끼울 대체재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EF84681-AD30-41A6-828C-20ED58FE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39AC7AF-A50D-4E25-9BE7-5AC26925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CD17752-C199-4F15-847D-1EBC5E1A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소리는 없어도 됨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D085B36-67AE-4551-8C8A-8F1029CF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대신 무엇을 하는지 화면에 큰 글씨나 자막으로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65D3EDF-5F29-4A14-8534-50C2629C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110ABE0-5452-4A00-BDCD-29C0A929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A01DBE1-42A3-492B-B979-F4ED24BC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두 곳에 보관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9041221-B44D-4A9F-AD0C-8EF38ADF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공유 드라이브 + 발표할 노트북 바탕화면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D347BC9-E472-4E80-B5F2-07FCB479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A56E0AC-0967-419C-91BD-836C3B1D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2CEC9A-0A60-470D-9303-227DB988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인터넷 끄고 재생 테스트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AFF79D-1975-46A3-93A7-79941781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강의실에서 인터넷이 안 될 수 있습니다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11779BD-8880-4B91-87DB-1BAC9A6D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6DF7EDB-6856-4F06-B05C-7592CCBA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D28B78E-974F-4903-9663-95F0DBAE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파일명 규칙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20AB738-EC06-4837-9B8F-C9CDB6CB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&lt;팀번호&gt;_시연영상_&lt;날짜&gt;.mp4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C0305FF-9700-49CD-B0CF-AD491D72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F03D320-924B-4393-AD88-43004911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백업 3단 구성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8DE2302-BA5D-4265-858F-3A0819A3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1단 라이브 데모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2단 노트북 로컬 실행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3단 시연 영상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3초 안에 전환하면 감점 없음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FE8B14B-7C60-4B01-AE9E-9ABF53DA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9873976-3833-4334-9FF1-445F78D2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595017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C1346F3-2DE6-43DB-A15E-CBBCB848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시연 영상에 담을 다섯 장면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B02562B-9FE6-4573-A39C-115B0A2D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중간에 멈추지 말고 한 번에 촬영합니다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79E6F59-12AC-4443-87E2-7F190F15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0AD8173-89AF-46CB-B100-2D50E01D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518776-4E38-4FA7-8BD9-E2FBA685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84826B-2F22-4258-9607-B76097FD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장면 1 · 15초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45450BB-A1DA-4D0B-987D-90105D67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브라우저 주소창에 서비스 주소 입력, Swagger UI 로딩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CAF2091-3975-438D-A5C9-72663A64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8757081-BA57-48B6-AAE4-DEE79391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ED7C3B7-5692-493D-BB66-B5CEE75B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3A4C20-66F2-40CC-915D-38D4BE52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장면 2 · 40초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322A02D-D9E9-4C7A-8FBC-AB5697C1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/predict 에서 실제 입력값을 타이핑하는 손까지 보이게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DB9BB0C-E44F-411E-B47D-2A7104FB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924F2DB-24D8-4902-87FE-EA615348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D70A22B-4B76-4C66-98C9-83F1E23D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9C7D8FC-6988-4112-9473-6659072B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장면 3 · 20초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4F7EA41-A3BF-47DB-A3CD-C3587257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응답 JSON을 화면 가운데로. 예측값을 마우스로 가리키기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D242528-DF46-44EA-B538-DE463AB2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49208A7-D0C2-4087-A46D-3DD8B437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ECAB468-3078-48E1-854C-CEB38A4E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768902D-C4F8-4D1D-8603-7864D27D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장면 4 · 30초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CE2DC98-B7D8-49D1-885D-2C2EBBC9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CloudWatch 대시보드에 방금 요청이 그래프로 찍히는 것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35089F0-DCE1-49A9-AFE4-EB6DECE2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6DBF923-648C-431A-A41E-C239C739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4BB1B70-7A4E-4474-8A44-80E3BF4A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FCBFA62-3AF4-4584-A08F-6CEB4B8F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장면 5 · 60초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BB47DB0-9E6D-407C-BC27-184254F2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코드 한 줄 수정 후 push, Actions 초록 체크 (배속 가능)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D7B00CB-FDE8-47CB-8DC3-EB8E8E54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E7D7F12-33A4-4251-A37C-68E06A28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454597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6F77148-DC68-49C1-A6B6-8B0047E2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66BA22F-ABD5-487F-9570-A9789D45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0C95FD-598A-40E9-B3F5-36B766E0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팀별 작업과 코칭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3A65D06-7CE0-4F10-93AB-51662429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175분 · 강사는 가르치지 않고 순회하며 점검합니다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55528008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154BFE6-C83E-48F8-84F2-5D181387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반드시 끝낼 산출물 다섯 가지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879538-5DAB-49FE-8F6D-6B09DFF1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순서대로 합니다. 순서를 바꾸지 마세요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8960"/>
                <a:gridCol w="5852160"/>
                <a:gridCol w="209397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기준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시각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README.md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옆 팀 교차 테스트 지적사항이 전부 반영됨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 종료 02:00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남의 노트북에서 도는 API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서로 다른 노트북 2대 이상에서 /predict 성공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 종료 02:00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발표자료 초안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10~12장, 숫자와 화면 캡처 포함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03:00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영상 백업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3분 이내 mp4, 드라이브와 노트북에 각 1부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03:20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리소스·비용 현황표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명령 5개 결과 캡처 + 팀 태그 누적 비용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03:30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0DC93AB-64B1-453F-AA7C-3394674A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2476662-AC3C-41DE-A818-8FBD62D6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590347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05F815-8BB6-4BDF-9A93-1685E228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코칭 체크리스트 A부터 D까지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AE496FF-0E63-4291-A75F-F2DAAB0F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강사가 여러분 화면 앞에서 직접 실행시켜 확인합니다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520C588-7046-4599-A123-AB770661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F32AAF6-BD56-42AE-BB50-6AA3AAAE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D427466-6B23-48DE-8639-AE80CAA9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A. 전 구간 동작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2F6B867-6979-4F9A-97F7-9F19200F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강사 노트북에서 /health와 /predict, 테더링에서도 한 번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1D3C775-4C2D-4896-A832-C556827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DF87099-9ED4-419D-BB51-C246CA2B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38BF2CE-8853-463A-9B92-B9720C64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B. 재현성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900A0CC-D613-4321-A300-82C3EE9D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복붙 가능한 명령, 환경변수 목록, 배포와 롤백 방법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924380D-9243-4BB0-B4FD-44E90E2A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63C77EC-35CF-4F9E-A320-3B8BBC4E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622A973-3021-4017-BE86-61CE01FA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C. 실험 관리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511E503-8B84-43D5-8906-D15A1C6B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실험 5건 이상, 채택 모델 추적, 선택 이유를 말로 설명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F01D3AA-C8F4-463C-A0B4-D23F4F20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750CD74-73AF-4221-897A-257362BC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A5DF6E6-465A-4543-BE27-7C5900A3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D. 리소스·비용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0EF91E9-E62C-449D-82D3-98F9837A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미연결 탄력적 IP, 엔드포인트, 미사용 EBS가 전부 0건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2FFC9D8-2C67-4CE8-B3BB-622C9585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5354634-3BD6-4EDD-A0D4-1D8C4CF4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코칭할 때의 규칙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443430F-5AE6-4DDD-94FF-BBFDF690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키보드를 뺏지 않는다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돌아가나요 대신 돌려보세요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말 없는 사람에게 묻는다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한 팀 20분을 넘기지 않는다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795AFD0-6889-4DDE-965F-45E2EEFD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3DA2B8C-A512-4102-A16F-DDCF8BC1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9995740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418903-FAE5-4B6B-A38E-312B840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A. 다른 환경에서 진짜 도는지 확인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952EBE-D541-4111-80D0-8B29C654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개발에 덜 참여한 팀원의 노트북일수록 좋습니다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0A0C13-B654-46BB-880D-576D5120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A422FF6-4998-49C7-B7CD-84549773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EBC47DC-26D7-4F82-9D6C-67451FE6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1) 팀원 중 한 명이 자기 노트북에서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curl -i http://&lt;팀 서비스 퍼블릭 IP&gt;:8000/health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curl -X POST http://&lt;팀 서비스 퍼블릭 IP&gt;:8000/predict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-H "Content-Type: application/json"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-d '&lt;발표 때 쓸 실제 입력 JSON 3건 중 1번&gt;'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2) 학교 와이파이가 아닌 망(휴대폰 테더링)에서 한 번 더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3) 한쪽만 되면 보안그룹 인바운드 규칙을 본다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ec2 describe-security-groups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--group-ids &lt;보안그룹 ID&gt;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--query "SecurityGroups[].IpPermissions[].[FromPort,ToPort]"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--output table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64619-D2C2-4D89-9490-F84DFFB6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두 환경 모두에서 200과 정상 예측값이 나와야 통과입니다.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F167A0A-DAB5-4BC4-82FA-7BB1821B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B39DD26-43E6-4A5D-B334-ED95F74C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625191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70F597D-7A91-4583-B744-B83820E8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B. 옆 팀과 README 교차 재현 테스트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67357F-E6EA-4675-82CD-59FC895E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안에서는 못 합니다. 빠진 단계를 무의식적으로 채워 읽으니까요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1F0C54B-E94C-4984-B537-470248A7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4B7D6FD-F8C9-47A6-9DC6-28FB157B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63D8E45-3ED8-45D6-BD35-EFF328F1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54404AF-C4D2-438C-BCA3-686EF527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옆 팀 README만 받는다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8EB6BE-EBDC-49DC-9F23-3741CB2C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말로 물어보는 것 금지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338DA87-38D9-4508-83BC-F8B58B6B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215C473-9215-4368-AB32-2431790B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1830E55-2320-407F-8A1A-A87AF596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A0CF579-17E3-47B9-8503-A7F2936F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적힌 대로 따라한다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848EBEC-C670-41F5-91A5-BF897D51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clone에서 환경 구성, 학습 실행까지. 15분 제한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B080F6B-A2C5-470B-99E9-25BBD290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D0662F1-92D9-4A0E-8AFE-555AD621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9F118FB-F5B9-4C76-8164-EA3E61AE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240ABDE-566A-4F34-99EB-917EC94E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막힌 지점을 그대로 적는다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68FF189-01C6-4536-B132-7F71CB47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예: 3번 단계에서 mlflow 모듈 없음, requirements에 빠짐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999278E-4BC5-466C-BF26-981A4DD9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B05B35C-FD07-4B43-816F-ABA45E9B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65FACFD-5EF4-49F9-8302-DB4EA7B1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4A2D92F-2D08-4948-8B03-BA2D87FE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받은 팀은 README에 반영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D967A7A-6D7F-4D30-A344-92CC3DDE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반영 커밋 링크가 오늘 제출물입니다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3413D2C-254A-4E6D-AF2D-92246CFB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D9B5D22-E493-4DC1-902C-0666283C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17A3E39-47B5-4A1A-B1D3-5FA9A156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A265B4D-EAE1-41A5-8A3A-3EF6BBA0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지적 0개는 대충 한 것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BA2F30A-BCAF-48EB-9CF0-8CC0D93F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평균 3~5개가 나옵니다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7206BFF-8CE5-4BD5-A0D7-D89FA529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8BA0707-5306-403A-A1F4-270963E1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772349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4DF9D2-C0AA-4AE0-8658-81AF30F0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README 필수 항목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42B862-1477-4294-85D8-A8DEAFCF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순서 그대로. 다른 사람이 운영할 수 있는 수준의 문서입니다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77440"/>
                <a:gridCol w="867765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반드시 들어갈 내용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1–2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 정의(누가 왜 불편한가) · 데이터 출처·기간·규모·개인정보 포함 여부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 — 아키텍처 그림 1장과 사용 서비스 목록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4–5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방법(복붙 가능해야 함) · 필요한 환경변수 표 · API 명세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 결과표와 최종 채택 모델 선택 이유 3줄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7–8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방식·대상·롤백 명령 · 대시보드·지표·알람·재학습 정책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9–10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알고 있는 한계 3가지와 다음 단계 · 팀 구성과 역할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DE79199-7BAE-43DD-A521-C0652F9B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F8B3280-0059-48D1-A661-7556578E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9708856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D887FE3-C14B-4278-B70C-BCA3AB05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D. 리소스와 비용 확인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6B44C70-A1A1-4DB7-AC5B-5D0842B8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미정리 적발 시 회당 2점 감점. 오늘이 스스로 고칠 마지막 기회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72BCAC0-F25C-4F90-A5D3-7FC871E6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36C48EA-4FB2-46F7-B98E-5BF8945C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7F669BC-2745-4B35-8AF0-0E17E273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1) 우리 팀 EC2 전부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ec2 describe-instances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--filters "Name=tag:Team,Values=&lt;팀번호&gt;"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--query "Reservations[].Instances[].[InstanceId,State.Name]" --output table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t/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2) 연결 안 된 탄력적 IP - 있으면 요금이 나갑니다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ec2 describe-addresses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--query "Addresses[?AssociationId==null].[PublicIp]" --output table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t/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3) SageMaker 엔드포인트 - 10주차 이후 남아 있으면 큰일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sagemaker list-endpoints --region ap-northeast-2 --output table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t/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4) 미사용 EBS 볼륨과 디스크 여유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ec2 describe-volumes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--filters "Name=status,Values=available"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--query "Volumes[].[VolumeId,Size]" --output table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df -h /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84EB9D2-B0AD-4EC2-B876-6C10CF2F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2번, 3번, 4번은 전부 비어 있어야 합니다. 하나라도 있으면 지금 지웁니다.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1FD82C2-8ED0-4707-9086-8AD89EF8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CC4D242-8D80-4819-96FA-7448F6D1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8891469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1439451-2F3D-4C3B-B786-93FE60A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발표자료 구성표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5881F8-BEAF-4934-9D4C-243BF822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10~12장 / 15분. 한 장에 메시지 하나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3040"/>
                <a:gridCol w="6766560"/>
                <a:gridCol w="282549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제목과 담을 내용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1–2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표지(만든 것을 한 문장으로) · 문제 — 누가 어떤 상황에서 불편한가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0:00–1:30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3–4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문제를 ML 문제로(입력·출력·지표·성공 기준) · 데이터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1:30–4:30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 — 아키텍처 그림 1장, 화살표로 전 구간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4:30–6:00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6–7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선택(왜 이걸 골랐는가) · 성능(베이스라인 대비 개선)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6:00–9:00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 시연 — 슬라이드에는 시연 한 단어만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9:00–12:00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9–12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배포·자동화 · 운영·모니터링 · 배운 점 · 한계와 다음 단계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12:00–15:00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B36E85-B90E-494B-B85B-3A6131EC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B41C1D2-6254-4A04-9D5A-EFB51AFF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5870200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D1204E-1B34-47AE-A061-6827A0F0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CCB990-C5FF-4B11-9543-BDF89AE8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제출하면 오늘 수업 완료 · 2점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760268-170B-49BB-B01B-00BF59B1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426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E66CB3-540E-4F03-A693-D3C16340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5000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C570B2D-A238-44E2-B80A-BF89A3B7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4485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코칭 체크리스트 강사 서명본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C64ECE9-CDBE-48BA-8815-A344CEB7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0146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인쇄물 · A부터 D까지 전 항목 판정 완료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AD53630-F45F-4978-977F-01F08491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551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F09863-0A58-4394-8C27-ACE84A56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9125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D986578-F2AA-42B8-A5CE-08AC794C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8610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발표자료 초안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E1C6A27-FB84-48EA-9788-4863BBA0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44271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PDF · 10~12장, 구성표 준수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E782BE9-DC29-4F53-878A-9DC94FCD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676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23EB683-1E68-406A-99E6-540EEEE2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3250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B75320E-DB72-4219-98C0-98BE952B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2734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시연 영상 백업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EED917-432D-4D72-8DCA-D6B8A009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8396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공유 드라이브 링크 · 3분 이내 mp4, 5장면 포함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D31F456-479B-4C12-A867-1CA5777B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801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4A79815-56CD-4800-9751-799AD991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7375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93C329E-6228-4121-A72F-C9D0CE66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6859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옆 팀 교차 테스트 결과지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090A38A-30D2-42DD-A2D6-FB352484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2521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문서 URL · 지적사항과 반영 커밋 링크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319D04D-D427-4528-AAB9-F770B415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D089583-83FE-4F43-8917-FCFC6930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549132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77C0F51-DB3B-4E04-968E-5B3A0C05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0A4EA14-0155-4E68-846E-21940F84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E257A2C-491B-41AA-87A4-0DB1D7F2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마무리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B629B3-EF6A-46D0-B16B-FAA90AB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15분 · 제출 확인과 발표 순서 추첨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0718311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A8E388-A201-484F-9104-0F64594E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017C941-FB95-40D4-A0B3-D6B0713D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AFF0C1D-DD38-43F1-B35F-EFE20893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76B8BF-9D28-4B1E-831D-C1763C68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정리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D9BB689-7EF0-401F-963C-2587E02F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우리 노트북에서 되는 것은 완성이 아니다. 남의 환경에서 재현되는 것이 완성이다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D87CBF3-74B7-4568-BA96-5CAB592E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4A55E6-FF22-410E-8069-B03832AC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C92AC99-59A3-40B3-855A-AE35FAD4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8031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8F91EED-0D57-442C-8EA0-EE421E6E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64358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발표하는 날입니다. 고치는 날이 아닙니다. 오늘 상태 그대로 가져오세요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CB58BA5-E170-40A9-9DEC-3AA4696A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EABC164-7946-4077-B4FE-898DFD6F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48E44F-9F04-441B-89F7-B609070E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1703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 준비물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D5ED325-6CE1-4B68-B03D-870FC810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01084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발표자료 PDF(USB에도) · 시연 영상 로컬 파일 · 입력 데이터 3건 · 충전기 · 필기구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D3DC3FD-3691-4ED3-91BE-8DFFB942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C2C9EDD-CB2A-4543-AEF4-07946CDD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164153-E420-44BF-B905-05426488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5376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미리 백업하세요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B95F12F-463E-4202-B006-A86134CC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37810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다음 주에 AWS 리소스를 전부 지웁니다. 지워지면 끝입니다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714BF1D-F099-48D0-920C-62E1726E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308860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46DB74C-ED5F-49F7-A3BA-1C067948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528316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백업할 캡처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38E6E04-A00C-4C4F-AC12-7375F0E6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003804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MLflow 실험 비교 화면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CloudWatch 대시보드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Actions 성공 로그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API 응답 화면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033C29C-636D-489F-8E51-A9CEA418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14주차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EAB5352-9846-445B-A6F8-EAF189A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849873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49D89AA8-CF7C-4FFE-8C07-154592BF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B3B562-D3D2-4F0E-9B99-B0D1962E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8436F79-0184-432C-AD24-AE4AB964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C155B501-79AB-4B1C-BB8C-E8148EAC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다른 팀이 README만 보고 실행해도 성공하도록 빠진 절차를 고친다.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D7CC4C73-1C4C-4F75-A86F-AC7D1673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팀 A README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3F80D491-594A-4972-B1D6-F7C1F460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1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팀 B 실행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46822AF1-4BAE-4D80-B312-5A0AE9F1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실패 기록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4B8FCE20-1F3F-459A-9F39-C6A6C56B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문서 수정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40A10AB4-3105-4B5C-B28F-62292A2F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재실행</a:t>
            </a:r>
          </a:p>
        </p:txBody>
      </p:sp>
      <p:sp>
        <p:nvSpPr>
          <p:cNvPr id="10" name="node-6">
            <a:extLst xmlns:a="http://schemas.openxmlformats.org/drawingml/2006/main">
              <a:ext uri="{FF2B5EF4-FFF2-40B4-BE49-F238E27FC236}">
                <a16:creationId xmlns:a16="http://schemas.microsoft.com/office/drawing/2014/main" id="{0F5F3D20-6CB6-4757-B7E2-D13B859B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발표 후보본</a:t>
            </a:r>
          </a:p>
        </p:txBody>
      </p:sp>
      <p:cxnSp>
        <p:nvCxnSpPr>
          <p:cNvPr id="5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225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021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817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8613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409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6" name="read-order">
            <a:extLst xmlns:a="http://schemas.openxmlformats.org/drawingml/2006/main">
              <a:ext uri="{FF2B5EF4-FFF2-40B4-BE49-F238E27FC236}">
                <a16:creationId xmlns:a16="http://schemas.microsoft.com/office/drawing/2014/main" id="{2CC62C1E-8E11-46D2-901D-929F0412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6FD68EE3-B77B-431F-8B51-69D1F3D4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471133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fb3cddb974cf9"/>
          <a:stretch xmlns:a="http://schemas.openxmlformats.org/drawingml/2006/main"/>
        </p:blipFill>
        <p:spPr>
          <a:xfrm xmlns:a="http://schemas.openxmlformats.org/drawingml/2006/main">
            <a:off x="2070299" y="1666875"/>
            <a:ext cx="2812653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EC2·ECR·CloudWatch 잔여 리소스 확인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7f8442849f94cb3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44bfe1fc7da4e4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점검 계정과 리전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sts get-caller-identity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평가할 계정, 호출 주체, 서울 리전, 점검 시각을 한 화면에 남긴다.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0c1a68cddef458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7744e37bb7746b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9b71e0ade4091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EC2·EBS·탄력적 IP 인벤토리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906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ec2 describe-instances·describe-volumes·describe-addresses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EC2 stopped, 암호화된 8GiB gp3, 미사용 탄력적 IP 없음으로 판정한다.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48bf985dfb4459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79ea99b1063487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2489b5bcf416c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VPC·보안 그룹 1차 점검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906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describe-vpcs·describe-subnets·describe-security-groups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인바운드 규칙이 비어 있고, 잘못 넣은 VPC ID 때문에 서브넷 결과가 비었다는 점을 구분한다.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fbbe5f41c574c9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fb867e16e4a42e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eb72f66b64967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VPC ID 수정과 라우팅 점검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태그로 VPC ID 조회 → 서브넷·라우팅 조회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10.42.1.0/24 퍼블릭 서브넷과 인터넷 게이트웨이 경로를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12c3bd590d244e7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3a9106c16494e8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0589d61db4d99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S3 데이터·모델 산출물 점검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0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s3api list-objects-v2·get-bucket-encryption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학습 데이터, 모델 메타데이터, AES256 기본 암호화를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0f4119deea540b0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5224fc2c41941f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14f37ad6649ae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ECR 이미지 버전 점검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43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ecr describe-repositories·describe-images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1.0·1.1·1.2·릴리스 태그와 이미지 다이제스트를 대응시킨다.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ebbaa9821ca4059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c576f8dab62478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f0b9ca0024e79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SageMaker·MLflow 상태 점검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906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sagemaker list-endpoints·list-models·list-mlflow-tracking-servers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실행 엔드포인트 없음, MLflow Stopped, v1 모델·구성 잔여를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99ca310fd0f438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341e620486d4d8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ca3e6a49b40b9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CloudWatch 상시 운영 자산 점검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cloudwatch list-dashboards·describe-alarms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상시 대시보드 1개, CPU 경보 1개 정상, 빈 SageMaker 로그 그룹을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1e4de251d5d42a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5407ab4d9c24c6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888969422496b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IAM 역할·정책·OIDC 점검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906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iam list-roles·list-attached-role-policies·list-open-id-connect-providers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수업 역할 3개, EC2 정책, GitHub OIDC 없음, 정리용 역할 잔여를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6660660d6544b2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3097286c084431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c978f03064003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태그 기반 리소스 검색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6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resourcegroupstaggingapi get-resources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Course=Cloud-MLOps와 Cleanup=After-Capture 태그가 붙은 잔여 리소스를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41df5437c594d7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f9720e21a23490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fdd44b3e84a01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11: 비용 조회 첫 쿼리 오류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ce get-cost-and-usage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응답 필드 이름을 잘못 사용하면 Amount가 None으로 보인다는 점을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8f6f362e09a443e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2afa50b3ab3470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8ee8c0f124fc5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12: 비용 조회 필드 수정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1787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Metrics.UnblendedCost.Amount로 재조회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CloudWatch 비용 0 USD와 비용 반영 지연 안내를 함께 기록한다.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98859ea04a9415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b607f4e4a544c7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8371c31284aa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13: EC2 프로젝트 인스턴스 화면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중지 상태와 서비스 상태·예정 이벤트를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579127eb49f4c1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77b1b3284fe43a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db5f0578a48f8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14: 보안 그룹 인바운드 없음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Security Groups → ysu-mlops-lab-sg → Inbound rules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인터넷에 공개된 인바운드 규칙이 없음을 콘솔에서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0a8f8be5541494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f90835f056a4ca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98ddcd52f4df2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15: S3 프로젝트 폴더 화면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ysu-mlops-lab-20260824-a7c9 → Objects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datasets와 models 폴더가 분리되어 있는지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a87b28240964fd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5a38ba55167486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9aab10d364323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16: ECR 프로젝트 이미지 화면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Amazon ECR → ysu-mlops-api → Images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태그, 크기, 다이제스트, 마지막 pull 시간을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cfad69baa29468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6074311e2644ae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a624cf1114fb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17: SageMaker 활성 엔드포인트 없음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Deployments and inference → Endpoints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현재 리소스가 없습니다 문구로 지속 비용 엔드포인트가 없음을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b18c4acd397487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93b70e042354ad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11f9c57af4fc9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18: 상시 대시보드 내용 점검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Dashboards → ysu-mlops-lab-dashboard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대시보드는 존재하지만 위젯이 보이지 않아 발표 증거로는 보완이 필요하다고 판정한다.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970dcfdbc58436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70f6196529546b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c948571074a1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19: Cost Explorer 콘솔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Billing and Cost Management → Cost Explorer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기간, 월별 세분성, 서비스 그룹화, 예상 비용 안내를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9cc143b4c784ce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a1d78f5e0fc4c7d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a51ef880f4cd2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28D72ED-1505-4798-A16D-CFE442E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15F7-2CC3-47BE-AF9B-CEFE920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20: Resource Explorer 검색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78C750-7A8B-47F0-BD7A-569A4E3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6B97ECA7-AC1F-4981-BA44-E3CAF87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C3DACC0-1203-4D59-9056-124D0A3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AWS Resource Explorer → Resource search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F0309C9-9289-4390-B1BA-BED09D1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ECR, 보안 그룹, CloudWatch 경보 등 여러 서비스의 리소스를 한 화면에서 찾는다.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B4489C3-0CB6-4B82-8724-A3F9CFE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b576a478f3b4587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9b4229053594d2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3249D90-2D80-4E3B-85A0-D8FD9F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56bf2fa18440a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7207696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2026-08-31T14:07:08.9510000Z</dcterms:created>
  <dcterms:modified xsi:type="dcterms:W3CDTF">2026-08-31T14:07:08.9510000Z</dcterms:modified>
</coreProperties>
</file>