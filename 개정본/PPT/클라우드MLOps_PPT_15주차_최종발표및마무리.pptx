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d5837341848cb" /><Relationship Type="http://schemas.openxmlformats.org/officeDocument/2006/relationships/extended-properties" Target="/docProps/app.xml" Id="Rd0415107bbb44d59" /><Relationship Type="http://schemas.openxmlformats.org/officeDocument/2006/relationships/officeDocument" Target="/ppt/presentation.xml" Id="Rf9940c7eb99d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b03a585814268"/>
  </p:sldMasterIdLst>
  <p:notesMasterIdLst>
    <p:notesMasterId xmlns:r="http://schemas.openxmlformats.org/officeDocument/2006/relationships" r:id="Rcd0bac3883cd424b"/>
  </p:notesMasterIdLst>
  <p:sldIdLst>
    <p:sldId xmlns:r="http://schemas.openxmlformats.org/officeDocument/2006/relationships" id="256" r:id="R1a113146372647e0"/>
    <p:sldId xmlns:r="http://schemas.openxmlformats.org/officeDocument/2006/relationships" id="257" r:id="Ra293bcc5112546f1"/>
    <p:sldId xmlns:r="http://schemas.openxmlformats.org/officeDocument/2006/relationships" id="258" r:id="Rdcf637d0904d4808"/>
    <p:sldId xmlns:r="http://schemas.openxmlformats.org/officeDocument/2006/relationships" id="259" r:id="Rf0c287af05094790"/>
    <p:sldId xmlns:r="http://schemas.openxmlformats.org/officeDocument/2006/relationships" id="260" r:id="Rf4aef5bbb18a4eb9"/>
    <p:sldId xmlns:r="http://schemas.openxmlformats.org/officeDocument/2006/relationships" id="261" r:id="R2ba972495e1041ad"/>
    <p:sldId xmlns:r="http://schemas.openxmlformats.org/officeDocument/2006/relationships" id="262" r:id="R9245d58a40f644ea"/>
    <p:sldId xmlns:r="http://schemas.openxmlformats.org/officeDocument/2006/relationships" id="263" r:id="R7fe7ade516464c56"/>
    <p:sldId xmlns:r="http://schemas.openxmlformats.org/officeDocument/2006/relationships" id="264" r:id="Ra5fe62c156074a18"/>
    <p:sldId xmlns:r="http://schemas.openxmlformats.org/officeDocument/2006/relationships" id="265" r:id="R27212524a177480d"/>
    <p:sldId xmlns:r="http://schemas.openxmlformats.org/officeDocument/2006/relationships" id="266" r:id="Re96e54ad74cb4c61"/>
    <p:sldId xmlns:r="http://schemas.openxmlformats.org/officeDocument/2006/relationships" id="267" r:id="R8b680457ef794e62"/>
    <p:sldId xmlns:r="http://schemas.openxmlformats.org/officeDocument/2006/relationships" id="268" r:id="R13251f93b61a4390"/>
    <p:sldId xmlns:r="http://schemas.openxmlformats.org/officeDocument/2006/relationships" id="269" r:id="Rcf941f156e444c1e"/>
    <p:sldId xmlns:r="http://schemas.openxmlformats.org/officeDocument/2006/relationships" id="270" r:id="R8327d02084b842ad"/>
    <p:sldId xmlns:r="http://schemas.openxmlformats.org/officeDocument/2006/relationships" id="271" r:id="Rbb3caaeb35bd44d2"/>
    <p:sldId xmlns:r="http://schemas.openxmlformats.org/officeDocument/2006/relationships" id="272" r:id="R694c73d289194ab2"/>
    <p:sldId xmlns:r="http://schemas.openxmlformats.org/officeDocument/2006/relationships" id="273" r:id="R0c967ca14c55496d"/>
    <p:sldId xmlns:r="http://schemas.openxmlformats.org/officeDocument/2006/relationships" id="274" r:id="R6afc83d8cd594f84"/>
    <p:sldId xmlns:r="http://schemas.openxmlformats.org/officeDocument/2006/relationships" id="275" r:id="R82bb8882b4d04b96"/>
    <p:sldId xmlns:r="http://schemas.openxmlformats.org/officeDocument/2006/relationships" id="276" r:id="R30c5d2f31d9a4de0"/>
    <p:sldId xmlns:r="http://schemas.openxmlformats.org/officeDocument/2006/relationships" id="277" r:id="R9532e06cd09f48d5"/>
    <p:sldId xmlns:r="http://schemas.openxmlformats.org/officeDocument/2006/relationships" id="278" r:id="R4054e3b7d0624236"/>
    <p:sldId xmlns:r="http://schemas.openxmlformats.org/officeDocument/2006/relationships" id="279" r:id="Raf43951f7db14824"/>
    <p:sldId xmlns:r="http://schemas.openxmlformats.org/officeDocument/2006/relationships" id="280" r:id="Ra1d9ac9daaf54baf"/>
    <p:sldId xmlns:r="http://schemas.openxmlformats.org/officeDocument/2006/relationships" id="281" r:id="R3a3376ad9b494336"/>
    <p:sldId xmlns:r="http://schemas.openxmlformats.org/officeDocument/2006/relationships" id="282" r:id="R144d2fd58b164839"/>
    <p:sldId xmlns:r="http://schemas.openxmlformats.org/officeDocument/2006/relationships" id="283" r:id="R6a37750abe06426c"/>
    <p:sldId xmlns:r="http://schemas.openxmlformats.org/officeDocument/2006/relationships" id="284" r:id="Rc5e11b3c1aef4218"/>
    <p:sldId xmlns:r="http://schemas.openxmlformats.org/officeDocument/2006/relationships" id="285" r:id="Rd91b99347b114407"/>
    <p:sldId xmlns:r="http://schemas.openxmlformats.org/officeDocument/2006/relationships" id="286" r:id="R9339228937f64ea0"/>
    <p:sldId xmlns:r="http://schemas.openxmlformats.org/officeDocument/2006/relationships" id="287" r:id="R23e60913f58d4b1c"/>
    <p:sldId xmlns:r="http://schemas.openxmlformats.org/officeDocument/2006/relationships" id="288" r:id="R414d4811392b4903"/>
    <p:sldId xmlns:r="http://schemas.openxmlformats.org/officeDocument/2006/relationships" id="289" r:id="R68d20585bb8448da"/>
    <p:sldId xmlns:r="http://schemas.openxmlformats.org/officeDocument/2006/relationships" id="290" r:id="Rba6b10b438744cde"/>
    <p:sldId xmlns:r="http://schemas.openxmlformats.org/officeDocument/2006/relationships" id="291" r:id="Rd83c71a4d30d410f"/>
    <p:sldId xmlns:r="http://schemas.openxmlformats.org/officeDocument/2006/relationships" id="292" r:id="R4d504dc27133447b"/>
    <p:sldId xmlns:r="http://schemas.openxmlformats.org/officeDocument/2006/relationships" id="293" r:id="R80f9c00788604be8"/>
    <p:sldId xmlns:r="http://schemas.openxmlformats.org/officeDocument/2006/relationships" id="294" r:id="Ra9907bb18ddc4b55"/>
    <p:sldId xmlns:r="http://schemas.openxmlformats.org/officeDocument/2006/relationships" id="295" r:id="R6913566eb815439a"/>
    <p:sldId xmlns:r="http://schemas.openxmlformats.org/officeDocument/2006/relationships" id="296" r:id="R96708bfcc8574256"/>
    <p:sldId xmlns:r="http://schemas.openxmlformats.org/officeDocument/2006/relationships" id="297" r:id="Re989becd022a4099"/>
    <p:sldId xmlns:r="http://schemas.openxmlformats.org/officeDocument/2006/relationships" id="298" r:id="R4077845db1ef4043"/>
    <p:sldId xmlns:r="http://schemas.openxmlformats.org/officeDocument/2006/relationships" id="299" r:id="Rdc6090fc2dc54093"/>
    <p:sldId xmlns:r="http://schemas.openxmlformats.org/officeDocument/2006/relationships" id="300" r:id="Rb9e7378a41844f56"/>
    <p:sldId xmlns:r="http://schemas.openxmlformats.org/officeDocument/2006/relationships" id="301" r:id="R92884674d5334090"/>
    <p:sldId xmlns:r="http://schemas.openxmlformats.org/officeDocument/2006/relationships" id="302" r:id="Rddecbdf7ab7442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c5eb51d5d4225" /><Relationship Type="http://schemas.openxmlformats.org/officeDocument/2006/relationships/slideMaster" Target="/ppt/slideMasters/slideMaster1.xml" Id="R717b03a585814268" /><Relationship Type="http://schemas.openxmlformats.org/officeDocument/2006/relationships/notesMaster" Target="/ppt/notesMasters/notesMaster1.xml" Id="Rcd0bac3883cd424b" /><Relationship Type="http://schemas.openxmlformats.org/officeDocument/2006/relationships/presProps" Target="/ppt/presProps.xml" Id="Rc62b8d376cc3470c" /><Relationship Type="http://schemas.openxmlformats.org/officeDocument/2006/relationships/viewProps" Target="/ppt/viewProps.xml" Id="R529c6c00e85841a9" /><Relationship Type="http://schemas.openxmlformats.org/officeDocument/2006/relationships/tableStyles" Target="/ppt/tableStyles.xml" Id="Rc364ad8d17a74c8c" /><Relationship Type="http://schemas.openxmlformats.org/officeDocument/2006/relationships/slide" Target="/ppt/slides/slide1.xml" Id="R1a113146372647e0" /><Relationship Type="http://schemas.openxmlformats.org/officeDocument/2006/relationships/slide" Target="/ppt/slides/slide2.xml" Id="Ra293bcc5112546f1" /><Relationship Type="http://schemas.openxmlformats.org/officeDocument/2006/relationships/slide" Target="/ppt/slides/slide3.xml" Id="Rdcf637d0904d4808" /><Relationship Type="http://schemas.openxmlformats.org/officeDocument/2006/relationships/slide" Target="/ppt/slides/slide4.xml" Id="Rf0c287af05094790" /><Relationship Type="http://schemas.openxmlformats.org/officeDocument/2006/relationships/slide" Target="/ppt/slides/slide5.xml" Id="Rf4aef5bbb18a4eb9" /><Relationship Type="http://schemas.openxmlformats.org/officeDocument/2006/relationships/slide" Target="/ppt/slides/slide6.xml" Id="R2ba972495e1041ad" /><Relationship Type="http://schemas.openxmlformats.org/officeDocument/2006/relationships/slide" Target="/ppt/slides/slide7.xml" Id="R9245d58a40f644ea" /><Relationship Type="http://schemas.openxmlformats.org/officeDocument/2006/relationships/slide" Target="/ppt/slides/slide8.xml" Id="R7fe7ade516464c56" /><Relationship Type="http://schemas.openxmlformats.org/officeDocument/2006/relationships/slide" Target="/ppt/slides/slide9.xml" Id="Ra5fe62c156074a18" /><Relationship Type="http://schemas.openxmlformats.org/officeDocument/2006/relationships/slide" Target="/ppt/slides/slide10.xml" Id="R27212524a177480d" /><Relationship Type="http://schemas.openxmlformats.org/officeDocument/2006/relationships/slide" Target="/ppt/slides/slide11.xml" Id="Re96e54ad74cb4c61" /><Relationship Type="http://schemas.openxmlformats.org/officeDocument/2006/relationships/slide" Target="/ppt/slides/slide12.xml" Id="R8b680457ef794e62" /><Relationship Type="http://schemas.openxmlformats.org/officeDocument/2006/relationships/slide" Target="/ppt/slides/slide13.xml" Id="R13251f93b61a4390" /><Relationship Type="http://schemas.openxmlformats.org/officeDocument/2006/relationships/slide" Target="/ppt/slides/slide14.xml" Id="Rcf941f156e444c1e" /><Relationship Type="http://schemas.openxmlformats.org/officeDocument/2006/relationships/slide" Target="/ppt/slides/slide15.xml" Id="R8327d02084b842ad" /><Relationship Type="http://schemas.openxmlformats.org/officeDocument/2006/relationships/slide" Target="/ppt/slides/slide16.xml" Id="Rbb3caaeb35bd44d2" /><Relationship Type="http://schemas.openxmlformats.org/officeDocument/2006/relationships/slide" Target="/ppt/slides/slide17.xml" Id="R694c73d289194ab2" /><Relationship Type="http://schemas.openxmlformats.org/officeDocument/2006/relationships/slide" Target="/ppt/slides/slide18.xml" Id="R0c967ca14c55496d" /><Relationship Type="http://schemas.openxmlformats.org/officeDocument/2006/relationships/slide" Target="/ppt/slides/slide19.xml" Id="R6afc83d8cd594f84" /><Relationship Type="http://schemas.openxmlformats.org/officeDocument/2006/relationships/slide" Target="/ppt/slides/slide20.xml" Id="R82bb8882b4d04b96" /><Relationship Type="http://schemas.openxmlformats.org/officeDocument/2006/relationships/slide" Target="/ppt/slides/slide21.xml" Id="R30c5d2f31d9a4de0" /><Relationship Type="http://schemas.openxmlformats.org/officeDocument/2006/relationships/slide" Target="/ppt/slides/slide22.xml" Id="R9532e06cd09f48d5" /><Relationship Type="http://schemas.openxmlformats.org/officeDocument/2006/relationships/slide" Target="/ppt/slides/slide23.xml" Id="R4054e3b7d0624236" /><Relationship Type="http://schemas.openxmlformats.org/officeDocument/2006/relationships/slide" Target="/ppt/slides/slide24.xml" Id="Raf43951f7db14824" /><Relationship Type="http://schemas.openxmlformats.org/officeDocument/2006/relationships/slide" Target="/ppt/slides/slide25.xml" Id="Ra1d9ac9daaf54baf" /><Relationship Type="http://schemas.openxmlformats.org/officeDocument/2006/relationships/slide" Target="/ppt/slides/slide26.xml" Id="R3a3376ad9b494336" /><Relationship Type="http://schemas.openxmlformats.org/officeDocument/2006/relationships/slide" Target="/ppt/slides/slide27.xml" Id="R144d2fd58b164839" /><Relationship Type="http://schemas.openxmlformats.org/officeDocument/2006/relationships/slide" Target="/ppt/slides/slide28.xml" Id="R6a37750abe06426c" /><Relationship Type="http://schemas.openxmlformats.org/officeDocument/2006/relationships/slide" Target="/ppt/slides/slide29.xml" Id="Rc5e11b3c1aef4218" /><Relationship Type="http://schemas.openxmlformats.org/officeDocument/2006/relationships/slide" Target="/ppt/slides/slide30.xml" Id="Rd91b99347b114407" /><Relationship Type="http://schemas.openxmlformats.org/officeDocument/2006/relationships/slide" Target="/ppt/slides/slide31.xml" Id="R9339228937f64ea0" /><Relationship Type="http://schemas.openxmlformats.org/officeDocument/2006/relationships/slide" Target="/ppt/slides/slide32.xml" Id="R23e60913f58d4b1c" /><Relationship Type="http://schemas.openxmlformats.org/officeDocument/2006/relationships/slide" Target="/ppt/slides/slide33.xml" Id="R414d4811392b4903" /><Relationship Type="http://schemas.openxmlformats.org/officeDocument/2006/relationships/slide" Target="/ppt/slides/slide34.xml" Id="R68d20585bb8448da" /><Relationship Type="http://schemas.openxmlformats.org/officeDocument/2006/relationships/slide" Target="/ppt/slides/slide35.xml" Id="Rba6b10b438744cde" /><Relationship Type="http://schemas.openxmlformats.org/officeDocument/2006/relationships/slide" Target="/ppt/slides/slide36.xml" Id="Rd83c71a4d30d410f" /><Relationship Type="http://schemas.openxmlformats.org/officeDocument/2006/relationships/slide" Target="/ppt/slides/slide37.xml" Id="R4d504dc27133447b" /><Relationship Type="http://schemas.openxmlformats.org/officeDocument/2006/relationships/slide" Target="/ppt/slides/slide38.xml" Id="R80f9c00788604be8" /><Relationship Type="http://schemas.openxmlformats.org/officeDocument/2006/relationships/slide" Target="/ppt/slides/slide39.xml" Id="Ra9907bb18ddc4b55" /><Relationship Type="http://schemas.openxmlformats.org/officeDocument/2006/relationships/slide" Target="/ppt/slides/slide40.xml" Id="R6913566eb815439a" /><Relationship Type="http://schemas.openxmlformats.org/officeDocument/2006/relationships/slide" Target="/ppt/slides/slide41.xml" Id="R96708bfcc8574256" /><Relationship Type="http://schemas.openxmlformats.org/officeDocument/2006/relationships/slide" Target="/ppt/slides/slide42.xml" Id="Re989becd022a4099" /><Relationship Type="http://schemas.openxmlformats.org/officeDocument/2006/relationships/slide" Target="/ppt/slides/slide43.xml" Id="R4077845db1ef4043" /><Relationship Type="http://schemas.openxmlformats.org/officeDocument/2006/relationships/slide" Target="/ppt/slides/slide44.xml" Id="Rdc6090fc2dc54093" /><Relationship Type="http://schemas.openxmlformats.org/officeDocument/2006/relationships/slide" Target="/ppt/slides/slide45.xml" Id="Rb9e7378a41844f56" /><Relationship Type="http://schemas.openxmlformats.org/officeDocument/2006/relationships/slide" Target="/ppt/slides/slide46.xml" Id="R92884674d5334090" /><Relationship Type="http://schemas.openxmlformats.org/officeDocument/2006/relationships/slide" Target="/ppt/slides/slide47.xml" Id="Rddecbdf7ab74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76015cedf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1efb30b214f20" /><Relationship Type="http://schemas.openxmlformats.org/officeDocument/2006/relationships/notesMaster" Target="/ppt/notesMasters/notesMaster1.xml" Id="R3d6f886d04f0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f23789ddf46c5" /><Relationship Type="http://schemas.openxmlformats.org/officeDocument/2006/relationships/notesMaster" Target="/ppt/notesMasters/notesMaster1.xml" Id="R1292510a0164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afcb5ab934a96" /><Relationship Type="http://schemas.openxmlformats.org/officeDocument/2006/relationships/notesMaster" Target="/ppt/notesMasters/notesMaster1.xml" Id="R1ffbd7b6f199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1630051164524" /><Relationship Type="http://schemas.openxmlformats.org/officeDocument/2006/relationships/notesMaster" Target="/ppt/notesMasters/notesMaster1.xml" Id="R0895758f8fa545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613f1443d4ef5" /><Relationship Type="http://schemas.openxmlformats.org/officeDocument/2006/relationships/notesMaster" Target="/ppt/notesMasters/notesMaster1.xml" Id="Rd409000a9d3b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7295742e4e4928" /><Relationship Type="http://schemas.openxmlformats.org/officeDocument/2006/relationships/notesMaster" Target="/ppt/notesMasters/notesMaster1.xml" Id="R4078721e9e68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76b13f18544c1" /><Relationship Type="http://schemas.openxmlformats.org/officeDocument/2006/relationships/notesMaster" Target="/ppt/notesMasters/notesMaster1.xml" Id="R2ff2279d5d274a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aa741cd564ea5" /><Relationship Type="http://schemas.openxmlformats.org/officeDocument/2006/relationships/notesMaster" Target="/ppt/notesMasters/notesMaster1.xml" Id="R36a84f22239348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dbe3f11fd4163" /><Relationship Type="http://schemas.openxmlformats.org/officeDocument/2006/relationships/notesMaster" Target="/ppt/notesMasters/notesMaster1.xml" Id="Ra17a6ca7841f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b413efde0c4072" /><Relationship Type="http://schemas.openxmlformats.org/officeDocument/2006/relationships/notesMaster" Target="/ppt/notesMasters/notesMaster1.xml" Id="R7ee16c00aee54d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2014b857244f9e" /><Relationship Type="http://schemas.openxmlformats.org/officeDocument/2006/relationships/notesMaster" Target="/ppt/notesMasters/notesMaster1.xml" Id="R80af5ff1791740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28f2dcc93f4c07" /><Relationship Type="http://schemas.openxmlformats.org/officeDocument/2006/relationships/notesMaster" Target="/ppt/notesMasters/notesMaster1.xml" Id="Re985c286495a41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412c3eee0e46e7" /><Relationship Type="http://schemas.openxmlformats.org/officeDocument/2006/relationships/notesMaster" Target="/ppt/notesMasters/notesMaster1.xml" Id="Re943bfadcc0645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8a2adf971948e5" /><Relationship Type="http://schemas.openxmlformats.org/officeDocument/2006/relationships/notesMaster" Target="/ppt/notesMasters/notesMaster1.xml" Id="R13c708b5d15147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e397e650643b9" /><Relationship Type="http://schemas.openxmlformats.org/officeDocument/2006/relationships/notesMaster" Target="/ppt/notesMasters/notesMaster1.xml" Id="Rd7e2bb64185e49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1451f7eec7464a" /><Relationship Type="http://schemas.openxmlformats.org/officeDocument/2006/relationships/notesMaster" Target="/ppt/notesMasters/notesMaster1.xml" Id="Rbcc120a2332749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3c0bedce7a464e" /><Relationship Type="http://schemas.openxmlformats.org/officeDocument/2006/relationships/notesMaster" Target="/ppt/notesMasters/notesMaster1.xml" Id="R73147b3807ff45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7bde2c698942d4" /><Relationship Type="http://schemas.openxmlformats.org/officeDocument/2006/relationships/notesMaster" Target="/ppt/notesMasters/notesMaster1.xml" Id="Ra213b2ad1f6949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2900b4fb9c4040" /><Relationship Type="http://schemas.openxmlformats.org/officeDocument/2006/relationships/notesMaster" Target="/ppt/notesMasters/notesMaster1.xml" Id="Rba6435d60f7a4d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7ee121eb694261" /><Relationship Type="http://schemas.openxmlformats.org/officeDocument/2006/relationships/notesMaster" Target="/ppt/notesMasters/notesMaster1.xml" Id="Rf3723187d0444e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0702922f9540c8" /><Relationship Type="http://schemas.openxmlformats.org/officeDocument/2006/relationships/notesMaster" Target="/ppt/notesMasters/notesMaster1.xml" Id="Rba51617ca0284f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3a2e33e3c14d65" /><Relationship Type="http://schemas.openxmlformats.org/officeDocument/2006/relationships/notesMaster" Target="/ppt/notesMasters/notesMaster1.xml" Id="R7bbf18e4a43747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f4ed1bb5394f04" /><Relationship Type="http://schemas.openxmlformats.org/officeDocument/2006/relationships/notesMaster" Target="/ppt/notesMasters/notesMaster1.xml" Id="Re3d95296dbb94e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576acba3174f0c" /><Relationship Type="http://schemas.openxmlformats.org/officeDocument/2006/relationships/notesMaster" Target="/ppt/notesMasters/notesMaster1.xml" Id="R59847047251848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6ab699b5f74e95" /><Relationship Type="http://schemas.openxmlformats.org/officeDocument/2006/relationships/notesMaster" Target="/ppt/notesMasters/notesMaster1.xml" Id="Rc4b7e5e04f2746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4a03e0cf2243dc" /><Relationship Type="http://schemas.openxmlformats.org/officeDocument/2006/relationships/notesMaster" Target="/ppt/notesMasters/notesMaster1.xml" Id="R4c0fcc3d6c3d43d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4c3eda69fd4c30" /><Relationship Type="http://schemas.openxmlformats.org/officeDocument/2006/relationships/notesMaster" Target="/ppt/notesMasters/notesMaster1.xml" Id="R6ec3137854474a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d0bc8ef1c74af5" /><Relationship Type="http://schemas.openxmlformats.org/officeDocument/2006/relationships/notesMaster" Target="/ppt/notesMasters/notesMaster1.xml" Id="Rcc6c3b7e640a40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f368716b4a143b6" /><Relationship Type="http://schemas.openxmlformats.org/officeDocument/2006/relationships/notesMaster" Target="/ppt/notesMasters/notesMaster1.xml" Id="R21db4f8f1c0745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1e76d37700486d" /><Relationship Type="http://schemas.openxmlformats.org/officeDocument/2006/relationships/notesMaster" Target="/ppt/notesMasters/notesMaster1.xml" Id="R235538c1c6c5451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70bc92c34849a0" /><Relationship Type="http://schemas.openxmlformats.org/officeDocument/2006/relationships/notesMaster" Target="/ppt/notesMasters/notesMaster1.xml" Id="Rdafb53478b58482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7b0b9a9b6fd4623" /><Relationship Type="http://schemas.openxmlformats.org/officeDocument/2006/relationships/notesMaster" Target="/ppt/notesMasters/notesMaster1.xml" Id="R89495dc24b434d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1a75c319ab04f76" /><Relationship Type="http://schemas.openxmlformats.org/officeDocument/2006/relationships/notesMaster" Target="/ppt/notesMasters/notesMaster1.xml" Id="Ra91060825ccb493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85f555ca3c4a04" /><Relationship Type="http://schemas.openxmlformats.org/officeDocument/2006/relationships/notesMaster" Target="/ppt/notesMasters/notesMaster1.xml" Id="R99700520108047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4df91519b794240" /><Relationship Type="http://schemas.openxmlformats.org/officeDocument/2006/relationships/notesMaster" Target="/ppt/notesMasters/notesMaster1.xml" Id="R5b60a539171c48a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b225521e4644db" /><Relationship Type="http://schemas.openxmlformats.org/officeDocument/2006/relationships/notesMaster" Target="/ppt/notesMasters/notesMaster1.xml" Id="Rcf4b28181248414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e750765ced4578" /><Relationship Type="http://schemas.openxmlformats.org/officeDocument/2006/relationships/notesMaster" Target="/ppt/notesMasters/notesMaster1.xml" Id="R8e00d1e8f65440f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26f789eb9e4180" /><Relationship Type="http://schemas.openxmlformats.org/officeDocument/2006/relationships/notesMaster" Target="/ppt/notesMasters/notesMaster1.xml" Id="R72a3b3391b1d49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3b3c5bccf849b2" /><Relationship Type="http://schemas.openxmlformats.org/officeDocument/2006/relationships/notesMaster" Target="/ppt/notesMasters/notesMaster1.xml" Id="R81b9b89fcb5640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25b604d21f74e3f" /><Relationship Type="http://schemas.openxmlformats.org/officeDocument/2006/relationships/notesMaster" Target="/ppt/notesMasters/notesMaster1.xml" Id="Rf4e7b62deda7405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2571211dbbb4a1b" /><Relationship Type="http://schemas.openxmlformats.org/officeDocument/2006/relationships/notesMaster" Target="/ppt/notesMasters/notesMaster1.xml" Id="R463a368214d7474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ec9f491e7d2498a" /><Relationship Type="http://schemas.openxmlformats.org/officeDocument/2006/relationships/notesMaster" Target="/ppt/notesMasters/notesMaster1.xml" Id="Rc4a4479c4acf48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95270263f24ed5" /><Relationship Type="http://schemas.openxmlformats.org/officeDocument/2006/relationships/notesMaster" Target="/ppt/notesMasters/notesMaster1.xml" Id="R80ac54b547f9447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2cdfabfe8da4140" /><Relationship Type="http://schemas.openxmlformats.org/officeDocument/2006/relationships/notesMaster" Target="/ppt/notesMasters/notesMaster1.xml" Id="R6f83cebac1c548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eb86123c2dd4a53" /><Relationship Type="http://schemas.openxmlformats.org/officeDocument/2006/relationships/notesMaster" Target="/ppt/notesMasters/notesMaster1.xml" Id="Rac68881f120040f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f0448c1a1194e4d" /><Relationship Type="http://schemas.openxmlformats.org/officeDocument/2006/relationships/notesMaster" Target="/ppt/notesMasters/notesMaster1.xml" Id="R27306f20e0164f8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f2fca138ac14f9b" /><Relationship Type="http://schemas.openxmlformats.org/officeDocument/2006/relationships/notesMaster" Target="/ppt/notesMasters/notesMaster1.xml" Id="R76835c3a5e56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12주 동안 만든 것을 남에게 보여주는 날입니다. 그리고 발표가 끝이 아니라 휴식 뒤에 리소스를 전부 지우고 실제로 얼마를 썼는지 다 같이 확인한다는 것도 처음에 공지하세요. 만드는 것만큼 지우는 것도 실력입니다.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수에 따라 발표 시간이 달라집니다. 6팀이면 팀당 20분, 8팀 이상이면 발표 12분에 질의 3분으로 단축한다고 첫 안내에서 반드시 공지하세요. 단축하는 경우 데이터 장과 한계 장을 각 30초씩 줄이도록 알려줍니다.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상호평가는 익명 집계로만 반영되니 솔직하게 적으라고 하세요. 잘한 점 하나와 궁금한 점 하나를 반드시 문장으로 적게 하고, 그게 발표 팀에게 돌아가는 선물이라고 말해주면 성의 있게 씁니다.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시작 전에 전 팀이 로컬 백업 컨테이너를 미리 띄워두게 하세요. 네트워크가 죽어도 로컬은 삽니다. 이 표를 먼저 보여주면 학생들이 대안을 꺼내는 것에 대한 심리적 부담이 사라집니다.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문구를 발표 시작 전에 소리 내어 읽어주세요. 지난주에 시연 영상을 왜 필수로 만들었는지가 여기서 회수됩니다.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순서 1~3번 팀은 지금 미리 curl로 헬스체크를 돌리게 하세요. 퍼블릭 IP가 바뀐 팀은 발표자료의 주소를 즉시 고쳐야 합니다. 이걸 안 잡으면 첫 팀에서 5분이 그냥 사라집니다.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 판정의 핵심 조건이 전부 제3자 환경, 재현, 근거 추적이라는 점을 짚어주세요. 지난주 코칭에서 확인한 네 가지가 그대로 이 표가 됩니다. 개인정보나 저작권 위반 데이터를 쓰면 프로젝트 점수가 0점이라는 것도 다시 안내합니다.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상호평가는 6개 항목 평균에 3을 곱해 15점으로 환산한 뒤 30%로 반영됩니다. 서술형은 익명으로 해당 팀에 그대로 전달한다고 알려주면 성의 있게 씁니다.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질문은 지적이 아니라 궁금증으로 던지라고 청중에게도 미리 말해두세요. 발표자가 아닌 팀원에게 던지는 질문이 각자 최소 1회는 전 구간을 혼자 돌려보기 요구사항을 확인하는 자리입니다.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S3를 백업 없이 지우려는 팀이 반드시 있습니다. 이 체크리스트를 다 채웠는지 먼저 물으세요. 그리고 내려받은 백업 폴더를 저장소에 커밋하지 않도록 .gitignore를 확인시킵니다.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중지를 정리로 착각한 팀이 매년 나옵니다. State.Name이 terminated인지 반드시 확인시키세요. 지웠어요는 증거가 아니고 describe 결과가 비어 있는 화면이 증거라고 계속 말해줍니다.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EBS는 인스턴스를 꺼도 요금이 나간다는 점을 다시 짚어주세요. 예상 비용표에서 EBS가 EC2 사용료보다 컸습니다. 스냅샷도 지우지 않으면 저장 요금이 계속 나갑니다.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스크립트를 돌리지 않고 지웠다고만 하는 팀이 있습니다. 출력 화면을 캡처하는 것이 체크포인트 제출물이라고 다시 말하세요. 학생 권한으로 삭제가 안 되는 항목은 목록을 종이에 적어 제출하게 하고 강사가 대신 지웁니다.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 Explorer에 오늘 비용이 안 보이는 것도 정상입니다. 비용 데이터는 최대 24시간 지연되니 전일까지의 누적으로 리뷰하고, 계정 전체 수치는 강사 화면을 참고하게 하세요.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프로젝트가 끝났는데 GPU 인스턴스가 6개월 돌아서 수천만 원이 나온 사례가 실제로 있다고 말해주세요. 이 감각이 있는 개발자와 없는 개발자는 5년 뒤에 완전히 다른 사람이 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가지를 팀별로 한 줄씩 답하게 하세요. 가장 많이 나간 항목이 무엇이고 예상과 같았는지, 절반으로 줄이려면 무엇을 바꿔야 했는지, 이번 학기에 비용이 새어나간 순간이 언제였는지.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살아 있지 않은 것을 살아 있는 척하는 것보다 왜 내렸는지 밝히는 게 훨씬 프로답다고 말해주세요. 링크를 눌렀다 404를 보고 닫는 것이 최악입니다. 공개 전환 전에 비밀 문자열 검색 명령을 반드시 돌리게 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오케스트레이션이라는 단어는 11주차 NCS 핵심 용어에도 나왔다는 점을 연결해주세요. 학생들이 배운 용어가 다음 단계로 이어진다는 감각을 갖게 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NCS 기반 채용에서 직무기술서를 읽을 때 이 용어들이 낯설지 않을 거라고 말해주세요. 그것만으로도 큰 차이입니다. 대학원 질문이 나오면 모델을 연구하고 싶으면 필요하고 서비스로 만드는 일이 좋았다면 실무가 빠르다고 답합니다.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이후 강사가 계정 전체를 다시 훑는다고 공지하세요. 남아 있는 리소스가 발견되면 해당 팀에 개별 연락하고 회당 2점 감점입니다. 이 말을 해두면 마지막까지 꼼꼼히 지웁니다.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회고는 팀 발표가 아니라 전체 원형으로 앉아 각자 한 문장씩 돌아가며 말합니다. 열심히 했다 같은 소감은 금지하고 구체적인 행동으로 말하게 하세요. 그 문장들이 그대로 이력서 문장이 된다고 말해주면 분위기가 살아납니다.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AI를 안다가 아니라 AI를 서비스로 만들어 본 적이 있다는 것이 여러분이 가진 것이라고 마무리하세요. 대학 4년 내내 주피터 노트북 안에서만 있다가 졸업하는 사람이 훨씬 많습니다.</a:t>
            </a:r>
            <a:endParaRPr/>
          </a:p>
          <a:p xmlns:a="http://schemas.openxmlformats.org/drawingml/2006/main">
            <a:r>
              <a:t>
[Sources]
- https://docs.aws.amazon.com/sagemaker/latest/dg/realtime-endpoints-delete-resources.html
- https://console.aws.amazon.com/costmanagement/home#/cost-explorer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https://console.aws.amazon.com/costmanagement/home#/cost-explorer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ysu-mlops 접두사별 리소스 목록 조회</a:t>
            </a:r>
          </a:p>
          <a:p xmlns:a="http://schemas.openxmlformats.org/drawingml/2006/main">
            <a:r>
              <a:t>- 확인: SageMaker, IAM, CloudWatch 삭제 대상을 정확한 이름으로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EC2·S3·ECR 상세 조회</a:t>
            </a:r>
          </a:p>
          <a:p xmlns:a="http://schemas.openxmlformats.org/drawingml/2006/main">
            <a:r>
              <a:t>- 확인: 인스턴스·VPC·서브넷·보안 그룹 ID와 버킷·저장소 이름을 다시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sagemaker delete-endpoint-config·delete-model·delete-mlflow-tracking-server</a:t>
            </a:r>
          </a:p>
          <a:p xmlns:a="http://schemas.openxmlformats.org/drawingml/2006/main">
            <a:r>
              <a:t>- 확인: 모델과 구성은 삭제됐지만 계보 Action은 연관 관계 때문에 막힌 것을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sagemaker list-associations</a:t>
            </a:r>
          </a:p>
          <a:p xmlns:a="http://schemas.openxmlformats.org/drawingml/2006/main">
            <a:r>
              <a:t>- 확인: Action이 다른 Action·Image Artifact와 연결되어 바로 삭제되지 않는 이유를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delete-association → delete-action</a:t>
            </a:r>
          </a:p>
          <a:p xmlns:a="http://schemas.openxmlformats.org/drawingml/2006/main">
            <a:r>
              <a:t>- 확인: 연관 관계를 먼저 지운 뒤 세 개의 ysu-mlops Action이 삭제되는지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delete-dashboards·delete-alarms·delete-log-group</a:t>
            </a:r>
          </a:p>
          <a:p xmlns:a="http://schemas.openxmlformats.org/drawingml/2006/main">
            <a:r>
              <a:t>- 확인: 대시보드·경보·SageMaker 로그 그룹의 잔여 목록이 비었는지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Instance state → Terminate instance</a:t>
            </a:r>
          </a:p>
          <a:p xmlns:a="http://schemas.openxmlformats.org/drawingml/2006/main">
            <a:r>
              <a:t>- 확인: stopped를 최종 정리로 보지 않고 terminated로 바꾼다.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ec2 wait instance-terminated·describe-volumes</a:t>
            </a:r>
          </a:p>
          <a:p xmlns:a="http://schemas.openxmlformats.org/drawingml/2006/main">
            <a:r>
              <a:t>- 확인: 인스턴스 terminated와 루트 볼륨 NotFound를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ecr delete-repository --force</a:t>
            </a:r>
          </a:p>
          <a:p xmlns:a="http://schemas.openxmlformats.org/drawingml/2006/main">
            <a:r>
              <a:t>- 확인: 1.0·1.1·1.2·릴리스 태그가 든 저장소 이름과 URI를 확인한 뒤 삭제한다.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ECR → Private registry → Repositories</a:t>
            </a:r>
          </a:p>
          <a:p xmlns:a="http://schemas.openxmlformats.org/drawingml/2006/main">
            <a:r>
              <a:t>- 확인: 리포지토리 없음 문구를 콘솔에서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s3 rm --recursive → s3api delete-bucket</a:t>
            </a:r>
          </a:p>
          <a:p xmlns:a="http://schemas.openxmlformats.org/drawingml/2006/main">
            <a:r>
              <a:t>- 확인: 현재 객체만 지워도 이전 버전이 남아 BucketNotEmpty가 발생하는지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list-object-versions → delete-objects → delete-bucket</a:t>
            </a:r>
          </a:p>
          <a:p xmlns:a="http://schemas.openxmlformats.org/drawingml/2006/main">
            <a:r>
              <a:t>- 확인: VersionId 네 개를 제거한 뒤 BUCKET DELETE SUCCESS가 표시되는지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인터넷 게이트웨이·라우팅·ENI·서브넷·보안 그룹 조회</a:t>
            </a:r>
          </a:p>
          <a:p xmlns:a="http://schemas.openxmlformats.org/drawingml/2006/main">
            <a:r>
              <a:t>- 확인: 기본 라우팅 테이블과 사용자 라우팅 테이블을 구분해 삭제 순서를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서브넷 → 사용자 라우팅 → 보안 그룹 → IGW → VPC 삭제</a:t>
            </a:r>
          </a:p>
          <a:p xmlns:a="http://schemas.openxmlformats.org/drawingml/2006/main">
            <a:r>
              <a:t>- 확인: 의존성이 작은 자원부터 지운 뒤 VPC 잔여 목록이 비는지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scheduler·iam 역할 정리</a:t>
            </a:r>
          </a:p>
          <a:p xmlns:a="http://schemas.openxmlformats.org/drawingml/2006/main">
            <a:r>
              <a:t>- 확인: 관리형 정책 분리, 인라인 정책 삭제, 인스턴스 프로파일 삭제 뒤 역할을 삭제한다.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EC2·EBS·EIP·ECR·S3 최종 조회</a:t>
            </a:r>
          </a:p>
          <a:p xmlns:a="http://schemas.openxmlformats.org/drawingml/2006/main">
            <a:r>
              <a:t>- 확인: 각 항목 ZERO와 CORE ACTIVE COUNT 0을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SageMaker·CloudWatch·Logs 최종 조회</a:t>
            </a:r>
          </a:p>
          <a:p xmlns:a="http://schemas.openxmlformats.org/drawingml/2006/main">
            <a:r>
              <a:t>- 확인: 엔드포인트·모델·구성·MLflow·Action·대시보드·경보·로그가 모두 ZERO인지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IAM·VPC·Subnet·Security Group·Scheduler 최종 조회</a:t>
            </a:r>
          </a:p>
          <a:p xmlns:a="http://schemas.openxmlformats.org/drawingml/2006/main">
            <a:r>
              <a:t>- 확인: 모든 항목 ZERO와 IAM AND NETWORK COUNT 0을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and inference → Endpoints</a:t>
            </a:r>
          </a:p>
          <a:p xmlns:a="http://schemas.openxmlformats.org/drawingml/2006/main">
            <a:r>
              <a:t>- 확인: 현재 리소스가 없습니다 문구를 최종 발표 증거로 저장한다.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https://ap-northeast-2.console.aws.amazon.com/sagemaker/home?region=ap-northeast-2#/endpoints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Billing and Cost Management → Cost Explorer</a:t>
            </a:r>
          </a:p>
          <a:p xmlns:a="http://schemas.openxmlformats.org/drawingml/2006/main">
            <a:r>
              <a:t>- 확인: 기간·서비스 그룹화·비혼합 비용과 비용 데이터의 반영 지연 안내를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https://console.aws.amazon.com/costmanagement/home#/cost-explorer</a:t>
            </a:r>
          </a:p>
          <a:p xmlns:a="http://schemas.openxmlformats.org/drawingml/2006/main">
            <a:r>
              <a:t>- https://docs.aws.amazon.com/sagemaker/latest/dg/realtime-endpoints-delete-resources.html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30798f7a7430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49e5a74984ad9" /><Relationship Type="http://schemas.openxmlformats.org/officeDocument/2006/relationships/slideLayout" Target="/ppt/slideLayouts/slideLayout1.xml" Id="Rae67e21a019b435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7e21a019b435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fe211848c4f27" /><Relationship Type="http://schemas.openxmlformats.org/officeDocument/2006/relationships/notesSlide" Target="/ppt/notesSlides/notesSlide1.xml" Id="Rf1944c573ee440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10a568c4149b0" /><Relationship Type="http://schemas.openxmlformats.org/officeDocument/2006/relationships/notesSlide" Target="/ppt/notesSlides/notesSlide2.xml" Id="R14acf048d698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a2ac4fb2846c9" /><Relationship Type="http://schemas.openxmlformats.org/officeDocument/2006/relationships/notesSlide" Target="/ppt/notesSlides/notesSlide3.xml" Id="R7fa0f85dd65145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08d69be6d400f" /><Relationship Type="http://schemas.openxmlformats.org/officeDocument/2006/relationships/notesSlide" Target="/ppt/notesSlides/notesSlide4.xml" Id="Rab19888d672148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872bc9f9e4789" /><Relationship Type="http://schemas.openxmlformats.org/officeDocument/2006/relationships/notesSlide" Target="/ppt/notesSlides/notesSlide5.xml" Id="Rfcf1b0aed885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b811514064e1f" /><Relationship Type="http://schemas.openxmlformats.org/officeDocument/2006/relationships/notesSlide" Target="/ppt/notesSlides/notesSlide6.xml" Id="R936fce15d4c24f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203fe236a41c5" /><Relationship Type="http://schemas.openxmlformats.org/officeDocument/2006/relationships/notesSlide" Target="/ppt/notesSlides/notesSlide7.xml" Id="R47b54a8eb79f46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98984ca604659" /><Relationship Type="http://schemas.openxmlformats.org/officeDocument/2006/relationships/notesSlide" Target="/ppt/notesSlides/notesSlide8.xml" Id="R64869d88e275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b3fcc999e42e2" /><Relationship Type="http://schemas.openxmlformats.org/officeDocument/2006/relationships/notesSlide" Target="/ppt/notesSlides/notesSlide9.xml" Id="R911923e16b9844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2ffb82a84598" /><Relationship Type="http://schemas.openxmlformats.org/officeDocument/2006/relationships/notesSlide" Target="/ppt/notesSlides/notesSlide10.xml" Id="R72d1c2f55c7249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23b6363de4305" /><Relationship Type="http://schemas.openxmlformats.org/officeDocument/2006/relationships/notesSlide" Target="/ppt/notesSlides/notesSlide11.xml" Id="R29a18d5cfb014b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bc42755654575" /><Relationship Type="http://schemas.openxmlformats.org/officeDocument/2006/relationships/notesSlide" Target="/ppt/notesSlides/notesSlide12.xml" Id="Rdb078c470d21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1be25d4547c1" /><Relationship Type="http://schemas.openxmlformats.org/officeDocument/2006/relationships/notesSlide" Target="/ppt/notesSlides/notesSlide13.xml" Id="Rbef80429da5f4f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59fbed73349b6" /><Relationship Type="http://schemas.openxmlformats.org/officeDocument/2006/relationships/notesSlide" Target="/ppt/notesSlides/notesSlide14.xml" Id="R40c6fa7b00b441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a716ee64458e" /><Relationship Type="http://schemas.openxmlformats.org/officeDocument/2006/relationships/notesSlide" Target="/ppt/notesSlides/notesSlide15.xml" Id="R672ab78747c943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cd1a88ef4f56" /><Relationship Type="http://schemas.openxmlformats.org/officeDocument/2006/relationships/notesSlide" Target="/ppt/notesSlides/notesSlide16.xml" Id="Rbf8c75e6ccbe4a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75fd990754009" /><Relationship Type="http://schemas.openxmlformats.org/officeDocument/2006/relationships/notesSlide" Target="/ppt/notesSlides/notesSlide17.xml" Id="R7bee5ef753bb48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d400852104a8c" /><Relationship Type="http://schemas.openxmlformats.org/officeDocument/2006/relationships/notesSlide" Target="/ppt/notesSlides/notesSlide18.xml" Id="Rc1734020982349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32978ccd43f5" /><Relationship Type="http://schemas.openxmlformats.org/officeDocument/2006/relationships/notesSlide" Target="/ppt/notesSlides/notesSlide19.xml" Id="Ra6e133a5521848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70b350f7c484a" /><Relationship Type="http://schemas.openxmlformats.org/officeDocument/2006/relationships/notesSlide" Target="/ppt/notesSlides/notesSlide20.xml" Id="R6f1b0ba8a17f42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9a8471f4043c9" /><Relationship Type="http://schemas.openxmlformats.org/officeDocument/2006/relationships/notesSlide" Target="/ppt/notesSlides/notesSlide21.xml" Id="R2dd0629339b248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547adb1204df1" /><Relationship Type="http://schemas.openxmlformats.org/officeDocument/2006/relationships/notesSlide" Target="/ppt/notesSlides/notesSlide22.xml" Id="Rab8b678cd9a447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f387e4c234a8d" /><Relationship Type="http://schemas.openxmlformats.org/officeDocument/2006/relationships/notesSlide" Target="/ppt/notesSlides/notesSlide23.xml" Id="R0f65ecf331ff4b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41fd2fda44fcc" /><Relationship Type="http://schemas.openxmlformats.org/officeDocument/2006/relationships/notesSlide" Target="/ppt/notesSlides/notesSlide24.xml" Id="R1a4e09b594184a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6c921b6df4693" /><Relationship Type="http://schemas.openxmlformats.org/officeDocument/2006/relationships/notesSlide" Target="/ppt/notesSlides/notesSlide25.xml" Id="Rbe98941b861145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4e9520282420c" /><Relationship Type="http://schemas.openxmlformats.org/officeDocument/2006/relationships/notesSlide" Target="/ppt/notesSlides/notesSlide26.xml" Id="R0508c09ca27741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c6663086a4488" /><Relationship Type="http://schemas.openxmlformats.org/officeDocument/2006/relationships/image" Target="/ppt/media/image.jpeg" Id="R28f3a2cd07104cfe" /><Relationship Type="http://schemas.openxmlformats.org/officeDocument/2006/relationships/hyperlink" Target="https://console.aws.amazon.com/costmanagement/home#/cost-explorer" TargetMode="External" Id="R8090253737384bd0" /><Relationship Type="http://schemas.openxmlformats.org/officeDocument/2006/relationships/hyperlink" Target="https://docs.aws.amazon.com/sagemaker/latest/dg/realtime-endpoints-delete-resources.html" TargetMode="External" Id="Rf519ac139a994b6e" /><Relationship Type="http://schemas.openxmlformats.org/officeDocument/2006/relationships/notesSlide" Target="/ppt/notesSlides/notesSlide27.xml" Id="Rf214fddb6a214d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92dc28514feb" /><Relationship Type="http://schemas.openxmlformats.org/officeDocument/2006/relationships/hyperlink" Target="https://ap-northeast-2.console.aws.amazon.com/cloudshell/home?region=ap-northeast-2" TargetMode="External" Id="R8cd62e4cef62408b" /><Relationship Type="http://schemas.openxmlformats.org/officeDocument/2006/relationships/hyperlink" Target="https://docs.aws.amazon.com/sagemaker/latest/dg/realtime-endpoints-delete-resources.html" TargetMode="External" Id="R3b1e0fdb0f30458f" /><Relationship Type="http://schemas.openxmlformats.org/officeDocument/2006/relationships/image" Target="/ppt/media/image2.jpeg" Id="R5c10a20474474993" /><Relationship Type="http://schemas.openxmlformats.org/officeDocument/2006/relationships/notesSlide" Target="/ppt/notesSlides/notesSlide28.xml" Id="R67015393d53b4e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01e7a6c4f46f2" /><Relationship Type="http://schemas.openxmlformats.org/officeDocument/2006/relationships/hyperlink" Target="https://ap-northeast-2.console.aws.amazon.com/cloudshell/home?region=ap-northeast-2" TargetMode="External" Id="R0c3fccd277b4406d" /><Relationship Type="http://schemas.openxmlformats.org/officeDocument/2006/relationships/hyperlink" Target="https://docs.aws.amazon.com/sagemaker/latest/dg/realtime-endpoints-delete-resources.html" TargetMode="External" Id="R6961dbfd12794648" /><Relationship Type="http://schemas.openxmlformats.org/officeDocument/2006/relationships/image" Target="/ppt/media/image3.jpeg" Id="R893968cd79a54f08" /><Relationship Type="http://schemas.openxmlformats.org/officeDocument/2006/relationships/notesSlide" Target="/ppt/notesSlides/notesSlide29.xml" Id="R3526928861bd442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18b7eddf44279" /><Relationship Type="http://schemas.openxmlformats.org/officeDocument/2006/relationships/hyperlink" Target="https://ap-northeast-2.console.aws.amazon.com/cloudshell/home?region=ap-northeast-2" TargetMode="External" Id="R3395f2dd6ddc4ac8" /><Relationship Type="http://schemas.openxmlformats.org/officeDocument/2006/relationships/hyperlink" Target="https://docs.aws.amazon.com/sagemaker/latest/dg/realtime-endpoints-delete-resources.html" TargetMode="External" Id="R270ab847dd6a4fff" /><Relationship Type="http://schemas.openxmlformats.org/officeDocument/2006/relationships/image" Target="/ppt/media/image4.jpeg" Id="R5d8472d4daed4c2a" /><Relationship Type="http://schemas.openxmlformats.org/officeDocument/2006/relationships/notesSlide" Target="/ppt/notesSlides/notesSlide30.xml" Id="R4dcbdfd081e940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2d6a7a5c0423e" /><Relationship Type="http://schemas.openxmlformats.org/officeDocument/2006/relationships/hyperlink" Target="https://ap-northeast-2.console.aws.amazon.com/cloudshell/home?region=ap-northeast-2" TargetMode="External" Id="R9a45bc69013f4d82" /><Relationship Type="http://schemas.openxmlformats.org/officeDocument/2006/relationships/hyperlink" Target="https://docs.aws.amazon.com/sagemaker/latest/dg/realtime-endpoints-delete-resources.html" TargetMode="External" Id="Rffd7bcdfa6fd4560" /><Relationship Type="http://schemas.openxmlformats.org/officeDocument/2006/relationships/image" Target="/ppt/media/image5.jpeg" Id="R7b4d6dfac40a4cec" /><Relationship Type="http://schemas.openxmlformats.org/officeDocument/2006/relationships/notesSlide" Target="/ppt/notesSlides/notesSlide31.xml" Id="R5e352b575a754bb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23c29db446fe" /><Relationship Type="http://schemas.openxmlformats.org/officeDocument/2006/relationships/hyperlink" Target="https://ap-northeast-2.console.aws.amazon.com/cloudshell/home?region=ap-northeast-2" TargetMode="External" Id="Rdfa85c90e6f74404" /><Relationship Type="http://schemas.openxmlformats.org/officeDocument/2006/relationships/hyperlink" Target="https://docs.aws.amazon.com/sagemaker/latest/dg/realtime-endpoints-delete-resources.html" TargetMode="External" Id="R5add790b4f474237" /><Relationship Type="http://schemas.openxmlformats.org/officeDocument/2006/relationships/image" Target="/ppt/media/image6.jpeg" Id="R51a1f7367f8c4f1d" /><Relationship Type="http://schemas.openxmlformats.org/officeDocument/2006/relationships/notesSlide" Target="/ppt/notesSlides/notesSlide32.xml" Id="R607d8cbbb40944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34a15c3684b0e" /><Relationship Type="http://schemas.openxmlformats.org/officeDocument/2006/relationships/hyperlink" Target="https://ap-northeast-2.console.aws.amazon.com/cloudshell/home?region=ap-northeast-2" TargetMode="External" Id="R32ae8eb78fdd4248" /><Relationship Type="http://schemas.openxmlformats.org/officeDocument/2006/relationships/hyperlink" Target="https://docs.aws.amazon.com/sagemaker/latest/dg/realtime-endpoints-delete-resources.html" TargetMode="External" Id="Rae1282e74b0342c6" /><Relationship Type="http://schemas.openxmlformats.org/officeDocument/2006/relationships/image" Target="/ppt/media/image7.jpeg" Id="Rc085f9c830234c00" /><Relationship Type="http://schemas.openxmlformats.org/officeDocument/2006/relationships/notesSlide" Target="/ppt/notesSlides/notesSlide33.xml" Id="R795992a81d0e47e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8b423cf95449e" /><Relationship Type="http://schemas.openxmlformats.org/officeDocument/2006/relationships/hyperlink" Target="https://ap-northeast-2.console.aws.amazon.com/ec2/home?region=ap-northeast-2#Instances:" TargetMode="External" Id="Rd515b64f72cf4325" /><Relationship Type="http://schemas.openxmlformats.org/officeDocument/2006/relationships/hyperlink" Target="https://docs.aws.amazon.com/sagemaker/latest/dg/realtime-endpoints-delete-resources.html" TargetMode="External" Id="Raf1a0d92d1e84183" /><Relationship Type="http://schemas.openxmlformats.org/officeDocument/2006/relationships/image" Target="/ppt/media/image8.jpeg" Id="R7b5d7c537bf04ae1" /><Relationship Type="http://schemas.openxmlformats.org/officeDocument/2006/relationships/notesSlide" Target="/ppt/notesSlides/notesSlide34.xml" Id="R789902cf9aa9427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a9b6afb144d4" /><Relationship Type="http://schemas.openxmlformats.org/officeDocument/2006/relationships/hyperlink" Target="https://ap-northeast-2.console.aws.amazon.com/cloudshell/home?region=ap-northeast-2" TargetMode="External" Id="Rcc89537efeac4dce" /><Relationship Type="http://schemas.openxmlformats.org/officeDocument/2006/relationships/hyperlink" Target="https://docs.aws.amazon.com/sagemaker/latest/dg/realtime-endpoints-delete-resources.html" TargetMode="External" Id="R6105354eaafd4c50" /><Relationship Type="http://schemas.openxmlformats.org/officeDocument/2006/relationships/image" Target="/ppt/media/image9.jpeg" Id="Rb4eafebf761a43d9" /><Relationship Type="http://schemas.openxmlformats.org/officeDocument/2006/relationships/notesSlide" Target="/ppt/notesSlides/notesSlide35.xml" Id="Rd4945ea73ead4ef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d090e76bc4cfe" /><Relationship Type="http://schemas.openxmlformats.org/officeDocument/2006/relationships/hyperlink" Target="https://ap-northeast-2.console.aws.amazon.com/cloudshell/home?region=ap-northeast-2" TargetMode="External" Id="Rd5a384ff06f2407f" /><Relationship Type="http://schemas.openxmlformats.org/officeDocument/2006/relationships/hyperlink" Target="https://docs.aws.amazon.com/sagemaker/latest/dg/realtime-endpoints-delete-resources.html" TargetMode="External" Id="Rd51951e82c634a3f" /><Relationship Type="http://schemas.openxmlformats.org/officeDocument/2006/relationships/image" Target="/ppt/media/image10.jpeg" Id="R87ede9a194944f80" /><Relationship Type="http://schemas.openxmlformats.org/officeDocument/2006/relationships/notesSlide" Target="/ppt/notesSlides/notesSlide36.xml" Id="Rb50b113608b8442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dc86f1b34e6a" /><Relationship Type="http://schemas.openxmlformats.org/officeDocument/2006/relationships/hyperlink" Target="https://ap-northeast-2.console.aws.amazon.com/ecr/private-registry/repositories?region=ap-northeast-2" TargetMode="External" Id="R0ef8146587bf4022" /><Relationship Type="http://schemas.openxmlformats.org/officeDocument/2006/relationships/hyperlink" Target="https://docs.aws.amazon.com/sagemaker/latest/dg/realtime-endpoints-delete-resources.html" TargetMode="External" Id="R9525ef0960b94c30" /><Relationship Type="http://schemas.openxmlformats.org/officeDocument/2006/relationships/image" Target="/ppt/media/image11.jpeg" Id="R27d3a9831ba04c9a" /><Relationship Type="http://schemas.openxmlformats.org/officeDocument/2006/relationships/notesSlide" Target="/ppt/notesSlides/notesSlide37.xml" Id="R191d0bb4989b447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d7a6f01bb4699" /><Relationship Type="http://schemas.openxmlformats.org/officeDocument/2006/relationships/hyperlink" Target="https://ap-northeast-2.console.aws.amazon.com/cloudshell/home?region=ap-northeast-2" TargetMode="External" Id="R438a869ca2e04350" /><Relationship Type="http://schemas.openxmlformats.org/officeDocument/2006/relationships/hyperlink" Target="https://docs.aws.amazon.com/sagemaker/latest/dg/realtime-endpoints-delete-resources.html" TargetMode="External" Id="Rb6109c7266204b38" /><Relationship Type="http://schemas.openxmlformats.org/officeDocument/2006/relationships/image" Target="/ppt/media/image12.jpeg" Id="R68c82e40599e4474" /><Relationship Type="http://schemas.openxmlformats.org/officeDocument/2006/relationships/notesSlide" Target="/ppt/notesSlides/notesSlide38.xml" Id="R60667451b88443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e73205b4f4f00" /><Relationship Type="http://schemas.openxmlformats.org/officeDocument/2006/relationships/hyperlink" Target="https://ap-northeast-2.console.aws.amazon.com/cloudshell/home?region=ap-northeast-2" TargetMode="External" Id="Rcd82928c8b944ae9" /><Relationship Type="http://schemas.openxmlformats.org/officeDocument/2006/relationships/hyperlink" Target="https://docs.aws.amazon.com/sagemaker/latest/dg/realtime-endpoints-delete-resources.html" TargetMode="External" Id="R8d6f3bb82fd54db0" /><Relationship Type="http://schemas.openxmlformats.org/officeDocument/2006/relationships/image" Target="/ppt/media/image13.jpeg" Id="Rf294a075be814671" /><Relationship Type="http://schemas.openxmlformats.org/officeDocument/2006/relationships/notesSlide" Target="/ppt/notesSlides/notesSlide39.xml" Id="Rbcd7314d01764fb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4e3024efb494f" /><Relationship Type="http://schemas.openxmlformats.org/officeDocument/2006/relationships/hyperlink" Target="https://ap-northeast-2.console.aws.amazon.com/cloudshell/home?region=ap-northeast-2" TargetMode="External" Id="Rf417cc15111e4c8d" /><Relationship Type="http://schemas.openxmlformats.org/officeDocument/2006/relationships/hyperlink" Target="https://docs.aws.amazon.com/sagemaker/latest/dg/realtime-endpoints-delete-resources.html" TargetMode="External" Id="Rd325b792d3b043fe" /><Relationship Type="http://schemas.openxmlformats.org/officeDocument/2006/relationships/image" Target="/ppt/media/image14.jpeg" Id="R3a858c5b06ef4bff" /><Relationship Type="http://schemas.openxmlformats.org/officeDocument/2006/relationships/notesSlide" Target="/ppt/notesSlides/notesSlide40.xml" Id="R48ee7accb066487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26ce59694443b" /><Relationship Type="http://schemas.openxmlformats.org/officeDocument/2006/relationships/hyperlink" Target="https://ap-northeast-2.console.aws.amazon.com/cloudshell/home?region=ap-northeast-2" TargetMode="External" Id="R662eaf53991e4757" /><Relationship Type="http://schemas.openxmlformats.org/officeDocument/2006/relationships/hyperlink" Target="https://docs.aws.amazon.com/sagemaker/latest/dg/realtime-endpoints-delete-resources.html" TargetMode="External" Id="R259c8b9d716441e4" /><Relationship Type="http://schemas.openxmlformats.org/officeDocument/2006/relationships/image" Target="/ppt/media/image15.jpeg" Id="Refe0abc915434961" /><Relationship Type="http://schemas.openxmlformats.org/officeDocument/2006/relationships/notesSlide" Target="/ppt/notesSlides/notesSlide41.xml" Id="R8c3b6f5b1cdd46e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ef57adff44ac1" /><Relationship Type="http://schemas.openxmlformats.org/officeDocument/2006/relationships/hyperlink" Target="https://ap-northeast-2.console.aws.amazon.com/cloudshell/home?region=ap-northeast-2" TargetMode="External" Id="R483d554b82634a45" /><Relationship Type="http://schemas.openxmlformats.org/officeDocument/2006/relationships/hyperlink" Target="https://docs.aws.amazon.com/sagemaker/latest/dg/realtime-endpoints-delete-resources.html" TargetMode="External" Id="Ra5a93899808040c2" /><Relationship Type="http://schemas.openxmlformats.org/officeDocument/2006/relationships/image" Target="/ppt/media/image16.jpeg" Id="R000b0bfc0f74474b" /><Relationship Type="http://schemas.openxmlformats.org/officeDocument/2006/relationships/notesSlide" Target="/ppt/notesSlides/notesSlide42.xml" Id="Rf9ba3ae34125481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61ba60e824134" /><Relationship Type="http://schemas.openxmlformats.org/officeDocument/2006/relationships/hyperlink" Target="https://ap-northeast-2.console.aws.amazon.com/cloudshell/home?region=ap-northeast-2" TargetMode="External" Id="Rdeb508e5ce444e92" /><Relationship Type="http://schemas.openxmlformats.org/officeDocument/2006/relationships/hyperlink" Target="https://docs.aws.amazon.com/sagemaker/latest/dg/realtime-endpoints-delete-resources.html" TargetMode="External" Id="Rde3ffa986c784d7e" /><Relationship Type="http://schemas.openxmlformats.org/officeDocument/2006/relationships/image" Target="/ppt/media/image17.jpeg" Id="Rfdd0db7c617c4b39" /><Relationship Type="http://schemas.openxmlformats.org/officeDocument/2006/relationships/notesSlide" Target="/ppt/notesSlides/notesSlide43.xml" Id="R06b41fb9654e480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937e50cc4d59" /><Relationship Type="http://schemas.openxmlformats.org/officeDocument/2006/relationships/hyperlink" Target="https://ap-northeast-2.console.aws.amazon.com/cloudshell/home?region=ap-northeast-2" TargetMode="External" Id="Rc110f0ae56ef4dec" /><Relationship Type="http://schemas.openxmlformats.org/officeDocument/2006/relationships/hyperlink" Target="https://docs.aws.amazon.com/sagemaker/latest/dg/realtime-endpoints-delete-resources.html" TargetMode="External" Id="R53423c65b9ab458c" /><Relationship Type="http://schemas.openxmlformats.org/officeDocument/2006/relationships/image" Target="/ppt/media/image18.jpeg" Id="R10d74c2eb8e748a4" /><Relationship Type="http://schemas.openxmlformats.org/officeDocument/2006/relationships/notesSlide" Target="/ppt/notesSlides/notesSlide44.xml" Id="Ra1a3ae9d35bb474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11b5aea1d4fd5" /><Relationship Type="http://schemas.openxmlformats.org/officeDocument/2006/relationships/hyperlink" Target="https://ap-northeast-2.console.aws.amazon.com/cloudshell/home?region=ap-northeast-2" TargetMode="External" Id="R86f1d81e8b294754" /><Relationship Type="http://schemas.openxmlformats.org/officeDocument/2006/relationships/hyperlink" Target="https://docs.aws.amazon.com/sagemaker/latest/dg/realtime-endpoints-delete-resources.html" TargetMode="External" Id="R22c880cf1e0947a5" /><Relationship Type="http://schemas.openxmlformats.org/officeDocument/2006/relationships/image" Target="/ppt/media/image19.jpeg" Id="R6ca3aa3ce92e48c6" /><Relationship Type="http://schemas.openxmlformats.org/officeDocument/2006/relationships/notesSlide" Target="/ppt/notesSlides/notesSlide45.xml" Id="Re752e00ca9a040e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3eac8eb44cd5" /><Relationship Type="http://schemas.openxmlformats.org/officeDocument/2006/relationships/hyperlink" Target="https://ap-northeast-2.console.aws.amazon.com/sagemaker/home?region=ap-northeast-2#/endpoints" TargetMode="External" Id="Re2f133c0f7d649d1" /><Relationship Type="http://schemas.openxmlformats.org/officeDocument/2006/relationships/hyperlink" Target="https://docs.aws.amazon.com/sagemaker/latest/dg/realtime-endpoints-delete-resources.html" TargetMode="External" Id="R7b6fe8700e0e46e4" /><Relationship Type="http://schemas.openxmlformats.org/officeDocument/2006/relationships/image" Target="/ppt/media/image20.jpeg" Id="Rf80f3844b89f4cf5" /><Relationship Type="http://schemas.openxmlformats.org/officeDocument/2006/relationships/notesSlide" Target="/ppt/notesSlides/notesSlide46.xml" Id="R13ccbcf5d4584bf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eb81664c34ae1" /><Relationship Type="http://schemas.openxmlformats.org/officeDocument/2006/relationships/hyperlink" Target="https://console.aws.amazon.com/costmanagement/home#/cost-explorer" TargetMode="External" Id="R5a436fabb7034da7" /><Relationship Type="http://schemas.openxmlformats.org/officeDocument/2006/relationships/hyperlink" Target="https://docs.aws.amazon.com/sagemaker/latest/dg/realtime-endpoints-delete-resources.html" TargetMode="External" Id="Rb2af9c20de37478d" /><Relationship Type="http://schemas.openxmlformats.org/officeDocument/2006/relationships/image" Target="/ppt/media/image21.jpeg" Id="R738e4f3df5f44025" /><Relationship Type="http://schemas.openxmlformats.org/officeDocument/2006/relationships/notesSlide" Target="/ppt/notesSlides/notesSlide47.xml" Id="Raf9442ca92c9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22235B-70B5-47B1-BD56-EF950F6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D8CAFC5-8931-4E21-8EE0-97411AD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3D0364-DB7D-4520-A9B2-3F797C5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15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F627DD-4B2C-4792-853C-ED427934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 발표 및 마무리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C02FEF-4650-408D-B79E-6D111960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학기 프로젝트를 발표·시연하고, 만든 리소스를 전부 지우고 비용을 설명할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58F3AC-7347-41EB-964C-3BCD676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94321A5-9071-409A-B983-F692CFE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89D4D1-8A77-4B35-9C9A-AC4ADE1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2001070208_18v1.1   2001070208_18v1.2   2001070405_20v1.3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681689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B36107-4891-43E8-BBB3-C005451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0E8A0F-C341-443E-84CD-57D21D88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오늘도 시간표가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152E31-A417-4410-9F30-AB36AF1A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ECD47F-D982-4272-B807-5C90D5B7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발표 오리엔테이션 · 상호평가지 배부 · 장비 점검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86FFC-D197-4B0D-A96F-40F1CC9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95A37B6-3828-4005-852F-9FC50E8A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AD6749E-6F8F-4BE8-9621-D5335CB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발표 세션 — 발표 15분 + 질의 5분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9318A3-6ABF-4ABF-A82D-55A8282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120분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AAAFE6-667E-49F7-BDAD-9C578C9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D8E90F-C258-4469-8881-96275A0C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D9C463-27F7-4699-B763-2DF4A0D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5B2AD04-FA54-4122-BE0D-40212BA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FA696AB-4F32-4783-9AA3-D0D0284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전체 정리 + 최종 비용 확인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66BA8B-A0A6-42D7-8928-A090151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40분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559E4BE-E7CF-44A1-BEF8-D8422BF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D5D215A-7BC0-494B-A6D6-D1BB738F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회고 및 진로 연계 · 마무리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E2A90E5-9EBA-46AE-9AD3-E8CC22DB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40분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946DD5E-4E4A-4316-95E3-40759A0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190BB41-5978-4967-AA0A-FB1C2B90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1718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FE3989-508A-438B-831E-63B28A6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B48BAA-7358-49E7-A477-6963862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7B2C83-D630-4E66-A497-1AA0569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발표 세션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DC336F-9792-4708-B604-56F4BE8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120분 · 발표 15분 + 질의 5분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225826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E679BC-4CB7-4BA6-8B7B-B3CDA5F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 전 네 가지 공지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9EE7A5-3CFB-40EA-AF76-6ADE25D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시작하기 전에 이것만 확인하고 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011CAE-0399-4E72-BA0A-665D6C1C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D444E9-FA42-4176-8681-945E080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F280A7-DD33-4EDD-A8FD-5E6600A6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시간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31A5F54-1A94-494F-8A03-5BF81D90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 15분, 질의 5분. 13분에 한 번, 15분에 두 번 벨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E01FD1-24B9-47D4-8DD6-C1C10CE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DE60F3-FE74-493D-9FD2-1A74C25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6CD28D-B457-43F0-9100-6FC033AB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데모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4341CF-7DEA-484C-B2DC-747B43B4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안 되면 3초 안에 로컬 실행이나 시연 영상으로 넘어갑니다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664FAEB-E665-441B-A8F8-54E30669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E4E2E5C-112B-45CB-BFE8-BF46DAD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DCFDCE8-B2A5-4D0D-982B-A1905DF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상호평가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755986-31E3-46FE-9F71-31F5D2C3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들으면서 바로 적습니다. 점수 말고 문장 두 개를 꼭 씁니다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53725C-ED8B-47D5-AE04-A290163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03AAEEA-2D77-4749-AF55-6DE66CB6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4A1A892-7FAF-4182-996D-DC18EA9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질의응답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21271ED-6C8F-4342-B3FF-B2BA53C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전원이 받습니다. 자기가 맡은 부분은 자기가 답합니다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D56503D-7A30-4B3A-93B5-559FBAB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E19B8E9-F3AC-4994-B82E-0388D0CF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오늘 남은 일정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3D04CC2-5FAB-45E4-ABE3-551DE19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뒤 리소스 전체 정리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최종 비용 다 같이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회고와 다음 학습 경로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D0A734F-0752-4C1D-8A4C-77EF5B42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29FF6D6-6933-4337-95DF-1D0A225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698848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BB1704-E454-4D19-AA9D-3373700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데모가 실패했을 때 진행 규칙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F35458-6C3E-431C-ADC7-3F24A6C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미리 정해두면 당황하지 않습니다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0480"/>
                <a:gridCol w="5394960"/>
                <a:gridCol w="181965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감점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 호출 타임아웃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안에 로컬 컨테이너로 전환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실행도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영상 재생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영상도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 계속 진행, 시연 항목 미수행 처리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규명에 1분 이상 지연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강사가 개입해 다음으로 진행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 시간 2분 이상 초과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강사가 마무리 요청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8A0D767-5925-4CAE-96D7-1138915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BD05A42-1794-46CB-8886-B8851F57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91993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98B86C-062E-412D-B413-8F9FE660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준비한 대안을 꺼내는 것은 감점이 아닙니다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대안 없이 시간을 쓰는 것이 감점입니다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3830D2-F922-431B-A2BD-E9F6CDD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당황하지 않는 것 자체가 평가 대상입니다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28893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126104-278C-4CCB-800E-C3F1DB74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첫 팀 발표 전 장비 점검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6C34DC-16DD-4464-8FF9-70DD35FD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여기서 5분이 날아가면 전체 일정이 밀립니다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B7EBAE-5C8A-446B-84AF-03B2EE5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36229C2-9093-4E4B-AE15-763DFF7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A92D51-ED13-4BA9-9C60-E0E4B7E3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프로젝터 연결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ECFB6D-7ECC-471A-8778-19D0AF7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HDMI · USB-C 젠더 · 해상도 1920x1080 확인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ACDFF94-48F7-4E4A-A1B0-6B6CD42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201100-E8F0-4D15-BAE9-4E4EC05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9092736-6731-4C3A-BA4F-44BFE40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발표자료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F5CCEDD-8BB1-4E2F-B734-E6765C9A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PDF가 USB에서도 열리는지 확인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7CF6DAD-FD65-48C9-BF4D-94CB7F6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7A2CBB-68B5-4FC3-A994-E0D33DA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5C2230-4F94-42FB-9D61-F8078AE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영상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0F6A9D-7065-4E0A-8DF9-8DEC683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인터넷을 끄고 로컬 파일이 재생되는지 확인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CB7009D-CC71-44D0-AC74-6B8CA7F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C2037B8-4BA7-44D0-B74B-A01B3F5A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4B41F0B-E67A-4844-B96D-750E005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퍼블릭 IP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EC2C16-1784-47BA-B0A6-05B0D748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인스턴스를 켠 뒤 주소가 바뀌지 않았는지. 바뀌었으면 지금 수정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7322942-F35F-4943-821A-B45785D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CEC542D-0509-40C2-85E0-A719F8FB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41495DF-DFFA-4902-AEC3-EE674B4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로컬 백업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6388B3-4257-4BB3-8821-D20BD527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 전 미리 docker run 으로 띄워둡니다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7BB496-A8DC-4E7D-B4D1-9D361EE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22FD849-DC77-412C-95C9-81438ECB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127041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CAC74E-7E30-48D7-A209-85E712C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산출물 루브릭 (25점)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82B994-9E7F-4E3F-8F94-E6E1645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미리 공개된 채점 기준표입니다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1280160"/>
                <a:gridCol w="684885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상(우수) 판정 기준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 완성도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구간이 실제로 동작하고 제3자 환경에서 호출·시연 가능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 관리·재현성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 5건 이상, 선택 근거 추적, README만 보고 재현 성공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배포·운영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커밋 1회 자동 배포 + 로그·메트릭·알람 + 드리프트 또는 재학습 정책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문서화·발표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문제정의와 의사결정 근거가 명확, 실패·한계를 스스로 설명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감점 규정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리소스 미정리 회당 -2점 · 시연 영상 미제출 -2점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7996FF4-7933-487C-9BBF-2739DD9D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E757E1A-D5B7-409A-9F6E-7A336C1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559636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9BB917-421C-4009-AF8E-333CD4A0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 평가표 (15점)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701D62-4C9F-473D-B0AE-0827DA2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강사 평가 70% + 상호평가 집계 30%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1280160"/>
                <a:gridCol w="684885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내용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정의의 명확성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누가 어떤 상황에서 불편한가가 구체적인가. 첫 30초에 전달되는가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접근·의사결정 설명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나열이 아니라 선택의 이유와 대안 대비 트레이드오프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 시연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입력으로 결과가 나오는가. 실패 시 즉시 전환하는가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제시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수치가 베이스라인 등 비교 대상과 함께 제시되는가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배운 점·질의응답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실패와 한계를 스스로 말하는가. 팀 전원이 답하는가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5C957E0-B5E3-4CBE-BDB5-6388A8BA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26B3144-F12A-403D-B44B-4D721034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087495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776D02-50A1-4147-AF42-2BC3B1E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질의응답에서 나올 질문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9C23DC-DA2A-4D5A-9097-CEBA923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팀당 두 개를 고릅니다. 미리 답을 맞춰두세요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920C535-ECDF-47E7-95B0-3CBEFE6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66543A-10D5-4DC5-B75D-C07F14D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CB51C2-4172-4A5F-8BEF-E0DD5A4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FA8D98-2F0B-46DE-8CF2-DF56CFA3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파이프라인·재현성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5F524A-A74D-41E9-9757-F28710F5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지금 서버에 떠 있는 이미지가 어느 커밋으로 만들어졌나요. README만 보고 몇 분 만에 학습을 돌릴 수 있나요.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B46FE57-ADC9-4B7A-98B2-5A2473F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E5C5E25-1541-40E6-B1DC-19B79DC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3926FC-CBE6-4618-9037-90D45621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F14FA4-2F17-4AB0-8F0B-0FE36349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모델·의사결정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DD3DCC9-AA85-4224-A350-0AF03ED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 모델을 고른 이유가 뭔가요. 두 번째 후보 대비 무엇을 포기했나요. 베이스라인 대비 얼마나 나아졌나요.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C374685-5213-4FC4-AF5F-3EE26445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ACA737-E875-47B6-84A0-33E5C90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A0A1AAD-8AFD-422B-9F9D-5765118B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08E9D7-CD09-4391-89A8-27F8FC0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운영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FC568B-F78E-45ED-8DC0-4299DEC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 서비스가 지금 죽으면 몇 분 안에 알 수 있나요. 6개월 뒤에도 잘 맞을까요. 언제 다시 학습하나요.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F95433C-05C6-4084-A360-025DE4F3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A7EE169-5457-4607-AF2B-0056FAE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8B2206-E74C-4034-9C02-7A0DC611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328DBE-6D66-4D4E-A09B-356D3F6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팀·개인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9D2FC7-A99A-4218-BBFC-59FAA23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발표자가 아닌 팀원에게. 이 부분은 누가 만들었나요. 12주 중 가장 오래 막혔던 지점은 어디였나요.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5C31A6D-4CF2-4AFE-8E35-4C91A2C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F79376B-652D-4404-9CA1-4B62055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16076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7DFFE0-2179-4576-8329-DF358777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8F21EF-77E8-45C8-9719-1B6C5D14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8533FF-4F57-442D-8E74-258851E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리소스 전체 정리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48EF3A-996A-4E95-BD98-A11F9E4A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40분 · 만드는 것만큼 지우는 것도 실력입니다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220929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D80D2F-31C8-4ACC-AAEE-2A1A516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지우기 전에 반드시 백업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BB24A9-9AAC-483B-B644-5E75F125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AWS에서 지우면 끝입니다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AC47AF-8C06-4818-912B-AA53B1C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B678D2-C247-48CE-9058-C386DE1B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55FCEC-5064-4C64-B12A-4351934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E4A8D1-079E-49C9-88F4-DA584A7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포트폴리오에 쓸 자료를 먼저 챙기세요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509941-3C00-40ED-8052-3647F0F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MLflow 실험 비교 화면 — 실험 5건 이상이 보이게 캡처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CloudWatch 대시보드 전체 · 알람 수신 메일 · Actions 성공 로그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API 응답 화면과 데모 UI · 최종 모델 성능 수치가 적힌 화면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aws s3 cp 로 models/ 폴더를 로컬에 내려받기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시연 영상 파일은 로컬과 공유 드라이브 두 곳에 이중 보관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3BB428-A9DB-48C8-B4D4-1F2F0EC0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69EE00-B032-4AEE-87ED-2C5405E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431880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3CFE3F-E983-4A72-9AB2-06F2662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순서 — 비싼 것부터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872FAE-324C-4232-AC4E-50333E23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지우면 되살릴 수 없는 것은 백업을 먼저 확인하고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79986F-AC30-46D7-A3C7-02B9180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460A7E-4B19-4C90-A58D-2C1073D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A385BA-6AFA-4704-BC22-0CCBE63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A4D9171-4947-47EC-859A-663865BD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1. SageMaker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71A2A7-C08E-4815-9356-2FE4D1D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엔드포인트 · 엔드포인트 구성 · 앱. 시간당 과금 1순위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701D4FF-24ED-4F51-95D3-2CA70A0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421850-4B9E-44D1-9D8F-852A674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C508651-E929-43B2-BC36-1A40F43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F6412C-7FB7-4C36-99DE-D18F3B33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2. EC2 종료(Terminate)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B24C10-679D-4620-91BF-70A07044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중지는 정리가 아닙니다. EBS 요금이 계속 나갑니다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50A68CB-0A79-49ED-8CC5-1DDA20D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25856FB-1417-4168-8CAE-0C0F4243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9A98517-B14B-4181-8250-BC4B951D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3DB005D-0F5E-4BFE-97BE-706651A6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3. EBS 볼륨과 스냅샷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28E773-F88E-46DC-9516-52F59AE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학기 비용의 절반. 30GB 넉 달이 약 12달러였습니다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8212177-6203-474B-A0F3-92B602E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E7A44B4-C011-43AD-B457-EA4CBC53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A91702E-37F2-4345-9359-5F0C434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CCBC783-A401-4233-8316-99F15E4F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4. 탄력적 IP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672198-9087-4B4C-B27B-BA1C6010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연결되지 않은 상태가 오히려 과금됩니다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B8B3E1B-A97B-4A80-B188-AB9A453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814A913-C52A-4623-AF6A-7534A0A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64C37D9-8759-4E67-9E74-AC23423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62DA0C5-C86C-4723-B536-752F622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5. ECR · S3 · CloudWatch · SNS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072E23F-335A-44B0-800C-BAE2394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S3는 백업을 내려받은 것을 확인한 뒤에 지웁니다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0A351D9-9D9C-422C-9DF7-F30466A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B0A142C-132D-4C5D-BFE5-5E80E80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292182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7110BA-B0DB-4BDA-97C1-92DA260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명령 (1/2)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BCBD7D-63AD-4245-B23C-8EF8198D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비싼 것부터. 되돌릴 수 없으니 백업 확인 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2F6CE3-9254-480D-8A34-977E596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DFEEAB-BC24-4337-90F7-5ADD579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413A92-1832-412C-9A7C-6F763924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1) SageMaker 엔드포인트 (시간당 과금 1순위)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sagemaker list-endpoints --region ap-northeast-2 --output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sagemaker delete-endpoint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--endpoint-name &lt;엔드포인트명&gt;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2) EC2 종료 - 되돌릴 수 없습니다. 백업 확인 후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terminate-instances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--instance-ids &lt;인스턴스ID1&gt; &lt;인스턴스ID2&gt;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3) 남은 EBS 볼륨과 스냅샷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delete-volume --region ap-northeast-2 --volume-id &lt;VolumeId&gt;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delete-snapshot --region ap-northeast-2 --snapshot-id &lt;SnapshotId&gt;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4) 탄력적 IP 해제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release-address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--allocation-id &lt;AllocationId&gt;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3BCF80-F9B1-49AB-ABAC-0A665A4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볼륨 삭제가 실패하면 인스턴스가 terminated 될 때까지 2~3분 기다렸다 다시 합니다.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DB1CE4E-1E27-4F69-B50B-A1FCF47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7E93CB-E3F9-453B-B5A7-8B824F77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449345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605966-F23B-4AB8-A76A-A2903B26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명령 (2/2)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1EA01C-FE24-485B-B6AF-2565A3B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마지막에 정리 확인 스크립트를 돌립니다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CBE676-6488-41B5-BFE4-73F10D3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6ED4D7-2E32-4556-A1B0-B1B45E1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3A5560-019C-41BC-BFDB-3AF854D2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5) ECR 리포지토리 (이미지가 있어도 통째로)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delete-repository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--repository-name &lt;리포지토리명&gt; --force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6) S3 - 백업을 내려받았는지 다시 확인하고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rm s3://&lt;팀 버킷&gt;/ --recursive --region 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rb s3://&lt;팀 버킷&gt; --region 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7) CloudWatch 알람 · 대시보드 · 로그 그룹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cloudwatch delete-alarms --region ap-northeast-2 --alarm-names &lt;알람&gt;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cloudwatch delete-dashboards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--dashboard-names "mlops-&lt;팀번호&gt;"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logs delete-log-group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--log-group-name "/mlops/&lt;팀번호&gt;/api"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8) SNS 주제, 그리고 정리 확인 스크립트 실행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sns delete-topic --region ap-northeast-2 --topic-arn &lt;주제 ARN&gt;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bash cleanup_check.sh &lt;팀번호&gt;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B7E48D-5F92-4B38-B637-9B4B73E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cleanup_check.sh 출력이 전 항목 0건이어야 통과. 이 화면 전체가 오늘 제출물입니다.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53566E4-817C-436B-88D4-F61AE88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B3F1F3-DE48-4A65-B4F7-5887EFC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267069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262C5A-A0EE-49E5-9881-4A773AB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02F80B-799E-4FC2-A428-8F3CA05C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정리 실습에서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DependencyViolation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볼륨이 아직 인스턴스에 붙어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terminated 될 때까지 2~3분 대기 후 재시도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BucketNotEmpty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객체나 버전이 남아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rm --recursive 재실행. 버전 버킷은 콘솔에서 비우기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RepositoryNotEmptyException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ECR에 이미지가 남아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delete-repository 에 --force 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엔드포인트가 Deleting에서 멈춤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3~5분 대기. 10분 넘으면 강사 호출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AccessDenied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IAM 권한 경계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강사가 대신 삭제. 목록을 종이에 적어 제출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종료했는데 목록에 계속 보임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terminated 상태는 1시간쯤 조회됨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정상입니다. terminated면 과금되지 않습니다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821911-CA7F-4899-8757-BB8D06D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EDA392-E782-45C4-AA6E-85147F3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635115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FC6D35-912C-4106-88D3-A547611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우리가 한 학기에 쓴 돈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8F5EBF-5B31-4DE9-989A-F01BBB7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약 $25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2F7578-5B78-48DA-9818-9174603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작아 보이지만 감각이 중요합니다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375A2A-5600-4F84-90C3-CAD3569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30명이 쓰면 750달러, 회사에서 100명이 쓰면 2,500달러입니다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실무에서는 GPU 인스턴스 한 대가 시간당 몇 달러씩 나갑니다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클라우드 사고의 가장 흔한 형태는 해킹이 아니라 안 쓰는데 안 지운 것입니다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남길 것은 절약 습관이 아니라 내가 만든 것이 돈을 쓴다는 감각입니다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583498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BB7F64-0361-47AA-A68A-49E1479A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팀별 비용 리뷰표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A9A1D3-4BA5-4248-A482-F170247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작성해서 제출합니다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7398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예상(교육계획서)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팀 실제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$5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EBS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$12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· ECR · CloudWatch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SageMaker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$5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Bedrock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$25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61E364-B6EB-4E9C-AA97-355C92E8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1A40CFE-AB4A-4624-85B4-F2511C1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58082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4503E2-1EF2-438B-956A-38588F6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710F89-043A-4324-98D0-9D27DD3E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26D603-A219-4248-9C02-999C8D9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회고와 진로 연계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9FEAC8-BBBA-490F-AF89-081150C6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40분 · 포트폴리오와 다음 학습 경로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9764447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104A02-F0B6-4455-AB51-926AC06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채용 담당자가 보는 시간은 30초입니다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2E2DBD-06F9-43DB-AC1E-A4824744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AWS는 지웠고 이제 프로젝트의 실체는 README 한 장입니다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AD2443-7A5E-4D7C-9983-8B276B2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464D1E-223D-41F6-BF23-AD6D100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86E718E-51C4-4D42-9650-9EDCD1AC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첫 줄 — 한 문장 소개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5E39C83-2D82-4B90-B710-05AA6A8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누가 무엇을 할 수 있게 되는지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FB7F63-33F3-4D82-BD4F-C3DD2280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ED7CC3D-7BDC-4113-A956-1034029A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B236D3-1275-46E0-85C7-853A4C2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둘째 줄 — 기술 배지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82B235-C1DC-4CE3-A53C-70E992A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Python · FastAPI · Docker · AWS · MLflow · Actions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E615D22-B407-4B00-8531-0AD45E22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C67444-79A0-40CF-8DCE-C4E12848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086CB82-D3CD-47D3-9FD3-1615370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셋째 줄 — 동작 화면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19FACD-B23E-4450-85E5-F270B12B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스크린샷이나 GIF 한 장. 이게 제일 강력합니다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9EC9F8-847E-4127-9914-9BEA419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3E59E73-D5D4-412C-9E91-C82081D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701A6E-138E-4554-B4D6-CFCC8A4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서비스 종료 안내 한 줄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63BA1E5-13E1-4063-9DED-D6EA1AB0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비용 문제로 종료, 동작은 시연 영상 링크로 확인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21507-045E-49D2-9B3C-CF1E9AF9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AA7883F-9B08-438C-9834-BDD4047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E8743C-D821-499E-976A-802D8156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내가 한 것 섹션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E4AD853-C1CB-4C97-90AA-70D4DBDE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담당 · 구현 · 기여도. 팀 프로젝트는 이게 없으면 안 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0FE9299-621B-4E66-BFFF-A791FA22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FEF85D-03DA-4D9C-88C5-9086D1B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공개 전환 전에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4E64037-D26E-4815-AE51-999CB5E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.env와 키 파일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개인정보 데이터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git log에 비밀 문자열 검색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저장소 Public 전환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386BAB2-7862-4597-90C3-730F800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B2293D-DCA3-4EB5-9720-BCAE575E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421539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BC7D0-2730-4C20-BAE7-DE560AD1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다음에 배울 것 — 순서를 지키세요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6CECE1-9883-46D2-84CB-8E3FC86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먼저 배우면 아무것도 안 남는 것이 있습니다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5C0B20-C663-4C65-BE7C-8110B648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C4BBB52-9FE1-4412-B99F-6FE1C84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406358-AEAA-4F99-8A53-B0AD2CB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A576EB-80A8-48CD-9CCE-145A1A9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SQL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07C8031-776A-45A0-A8F0-EBF84A3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의외지만 현장에서 MLOps 엔지니어가 가장 많이 쓰는 언어입니다. 데이터가 다 데이터베이스에 있으니까요.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E8817D-2F12-4F61-ABF3-D018656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7E55E0C-2DDD-4F9D-9A56-AFDDD647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161F27-5E0D-4106-BB4F-A25EBCA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334A51-64F8-47F4-B071-170B6F4D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Airflow · Prefect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479F07-1B87-463A-AF86-42BE5AF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워크플로 오케스트레이션. 매일 새벽 3시에 받아서 학습하고 좋으면 배포 같은 흐름을 짭니다.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F26BD5-85AF-4874-A1D7-77F9FB9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6801D4B-2354-4A5E-851A-DC883B83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B14D55-A671-423B-959E-272B743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D08003-0120-4B5A-8C61-4A6C6BDC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Kubernetes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839664-67DD-4556-84B3-7B2D411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 열 대에 컨테이너 백 개가 되면 필요합니다. 도커를 충분히 쓰기 전에는 서두르지 마세요.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101A00E-C3A9-45DC-BD93-02603DA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D136EA0-9852-4B1D-BAC7-6C7219A3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1CD783-1B37-4172-942B-0B1533F9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F4FDF7E-51AC-4B29-8273-238B9352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Terraform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020EA5D-A6A3-415F-B378-E17BCC6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코드형 인프라. 오늘 손으로 지운 리소스를 코드로 만들고 코드로 지우는 방식입니다.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D4F218-C59B-4EBC-9153-D4AD218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8762E92-882C-4920-AB6D-70EC865A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998647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9FAF90-A389-43C3-8105-186026C9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자격증과 직무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0053AC-4692-4E46-BCE4-435B020D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그래서 다음에 뭘 하면 되나요에 대한 답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55687B-C32D-4884-AE7F-95A217E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8653A4-3087-45B4-B117-8E5F585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653AE8-8A38-4A92-B0FA-F8A2C0C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1순위 AWS Cloud Practitioner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6FD393-AAD6-41E8-95DF-B52E1A04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콘솔·IAM·S3·EC2·비용을 이미 다 만졌습니다. 4~6주면 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5917AE9-A274-42EE-B5F8-D5F30887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5550F8-34AF-4B70-BBCC-A4A0B10F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0468440-A980-498C-B285-4CD44ECE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2순위 AWS SAA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3D2FAC-E5A6-4256-9025-0CC4384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난이도는 오르지만 취업 시장 인지도가 가장 높습니다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F1C2833-C1C6-4E65-8A62-C5006F1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D70748-E386-4FE7-902E-83ABB83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83ECB3-AB70-4631-A96D-9EBC81D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국내 자격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E2D26AE-00C4-4048-B5AA-E302664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정보처리기사 · 빅데이터분석기사 · ADsP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768E16-9893-43AD-A2CD-640E4C68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9873710-DF23-4B5F-91EE-B174AA9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94E3D3-9901-46EC-A5E0-63E8B73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닿아 있는 직무 셋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F28EFE-1CA9-4A1C-BC08-3A59D95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MLOps 엔지니어 · 데이터 엔지니어 · 백엔드(AI 서비스)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C98B74F-252A-4718-9B63-F802E81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69557D-7414-4543-B285-86901A9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485360-69F2-4543-892A-2B6C3DF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신입은 보통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F9E6D0-5C1A-46F0-88EC-CAA8B652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백엔드나 데이터 엔지니어로 들어가서 MLOps를 맡게 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D321200-58D2-48FD-923E-4218442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226564"/>
            <a:ext cx="4324252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CBF5BEC-CF05-4673-98B8-4B319E4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446020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이번 학기가 걸친 NCS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2A2DA1-E2E5-4C7F-A2C6-5089C27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921508"/>
            <a:ext cx="3775612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인공지능모델링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인공지능서비스운영관리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인공지능플랫폼구축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인공지능서비스기획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빅데이터플랫폼구축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80B2EE-27CD-4F0C-9207-4F2A8200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F5183E1-0F4E-4E5F-92FE-152742C7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0270746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E12F61-8338-496D-AFC4-E801B6E7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제출물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84DC08-94E4-4156-8E30-4ADBE38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전부 확인하고 마칩니다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BB17BD-D3CE-4A2D-B511-364ACD4E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2364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C78B8D-4572-4FF1-9612-375C531C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938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E34AEE-D82D-4644-A7E7-D8355BD6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422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코드 저장소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458C0E-7416-4602-875A-9A3B19C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8084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URL · README 포함 · Public 전환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858028-750D-4CAE-863E-94364D3E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489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8614DA6-F82F-4694-953A-40D1DE17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063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104428-558C-4B24-BA6C-342724C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547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발표자료 최종본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987F1C-E40E-4E4F-898F-80BF77E7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2209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PDF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FE33F9A-C126-48C6-AAE2-CF76CFD0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6140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BDA214-98DC-4845-8CBB-42208A2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188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072E6C-7135-4DD8-A837-F9E957D8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6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확인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57CDFB-7B4F-4656-89DD-B48F25D3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63340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전 항목 0건. 미제출 시 -2점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E71527-D5B9-41B2-9995-A1354A6E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738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C574BCB-002C-4D62-92E3-8137C6AD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5F3EE1C-85E3-4D4B-A93A-78D0A1D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7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비용 리뷰표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276E593-5879-404B-9D0E-1B3C9A5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458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문서 · 예상 대비 실제와 차이가 난 이유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9D61210-CC9F-486B-AFF7-650F89C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863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DCEF708-0007-4591-A4A8-D687B0E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9437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129F2DE-A3FF-4CA5-B3B6-1FA9579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8922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상호평가지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C4E0A22-A1C1-428B-B1D4-4BF3046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4583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인쇄물 · 전원 제출. 미제출은 참여 점수 감점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EC3AF6F-5D15-4AF5-829A-01082BB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8605EAD-F061-460A-B925-98273D8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3371830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CB978C-5624-4FB0-AE48-97FC475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학기 정리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266948-9669-4378-BAB2-1F5BB55B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15주 동안 우리가 한 것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8371DD-39FE-426E-B0AD-26151681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39DDE0-1BD5-45BC-93D8-A29EC71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AC7CB2-A8D0-4332-9B6E-20556639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하나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FBBE82-C130-483B-B266-D9AF3965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모델은 노트북 안에서 끝나지 않는다. 전 구간이 이어져야 서비스가 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20E0467-2BC6-4E3A-8B21-575C950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DBD104D-B60A-40A3-A944-7119E9E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8E7109-721A-4E10-8697-CF9A6225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둘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91B48C-F921-4300-94A8-345DEB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내 컴퓨터에선 되는데요를 깨는 것이 이 과목의 절반이다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B88E3C-657E-4FE8-BE7B-88C1D7D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31C466-FB00-4F8E-A0CB-16709E0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956504-C214-4267-B690-5D4A626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셋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71E1DD-CD56-4DA1-BA79-54FD694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만드는 것만큼 지우는 것이 실력이다. 코드 한 줄이 요금이 된다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4A92151-C30A-40FD-B223-E3C95D87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37844F-AB04-4E41-B0E1-6EAD82D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905A89A-75C2-4BC6-966D-1B8C2D6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학기 종료 후 권장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818EBE-E235-482F-B304-6A2DB0DB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저장소 Public 전환 · 개인 프리 티어 계정에 1달러 예산 알람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79B510D-274B-406F-8215-33A39BD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3A0232-5FD3-45CC-A472-9BB852B6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942D95C-D73C-447C-A4B0-40B36DE3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6개월 뒤에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2B2BFD-5D00-4746-AD8B-46531F5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저장소를 다시 열어보세요. 부끄러우면 성장한 겁니다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F27817-EC60-4CCB-A4D0-02E64956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C2B1E8D-27B1-4829-9BA6-0C742AA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회고 질문 하나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3D1ABC6-C726-473E-BBF5-F5E1F6A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이번 학기에 내가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처음으로 혼자 해낸 것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 가지를 말해보세요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소감 말고 구체적 행동으로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4926CDB-C556-4641-B67A-E5A5853C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15주차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DE78B52-60F6-4BC1-B7BF-0D48A2EF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702630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EBBEC9-1A14-47F0-BFE9-05A04561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여러분은 이제 주소를 가진 모델을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만들어본 사람입니다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A0B8EB-B850-4A8E-8358-9707807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15주 동안 수고 많았습니다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64572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44128F53-BD31-4564-B489-646B9F0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D0502C-446E-4027-9638-3BDD535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24805A-5B40-4115-AEA4-6C33807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2EC50A5C-350C-4942-BA75-521D3D2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성과를 근거로 발표하고 백업 뒤 비용이 발생하는 리소스를 정리한다.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20032B27-0EBA-48DC-AEC5-C13A27B9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backup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7BFEEAE9-1C8F-4EB0-AE0C-4D0BCD83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SageMaker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BB1AE393-C83F-42D6-8BE7-D43EABAB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EC2/EBS/EIP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5D6E9861-1491-4746-A977-01FB9DBE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ECR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F8B36609-E363-4217-AA64-DA463CE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AE5BF34C-56CF-4B13-87E2-ABCCE3D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Cost Explorer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4AD800FB-4BF9-44AF-B572-D02207FC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3206D72F-D65E-463E-9397-BB1B03B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8492156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3a2cd07104cfe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Cost Explorer와 서비스별 리소스 목록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090253737384bd0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519ac139a994b6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삭제 대상 사전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ysu-mlops 접두사별 리소스 목록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SageMaker, IAM, CloudWatch 삭제 대상을 정확한 이름으로 기록한다.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cd62e4cef62408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b1e0fdb0f30458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0a2047447499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핵심 자원 ID 최종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EC2·S3·ECR 상세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인스턴스·VPC·서브넷·보안 그룹 ID와 버킷·저장소 이름을 다시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c3fccd277b4406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961dbfd1279464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968cd79a54f0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SageMaker 모델·구성·MLflow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sagemaker delete-endpoint-config·delete-model·delete-mlflow-tracking-server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모델과 구성은 삭제됐지만 계보 Action은 연관 관계 때문에 막힌 것을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95f2dd6ddc4ac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70ab847dd6a4ff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472d4daed4c2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SageMaker Action 연관 관계 오류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sagemaker list-associations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Action이 다른 Action·Image Artifact와 연결되어 바로 삭제되지 않는 이유를 읽는다.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a45bc69013f4d8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fd7bcdfa6fd456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d6dfac40a4ce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연관 관계 해제 후 Action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delete-association → delete-action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연관 관계를 먼저 지운 뒤 세 개의 ysu-mlops Action이 삭제되는지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fa85c90e6f7440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add790b4f47423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1f7367f8c4f1d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CloudWatch 수업 자원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delete-dashboards·delete-alarms·delete-log-group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대시보드·경보·SageMaker 로그 그룹의 잔여 목록이 비었는지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2ae8eb78fdd424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e1282e74b0342c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5f9c830234c0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EC2 인스턴스 종료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Instance state → Terminate instance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stopped를 최종 정리로 보지 않고 terminated로 바꾼다.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515b64f72cf432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f1a0d92d1e8418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d7c537bf04ae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EC2 종료와 EBS 삭제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45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ec2 wait instance-terminated·describe-volumes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인스턴스 terminated와 루트 볼륨 NotFound를 함께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c89537efeac4dc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105354eaafd4c5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afebf761a43d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ECR 저장소 강제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ecr delete-repository --force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1.0·1.1·1.2·릴리스 태그가 든 저장소 이름과 URI를 확인한 뒤 삭제한다.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5a384ff06f2407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51951e82c634a3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de9a194944f8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ECR 저장소 0건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ECR → Private registry → Repositories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리포지토리 없음 문구를 콘솔에서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ef8146587bf402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525ef0960b94c3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3a9831ba04c9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S3 버킷 첫 삭제 실패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s3 rm --recursive → s3api delete-bucket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현재 객체만 지워도 이전 버전이 남아 BucketNotEmpty가 발생하는지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38a869ca2e0435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6109c7266204b3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82e40599e4474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버전 객체와 삭제 마커 제거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list-object-versions → delete-objects → delete-bucket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VersionId 네 개를 제거한 뒤 BUCKET DELETE SUCCESS가 표시되는지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d82928c8b944ae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d6f3bb82fd54db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4a075be81467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VPC 의존성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6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인터넷 게이트웨이·라우팅·ENI·서브넷·보안 그룹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기본 라우팅 테이블과 사용자 라우팅 테이블을 구분해 삭제 순서를 정한다.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417cc15111e4c8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325b792d3b043f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58c5b06ef4bf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VPC와 의존 자원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서브넷 → 사용자 라우팅 → 보안 그룹 → IGW → VPC 삭제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의존성이 작은 자원부터 지운 뒤 VPC 잔여 목록이 비는지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62eaf53991e475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59c8b9d716441e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0abc91543496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스케줄·인스턴스 프로파일·IAM 역할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scheduler·iam 역할 정리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관리형 정책 분리, 인라인 정책 삭제, 인스턴스 프로파일 삭제 뒤 역할을 삭제한다.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83d554b82634a4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5a93899808040c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b0bfc0f74474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핵심 비용 자원 최종 0건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EC2·EBS·EIP·ECR·S3 최종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각 항목 ZERO와 CORE ACTIVE COUNT 0을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eb508e5ce444e9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e3ffa986c784d7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0db7c617c4b3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ML·모니터링 자원 최종 0건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5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SageMaker·CloudWatch·Logs 최종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엔드포인트·모델·구성·MLflow·Action·대시보드·경보·로그가 모두 ZERO인지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110f0ae56ef4de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3423c65b9ab458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74c2eb8e748a4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IAM·네트워크 자원 최종 0건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2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IAM·VPC·Subnet·Security Group·Scheduler 최종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모든 항목 ZERO와 IAM AND NETWORK COUNT 0을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6f1d81e8b29475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2c880cf1e0947a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3aa3ce92e48c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SageMaker 엔드포인트 0건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and inference → Endpoints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현재 리소스가 없습니다 문구를 최종 발표 증거로 저장한다.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2f133c0f7d649d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b6fe8700e0e46e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f3844b89f4cf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928F08-DEDF-4145-8C3B-591A845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7D3AA-8DA7-40E9-9847-0E12BF9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최종 비용 리뷰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5DB259-820E-4895-9C07-F76FDC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F39E123-6D61-469E-A30A-21B396D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3173342-8DC8-4961-9625-E1F88BF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Billing and Cost Management → Cost Explorer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D67E150-9E4F-418A-9911-886585A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기간·서비스 그룹화·비혼합 비용과 비용 데이터의 반영 지연 안내를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01F6C3E-1A41-43BF-9705-056613A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a436fabb7034da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2af9c20de37478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2E9CFEAF-3F8F-466D-BD59-0921BD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4f3df5f44025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0406431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2026-08-31T14:07:11.8540000Z</dcterms:created>
  <dcterms:modified xsi:type="dcterms:W3CDTF">2026-08-31T14:07:11.8540000Z</dcterms:modified>
</coreProperties>
</file>